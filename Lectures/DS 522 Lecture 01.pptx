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3" r:id="rId8"/>
    <p:sldId id="260" r:id="rId9"/>
    <p:sldId id="266" r:id="rId10"/>
    <p:sldId id="265" r:id="rId11"/>
    <p:sldId id="267" r:id="rId12"/>
    <p:sldId id="268" r:id="rId13"/>
    <p:sldId id="259" r:id="rId14"/>
    <p:sldId id="270" r:id="rId15"/>
    <p:sldId id="269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80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54ABC7-352B-543A-FD7E-B3DD1ADFA6B3}" v="1202" dt="2024-08-29T13:57:57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Ata" userId="S::atacatherine@cityu.edu::03f05603-c4a0-4eec-a6cc-c910b07519ba" providerId="AD" clId="Web-{D854ABC7-352B-543A-FD7E-B3DD1ADFA6B3}"/>
    <pc:docChg chg="modSld">
      <pc:chgData name="Catherine Ata" userId="S::atacatherine@cityu.edu::03f05603-c4a0-4eec-a6cc-c910b07519ba" providerId="AD" clId="Web-{D854ABC7-352B-543A-FD7E-B3DD1ADFA6B3}" dt="2024-08-29T13:57:56.636" v="1134" actId="20577"/>
      <pc:docMkLst>
        <pc:docMk/>
      </pc:docMkLst>
      <pc:sldChg chg="addSp modSp">
        <pc:chgData name="Catherine Ata" userId="S::atacatherine@cityu.edu::03f05603-c4a0-4eec-a6cc-c910b07519ba" providerId="AD" clId="Web-{D854ABC7-352B-543A-FD7E-B3DD1ADFA6B3}" dt="2024-08-29T13:32:46.492" v="899" actId="14100"/>
        <pc:sldMkLst>
          <pc:docMk/>
          <pc:sldMk cId="1327729862" sldId="259"/>
        </pc:sldMkLst>
        <pc:spChg chg="mod">
          <ac:chgData name="Catherine Ata" userId="S::atacatherine@cityu.edu::03f05603-c4a0-4eec-a6cc-c910b07519ba" providerId="AD" clId="Web-{D854ABC7-352B-543A-FD7E-B3DD1ADFA6B3}" dt="2024-08-29T13:31:56.300" v="891" actId="14100"/>
          <ac:spMkLst>
            <pc:docMk/>
            <pc:sldMk cId="1327729862" sldId="259"/>
            <ac:spMk id="3" creationId="{6894B957-7D2F-464C-DB8B-5E3E8F5605E3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3:32:13.067" v="892" actId="1076"/>
          <ac:spMkLst>
            <pc:docMk/>
            <pc:sldMk cId="1327729862" sldId="259"/>
            <ac:spMk id="4" creationId="{6F09B876-5EBD-1F51-F6A4-8532213E1A37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3:32:18.880" v="894" actId="1076"/>
          <ac:spMkLst>
            <pc:docMk/>
            <pc:sldMk cId="1327729862" sldId="259"/>
            <ac:spMk id="6" creationId="{548BAD57-E3AD-7B0E-126B-193FE67AC963}"/>
          </ac:spMkLst>
        </pc:spChg>
        <pc:picChg chg="mod">
          <ac:chgData name="Catherine Ata" userId="S::atacatherine@cityu.edu::03f05603-c4a0-4eec-a6cc-c910b07519ba" providerId="AD" clId="Web-{D854ABC7-352B-543A-FD7E-B3DD1ADFA6B3}" dt="2024-08-29T13:32:46.492" v="899" actId="14100"/>
          <ac:picMkLst>
            <pc:docMk/>
            <pc:sldMk cId="1327729862" sldId="259"/>
            <ac:picMk id="5" creationId="{B75D4CCE-DE58-FAC2-95E8-EC465A608BBD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2:27.396" v="897" actId="1076"/>
          <ac:picMkLst>
            <pc:docMk/>
            <pc:sldMk cId="1327729862" sldId="259"/>
            <ac:picMk id="10" creationId="{87759168-4503-7934-BC0B-3163890DB2F9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2:15.130" v="893" actId="1076"/>
          <ac:picMkLst>
            <pc:docMk/>
            <pc:sldMk cId="1327729862" sldId="259"/>
            <ac:picMk id="12" creationId="{1767CDB9-2966-162F-4F73-F09CB2AF349D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2:23.662" v="896" actId="1076"/>
          <ac:picMkLst>
            <pc:docMk/>
            <pc:sldMk cId="1327729862" sldId="259"/>
            <ac:picMk id="14" creationId="{FA42D89B-FC70-6CAD-33AF-F2CEE2641311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2:21.068" v="895" actId="1076"/>
          <ac:picMkLst>
            <pc:docMk/>
            <pc:sldMk cId="1327729862" sldId="259"/>
            <ac:picMk id="16" creationId="{E326F808-B075-12F4-C4C2-E93AF506B985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3:42:03.346" v="973" actId="14100"/>
        <pc:sldMkLst>
          <pc:docMk/>
          <pc:sldMk cId="1311284454" sldId="260"/>
        </pc:sldMkLst>
        <pc:spChg chg="mod">
          <ac:chgData name="Catherine Ata" userId="S::atacatherine@cityu.edu::03f05603-c4a0-4eec-a6cc-c910b07519ba" providerId="AD" clId="Web-{D854ABC7-352B-543A-FD7E-B3DD1ADFA6B3}" dt="2024-08-29T13:41:27.234" v="966" actId="14100"/>
          <ac:spMkLst>
            <pc:docMk/>
            <pc:sldMk cId="1311284454" sldId="260"/>
            <ac:spMk id="2" creationId="{D4065369-7529-3EBB-DDFC-7BE7CEFA1D6C}"/>
          </ac:spMkLst>
        </pc:spChg>
        <pc:spChg chg="mod">
          <ac:chgData name="Catherine Ata" userId="S::atacatherine@cityu.edu::03f05603-c4a0-4eec-a6cc-c910b07519ba" providerId="AD" clId="Web-{D854ABC7-352B-543A-FD7E-B3DD1ADFA6B3}" dt="2024-08-29T13:41:34.547" v="967" actId="14100"/>
          <ac:spMkLst>
            <pc:docMk/>
            <pc:sldMk cId="1311284454" sldId="260"/>
            <ac:spMk id="3" creationId="{6894B957-7D2F-464C-DB8B-5E3E8F5605E3}"/>
          </ac:spMkLst>
        </pc:spChg>
        <pc:picChg chg="mod">
          <ac:chgData name="Catherine Ata" userId="S::atacatherine@cityu.edu::03f05603-c4a0-4eec-a6cc-c910b07519ba" providerId="AD" clId="Web-{D854ABC7-352B-543A-FD7E-B3DD1ADFA6B3}" dt="2024-08-29T13:42:03.346" v="973" actId="14100"/>
          <ac:picMkLst>
            <pc:docMk/>
            <pc:sldMk cId="1311284454" sldId="260"/>
            <ac:picMk id="5" creationId="{B75D4CCE-DE58-FAC2-95E8-EC465A608BBD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3:39:20.052" v="947" actId="14100"/>
        <pc:sldMkLst>
          <pc:docMk/>
          <pc:sldMk cId="3392761998" sldId="261"/>
        </pc:sldMkLst>
        <pc:spChg chg="mod">
          <ac:chgData name="Catherine Ata" userId="S::atacatherine@cityu.edu::03f05603-c4a0-4eec-a6cc-c910b07519ba" providerId="AD" clId="Web-{D854ABC7-352B-543A-FD7E-B3DD1ADFA6B3}" dt="2024-08-29T13:39:20.052" v="947" actId="14100"/>
          <ac:spMkLst>
            <pc:docMk/>
            <pc:sldMk cId="3392761998" sldId="261"/>
            <ac:spMk id="3" creationId="{FCE55FD6-D68C-6291-B312-70DC1097A5A1}"/>
          </ac:spMkLst>
        </pc:spChg>
      </pc:sldChg>
      <pc:sldChg chg="modSp">
        <pc:chgData name="Catherine Ata" userId="S::atacatherine@cityu.edu::03f05603-c4a0-4eec-a6cc-c910b07519ba" providerId="AD" clId="Web-{D854ABC7-352B-543A-FD7E-B3DD1ADFA6B3}" dt="2024-08-29T13:41:12.905" v="964" actId="1076"/>
        <pc:sldMkLst>
          <pc:docMk/>
          <pc:sldMk cId="2972582398" sldId="263"/>
        </pc:sldMkLst>
        <pc:spChg chg="mod">
          <ac:chgData name="Catherine Ata" userId="S::atacatherine@cityu.edu::03f05603-c4a0-4eec-a6cc-c910b07519ba" providerId="AD" clId="Web-{D854ABC7-352B-543A-FD7E-B3DD1ADFA6B3}" dt="2024-08-29T13:41:12.905" v="964" actId="1076"/>
          <ac:spMkLst>
            <pc:docMk/>
            <pc:sldMk cId="2972582398" sldId="263"/>
            <ac:spMk id="2" creationId="{8156B364-19B5-5070-704F-AE2745EB0F50}"/>
          </ac:spMkLst>
        </pc:spChg>
        <pc:spChg chg="mod">
          <ac:chgData name="Catherine Ata" userId="S::atacatherine@cityu.edu::03f05603-c4a0-4eec-a6cc-c910b07519ba" providerId="AD" clId="Web-{D854ABC7-352B-543A-FD7E-B3DD1ADFA6B3}" dt="2024-08-29T13:40:36.089" v="959" actId="20577"/>
          <ac:spMkLst>
            <pc:docMk/>
            <pc:sldMk cId="2972582398" sldId="263"/>
            <ac:spMk id="4" creationId="{AE510471-877D-E8CD-62A0-16E26F909B3A}"/>
          </ac:spMkLst>
        </pc:spChg>
        <pc:spChg chg="mod">
          <ac:chgData name="Catherine Ata" userId="S::atacatherine@cityu.edu::03f05603-c4a0-4eec-a6cc-c910b07519ba" providerId="AD" clId="Web-{D854ABC7-352B-543A-FD7E-B3DD1ADFA6B3}" dt="2024-08-29T13:40:21.010" v="955" actId="20577"/>
          <ac:spMkLst>
            <pc:docMk/>
            <pc:sldMk cId="2972582398" sldId="263"/>
            <ac:spMk id="6" creationId="{B58AB795-24AF-5BDC-AF9F-0B7F7A5FF4FF}"/>
          </ac:spMkLst>
        </pc:spChg>
        <pc:picChg chg="mod">
          <ac:chgData name="Catherine Ata" userId="S::atacatherine@cityu.edu::03f05603-c4a0-4eec-a6cc-c910b07519ba" providerId="AD" clId="Web-{D854ABC7-352B-543A-FD7E-B3DD1ADFA6B3}" dt="2024-08-29T13:40:52.497" v="961" actId="14100"/>
          <ac:picMkLst>
            <pc:docMk/>
            <pc:sldMk cId="2972582398" sldId="263"/>
            <ac:picMk id="7" creationId="{B6D19169-4245-3E95-65A1-3D4BEDE60767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9:58.868" v="949" actId="1076"/>
          <ac:picMkLst>
            <pc:docMk/>
            <pc:sldMk cId="2972582398" sldId="263"/>
            <ac:picMk id="9" creationId="{AF636251-4BA9-E872-AB4C-5D0253C19893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3:42:49.302" v="980"/>
        <pc:sldMkLst>
          <pc:docMk/>
          <pc:sldMk cId="1322114377" sldId="265"/>
        </pc:sldMkLst>
        <pc:spChg chg="mod">
          <ac:chgData name="Catherine Ata" userId="S::atacatherine@cityu.edu::03f05603-c4a0-4eec-a6cc-c910b07519ba" providerId="AD" clId="Web-{D854ABC7-352B-543A-FD7E-B3DD1ADFA6B3}" dt="2024-08-29T13:42:49.302" v="980"/>
          <ac:spMkLst>
            <pc:docMk/>
            <pc:sldMk cId="1322114377" sldId="265"/>
            <ac:spMk id="2" creationId="{D4065369-7529-3EBB-DDFC-7BE7CEFA1D6C}"/>
          </ac:spMkLst>
        </pc:spChg>
        <pc:picChg chg="mod">
          <ac:chgData name="Catherine Ata" userId="S::atacatherine@cityu.edu::03f05603-c4a0-4eec-a6cc-c910b07519ba" providerId="AD" clId="Web-{D854ABC7-352B-543A-FD7E-B3DD1ADFA6B3}" dt="2024-08-29T13:42:40.739" v="977" actId="1076"/>
          <ac:picMkLst>
            <pc:docMk/>
            <pc:sldMk cId="1322114377" sldId="265"/>
            <ac:picMk id="5" creationId="{B75D4CCE-DE58-FAC2-95E8-EC465A608BBD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3:41:54.111" v="971" actId="14100"/>
        <pc:sldMkLst>
          <pc:docMk/>
          <pc:sldMk cId="3854970359" sldId="266"/>
        </pc:sldMkLst>
        <pc:spChg chg="mod">
          <ac:chgData name="Catherine Ata" userId="S::atacatherine@cityu.edu::03f05603-c4a0-4eec-a6cc-c910b07519ba" providerId="AD" clId="Web-{D854ABC7-352B-543A-FD7E-B3DD1ADFA6B3}" dt="2024-08-29T13:41:46.501" v="969"/>
          <ac:spMkLst>
            <pc:docMk/>
            <pc:sldMk cId="3854970359" sldId="266"/>
            <ac:spMk id="2" creationId="{D4065369-7529-3EBB-DDFC-7BE7CEFA1D6C}"/>
          </ac:spMkLst>
        </pc:spChg>
        <pc:spChg chg="mod">
          <ac:chgData name="Catherine Ata" userId="S::atacatherine@cityu.edu::03f05603-c4a0-4eec-a6cc-c910b07519ba" providerId="AD" clId="Web-{D854ABC7-352B-543A-FD7E-B3DD1ADFA6B3}" dt="2024-08-29T11:28:11.236" v="28" actId="20577"/>
          <ac:spMkLst>
            <pc:docMk/>
            <pc:sldMk cId="3854970359" sldId="266"/>
            <ac:spMk id="3" creationId="{6894B957-7D2F-464C-DB8B-5E3E8F5605E3}"/>
          </ac:spMkLst>
        </pc:spChg>
        <pc:spChg chg="mod">
          <ac:chgData name="Catherine Ata" userId="S::atacatherine@cityu.edu::03f05603-c4a0-4eec-a6cc-c910b07519ba" providerId="AD" clId="Web-{D854ABC7-352B-543A-FD7E-B3DD1ADFA6B3}" dt="2024-08-29T11:26:18.383" v="21" actId="1076"/>
          <ac:spMkLst>
            <pc:docMk/>
            <pc:sldMk cId="3854970359" sldId="266"/>
            <ac:spMk id="18" creationId="{B01805DE-EFD4-3EE5-C8EA-354CC27A4BFA}"/>
          </ac:spMkLst>
        </pc:spChg>
        <pc:picChg chg="mod">
          <ac:chgData name="Catherine Ata" userId="S::atacatherine@cityu.edu::03f05603-c4a0-4eec-a6cc-c910b07519ba" providerId="AD" clId="Web-{D854ABC7-352B-543A-FD7E-B3DD1ADFA6B3}" dt="2024-08-29T13:41:54.111" v="971" actId="14100"/>
          <ac:picMkLst>
            <pc:docMk/>
            <pc:sldMk cId="3854970359" sldId="266"/>
            <ac:picMk id="5" creationId="{B75D4CCE-DE58-FAC2-95E8-EC465A608BBD}"/>
          </ac:picMkLst>
        </pc:picChg>
        <pc:picChg chg="mod">
          <ac:chgData name="Catherine Ata" userId="S::atacatherine@cityu.edu::03f05603-c4a0-4eec-a6cc-c910b07519ba" providerId="AD" clId="Web-{D854ABC7-352B-543A-FD7E-B3DD1ADFA6B3}" dt="2024-08-29T11:28:17.017" v="29" actId="1076"/>
          <ac:picMkLst>
            <pc:docMk/>
            <pc:sldMk cId="3854970359" sldId="266"/>
            <ac:picMk id="13" creationId="{22E4F860-9BA8-B383-3DD5-3A1F24B1DE86}"/>
          </ac:picMkLst>
        </pc:picChg>
      </pc:sldChg>
      <pc:sldChg chg="addSp delSp modSp">
        <pc:chgData name="Catherine Ata" userId="S::atacatherine@cityu.edu::03f05603-c4a0-4eec-a6cc-c910b07519ba" providerId="AD" clId="Web-{D854ABC7-352B-543A-FD7E-B3DD1ADFA6B3}" dt="2024-08-29T13:56:50.053" v="1130" actId="20577"/>
        <pc:sldMkLst>
          <pc:docMk/>
          <pc:sldMk cId="3882248631" sldId="267"/>
        </pc:sldMkLst>
        <pc:spChg chg="mod">
          <ac:chgData name="Catherine Ata" userId="S::atacatherine@cityu.edu::03f05603-c4a0-4eec-a6cc-c910b07519ba" providerId="AD" clId="Web-{D854ABC7-352B-543A-FD7E-B3DD1ADFA6B3}" dt="2024-08-29T13:42:54.865" v="981" actId="20577"/>
          <ac:spMkLst>
            <pc:docMk/>
            <pc:sldMk cId="3882248631" sldId="267"/>
            <ac:spMk id="2" creationId="{D4065369-7529-3EBB-DDFC-7BE7CEFA1D6C}"/>
          </ac:spMkLst>
        </pc:spChg>
        <pc:spChg chg="mod">
          <ac:chgData name="Catherine Ata" userId="S::atacatherine@cityu.edu::03f05603-c4a0-4eec-a6cc-c910b07519ba" providerId="AD" clId="Web-{D854ABC7-352B-543A-FD7E-B3DD1ADFA6B3}" dt="2024-08-29T13:56:50.053" v="1130" actId="20577"/>
          <ac:spMkLst>
            <pc:docMk/>
            <pc:sldMk cId="3882248631" sldId="267"/>
            <ac:spMk id="3" creationId="{6894B957-7D2F-464C-DB8B-5E3E8F5605E3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3:56:31.521" v="1127" actId="1076"/>
          <ac:spMkLst>
            <pc:docMk/>
            <pc:sldMk cId="3882248631" sldId="267"/>
            <ac:spMk id="9" creationId="{CD9ACBB2-9D42-8C72-48A6-2D7526BD1C47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3:56:25.895" v="1126" actId="1076"/>
          <ac:spMkLst>
            <pc:docMk/>
            <pc:sldMk cId="3882248631" sldId="267"/>
            <ac:spMk id="11" creationId="{ECD70DC4-B73C-65CE-4165-F54C4A1D26F2}"/>
          </ac:spMkLst>
        </pc:spChg>
        <pc:spChg chg="del">
          <ac:chgData name="Catherine Ata" userId="S::atacatherine@cityu.edu::03f05603-c4a0-4eec-a6cc-c910b07519ba" providerId="AD" clId="Web-{D854ABC7-352B-543A-FD7E-B3DD1ADFA6B3}" dt="2024-08-29T11:31:24.423" v="56"/>
          <ac:spMkLst>
            <pc:docMk/>
            <pc:sldMk cId="3882248631" sldId="267"/>
            <ac:spMk id="13" creationId="{4C998ACC-DCC5-D966-625E-DC2594E62BFA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3:53:32.335" v="1095" actId="1076"/>
          <ac:spMkLst>
            <pc:docMk/>
            <pc:sldMk cId="3882248631" sldId="267"/>
            <ac:spMk id="14" creationId="{BD7D3C36-1E3A-2FCD-12E1-D4BF2395D804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3:55:44.548" v="1121" actId="20577"/>
          <ac:spMkLst>
            <pc:docMk/>
            <pc:sldMk cId="3882248631" sldId="267"/>
            <ac:spMk id="15" creationId="{6CC0E954-C37D-AFE4-1ED8-8365E33CC342}"/>
          </ac:spMkLst>
        </pc:spChg>
        <pc:picChg chg="add mod">
          <ac:chgData name="Catherine Ata" userId="S::atacatherine@cityu.edu::03f05603-c4a0-4eec-a6cc-c910b07519ba" providerId="AD" clId="Web-{D854ABC7-352B-543A-FD7E-B3DD1ADFA6B3}" dt="2024-08-29T13:50:23.212" v="1039" actId="1076"/>
          <ac:picMkLst>
            <pc:docMk/>
            <pc:sldMk cId="3882248631" sldId="267"/>
            <ac:picMk id="4" creationId="{130B644F-EB1F-9B8B-37DE-F8DD303FE304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6:39.931" v="932" actId="14100"/>
          <ac:picMkLst>
            <pc:docMk/>
            <pc:sldMk cId="3882248631" sldId="267"/>
            <ac:picMk id="5" creationId="{B75D4CCE-DE58-FAC2-95E8-EC465A608BBD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53:37.039" v="1096" actId="1076"/>
          <ac:picMkLst>
            <pc:docMk/>
            <pc:sldMk cId="3882248631" sldId="267"/>
            <ac:picMk id="6" creationId="{E6EAD646-362B-D24A-C73C-7BF68A9032CD}"/>
          </ac:picMkLst>
        </pc:picChg>
        <pc:picChg chg="add mod">
          <ac:chgData name="Catherine Ata" userId="S::atacatherine@cityu.edu::03f05603-c4a0-4eec-a6cc-c910b07519ba" providerId="AD" clId="Web-{D854ABC7-352B-543A-FD7E-B3DD1ADFA6B3}" dt="2024-08-29T13:56:18.973" v="1125" actId="1076"/>
          <ac:picMkLst>
            <pc:docMk/>
            <pc:sldMk cId="3882248631" sldId="267"/>
            <ac:picMk id="7" creationId="{040B574B-A09A-7C26-C943-BC494924AB9E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48:23.562" v="1018" actId="1076"/>
          <ac:picMkLst>
            <pc:docMk/>
            <pc:sldMk cId="3882248631" sldId="267"/>
            <ac:picMk id="8" creationId="{4F132E48-F942-5DF0-5181-2D3947CB2386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47:23.245" v="1007" actId="1076"/>
          <ac:picMkLst>
            <pc:docMk/>
            <pc:sldMk cId="3882248631" sldId="267"/>
            <ac:picMk id="10" creationId="{A98F65DB-8CF4-7CEC-1E78-A32BB6C27A7F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47:31.042" v="1009" actId="1076"/>
          <ac:picMkLst>
            <pc:docMk/>
            <pc:sldMk cId="3882248631" sldId="267"/>
            <ac:picMk id="12" creationId="{ACE3E2FB-60FD-8944-C22D-7C1B603F8BBD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3:57:15.993" v="1131" actId="1076"/>
        <pc:sldMkLst>
          <pc:docMk/>
          <pc:sldMk cId="1862285975" sldId="268"/>
        </pc:sldMkLst>
        <pc:spChg chg="mod">
          <ac:chgData name="Catherine Ata" userId="S::atacatherine@cityu.edu::03f05603-c4a0-4eec-a6cc-c910b07519ba" providerId="AD" clId="Web-{D854ABC7-352B-543A-FD7E-B3DD1ADFA6B3}" dt="2024-08-29T13:35:02.611" v="913" actId="14100"/>
          <ac:spMkLst>
            <pc:docMk/>
            <pc:sldMk cId="1862285975" sldId="268"/>
            <ac:spMk id="2" creationId="{873E1B16-D9B7-0D11-D762-2A06DDF40E93}"/>
          </ac:spMkLst>
        </pc:spChg>
        <pc:spChg chg="mod">
          <ac:chgData name="Catherine Ata" userId="S::atacatherine@cityu.edu::03f05603-c4a0-4eec-a6cc-c910b07519ba" providerId="AD" clId="Web-{D854ABC7-352B-543A-FD7E-B3DD1ADFA6B3}" dt="2024-08-29T13:35:25.707" v="918" actId="1076"/>
          <ac:spMkLst>
            <pc:docMk/>
            <pc:sldMk cId="1862285975" sldId="268"/>
            <ac:spMk id="3" creationId="{2C91D59D-4F64-7B67-7336-BE17B61A38DD}"/>
          </ac:spMkLst>
        </pc:spChg>
        <pc:spChg chg="mod">
          <ac:chgData name="Catherine Ata" userId="S::atacatherine@cityu.edu::03f05603-c4a0-4eec-a6cc-c910b07519ba" providerId="AD" clId="Web-{D854ABC7-352B-543A-FD7E-B3DD1ADFA6B3}" dt="2024-08-29T13:35:41.864" v="921" actId="14100"/>
          <ac:spMkLst>
            <pc:docMk/>
            <pc:sldMk cId="1862285975" sldId="268"/>
            <ac:spMk id="4" creationId="{9D104AD4-A9E9-40AF-B81B-9F6F3C8DB5FE}"/>
          </ac:spMkLst>
        </pc:spChg>
        <pc:spChg chg="mod">
          <ac:chgData name="Catherine Ata" userId="S::atacatherine@cityu.edu::03f05603-c4a0-4eec-a6cc-c910b07519ba" providerId="AD" clId="Web-{D854ABC7-352B-543A-FD7E-B3DD1ADFA6B3}" dt="2024-08-29T13:35:25.722" v="919" actId="1076"/>
          <ac:spMkLst>
            <pc:docMk/>
            <pc:sldMk cId="1862285975" sldId="268"/>
            <ac:spMk id="5" creationId="{5A360324-9FDB-C638-DF8F-831E83B2B2B0}"/>
          </ac:spMkLst>
        </pc:spChg>
        <pc:spChg chg="mod">
          <ac:chgData name="Catherine Ata" userId="S::atacatherine@cityu.edu::03f05603-c4a0-4eec-a6cc-c910b07519ba" providerId="AD" clId="Web-{D854ABC7-352B-543A-FD7E-B3DD1ADFA6B3}" dt="2024-08-29T13:35:49.396" v="922" actId="14100"/>
          <ac:spMkLst>
            <pc:docMk/>
            <pc:sldMk cId="1862285975" sldId="268"/>
            <ac:spMk id="6" creationId="{DFAAA593-D1FE-760F-F803-A37467A46100}"/>
          </ac:spMkLst>
        </pc:spChg>
        <pc:picChg chg="mod">
          <ac:chgData name="Catherine Ata" userId="S::atacatherine@cityu.edu::03f05603-c4a0-4eec-a6cc-c910b07519ba" providerId="AD" clId="Web-{D854ABC7-352B-543A-FD7E-B3DD1ADFA6B3}" dt="2024-08-29T13:57:15.993" v="1131" actId="1076"/>
          <ac:picMkLst>
            <pc:docMk/>
            <pc:sldMk cId="1862285975" sldId="268"/>
            <ac:picMk id="7" creationId="{64209163-99A8-7333-8989-07DD250E2670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6:08.772" v="926" actId="1076"/>
          <ac:picMkLst>
            <pc:docMk/>
            <pc:sldMk cId="1862285975" sldId="268"/>
            <ac:picMk id="11" creationId="{4E173C92-94EF-2408-8C95-12D97E376C89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6:12.851" v="927" actId="1076"/>
          <ac:picMkLst>
            <pc:docMk/>
            <pc:sldMk cId="1862285975" sldId="268"/>
            <ac:picMk id="13" creationId="{D208CC34-A228-97A6-2768-8AD6450C0239}"/>
          </ac:picMkLst>
        </pc:picChg>
        <pc:picChg chg="mod">
          <ac:chgData name="Catherine Ata" userId="S::atacatherine@cityu.edu::03f05603-c4a0-4eec-a6cc-c910b07519ba" providerId="AD" clId="Web-{D854ABC7-352B-543A-FD7E-B3DD1ADFA6B3}" dt="2024-08-29T13:36:15.867" v="928" actId="1076"/>
          <ac:picMkLst>
            <pc:docMk/>
            <pc:sldMk cId="1862285975" sldId="268"/>
            <ac:picMk id="15" creationId="{E2043C66-3D1E-1836-5E57-441B9779D52B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1:45:20.954" v="220" actId="20577"/>
        <pc:sldMkLst>
          <pc:docMk/>
          <pc:sldMk cId="4284378678" sldId="269"/>
        </pc:sldMkLst>
        <pc:spChg chg="mod">
          <ac:chgData name="Catherine Ata" userId="S::atacatherine@cityu.edu::03f05603-c4a0-4eec-a6cc-c910b07519ba" providerId="AD" clId="Web-{D854ABC7-352B-543A-FD7E-B3DD1ADFA6B3}" dt="2024-08-29T11:45:20.954" v="220" actId="20577"/>
          <ac:spMkLst>
            <pc:docMk/>
            <pc:sldMk cId="4284378678" sldId="269"/>
            <ac:spMk id="3" creationId="{6894B957-7D2F-464C-DB8B-5E3E8F5605E3}"/>
          </ac:spMkLst>
        </pc:spChg>
      </pc:sldChg>
      <pc:sldChg chg="modSp">
        <pc:chgData name="Catherine Ata" userId="S::atacatherine@cityu.edu::03f05603-c4a0-4eec-a6cc-c910b07519ba" providerId="AD" clId="Web-{D854ABC7-352B-543A-FD7E-B3DD1ADFA6B3}" dt="2024-08-29T13:33:57.184" v="908" actId="20577"/>
        <pc:sldMkLst>
          <pc:docMk/>
          <pc:sldMk cId="1528565050" sldId="270"/>
        </pc:sldMkLst>
        <pc:spChg chg="mod">
          <ac:chgData name="Catherine Ata" userId="S::atacatherine@cityu.edu::03f05603-c4a0-4eec-a6cc-c910b07519ba" providerId="AD" clId="Web-{D854ABC7-352B-543A-FD7E-B3DD1ADFA6B3}" dt="2024-08-29T13:33:57.184" v="908" actId="20577"/>
          <ac:spMkLst>
            <pc:docMk/>
            <pc:sldMk cId="1528565050" sldId="270"/>
            <ac:spMk id="3" creationId="{A4472BA3-E66A-7A7A-7EF0-D6FD90A39DCB}"/>
          </ac:spMkLst>
        </pc:spChg>
        <pc:spChg chg="mod">
          <ac:chgData name="Catherine Ata" userId="S::atacatherine@cityu.edu::03f05603-c4a0-4eec-a6cc-c910b07519ba" providerId="AD" clId="Web-{D854ABC7-352B-543A-FD7E-B3DD1ADFA6B3}" dt="2024-08-29T11:43:32.134" v="206" actId="20577"/>
          <ac:spMkLst>
            <pc:docMk/>
            <pc:sldMk cId="1528565050" sldId="270"/>
            <ac:spMk id="4" creationId="{86B10BE6-96A3-CE8F-9E7D-472390AB2743}"/>
          </ac:spMkLst>
        </pc:spChg>
        <pc:picChg chg="mod">
          <ac:chgData name="Catherine Ata" userId="S::atacatherine@cityu.edu::03f05603-c4a0-4eec-a6cc-c910b07519ba" providerId="AD" clId="Web-{D854ABC7-352B-543A-FD7E-B3DD1ADFA6B3}" dt="2024-08-29T13:32:55.742" v="901" actId="14100"/>
          <ac:picMkLst>
            <pc:docMk/>
            <pc:sldMk cId="1528565050" sldId="270"/>
            <ac:picMk id="5" creationId="{11F999FE-FF5D-7D6B-2EA6-E2DBFB8088E2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1:48:09.514" v="245" actId="20577"/>
        <pc:sldMkLst>
          <pc:docMk/>
          <pc:sldMk cId="1018709395" sldId="271"/>
        </pc:sldMkLst>
        <pc:spChg chg="mod">
          <ac:chgData name="Catherine Ata" userId="S::atacatherine@cityu.edu::03f05603-c4a0-4eec-a6cc-c910b07519ba" providerId="AD" clId="Web-{D854ABC7-352B-543A-FD7E-B3DD1ADFA6B3}" dt="2024-08-29T11:48:09.514" v="245" actId="20577"/>
          <ac:spMkLst>
            <pc:docMk/>
            <pc:sldMk cId="1018709395" sldId="271"/>
            <ac:spMk id="3" creationId="{6894B957-7D2F-464C-DB8B-5E3E8F5605E3}"/>
          </ac:spMkLst>
        </pc:spChg>
      </pc:sldChg>
      <pc:sldChg chg="modSp">
        <pc:chgData name="Catherine Ata" userId="S::atacatherine@cityu.edu::03f05603-c4a0-4eec-a6cc-c910b07519ba" providerId="AD" clId="Web-{D854ABC7-352B-543A-FD7E-B3DD1ADFA6B3}" dt="2024-08-29T11:56:30.417" v="303" actId="20577"/>
        <pc:sldMkLst>
          <pc:docMk/>
          <pc:sldMk cId="3886341515" sldId="272"/>
        </pc:sldMkLst>
        <pc:spChg chg="mod">
          <ac:chgData name="Catherine Ata" userId="S::atacatherine@cityu.edu::03f05603-c4a0-4eec-a6cc-c910b07519ba" providerId="AD" clId="Web-{D854ABC7-352B-543A-FD7E-B3DD1ADFA6B3}" dt="2024-08-29T11:56:30.417" v="303" actId="20577"/>
          <ac:spMkLst>
            <pc:docMk/>
            <pc:sldMk cId="3886341515" sldId="272"/>
            <ac:spMk id="3" creationId="{6894B957-7D2F-464C-DB8B-5E3E8F5605E3}"/>
          </ac:spMkLst>
        </pc:spChg>
        <pc:spChg chg="mod">
          <ac:chgData name="Catherine Ata" userId="S::atacatherine@cityu.edu::03f05603-c4a0-4eec-a6cc-c910b07519ba" providerId="AD" clId="Web-{D854ABC7-352B-543A-FD7E-B3DD1ADFA6B3}" dt="2024-08-29T11:48:46.392" v="253" actId="1076"/>
          <ac:spMkLst>
            <pc:docMk/>
            <pc:sldMk cId="3886341515" sldId="272"/>
            <ac:spMk id="8" creationId="{6021F2DD-FC4D-713F-678B-F1E8F54D0ECD}"/>
          </ac:spMkLst>
        </pc:spChg>
        <pc:picChg chg="mod">
          <ac:chgData name="Catherine Ata" userId="S::atacatherine@cityu.edu::03f05603-c4a0-4eec-a6cc-c910b07519ba" providerId="AD" clId="Web-{D854ABC7-352B-543A-FD7E-B3DD1ADFA6B3}" dt="2024-08-29T11:52:30.049" v="268" actId="14100"/>
          <ac:picMkLst>
            <pc:docMk/>
            <pc:sldMk cId="3886341515" sldId="272"/>
            <ac:picMk id="5" creationId="{B75D4CCE-DE58-FAC2-95E8-EC465A608BBD}"/>
          </ac:picMkLst>
        </pc:picChg>
        <pc:picChg chg="mod">
          <ac:chgData name="Catherine Ata" userId="S::atacatherine@cityu.edu::03f05603-c4a0-4eec-a6cc-c910b07519ba" providerId="AD" clId="Web-{D854ABC7-352B-543A-FD7E-B3DD1ADFA6B3}" dt="2024-08-29T11:48:38.328" v="252" actId="1076"/>
          <ac:picMkLst>
            <pc:docMk/>
            <pc:sldMk cId="3886341515" sldId="272"/>
            <ac:picMk id="7" creationId="{3D7B6579-55A6-8E17-C13A-B30905ED0573}"/>
          </ac:picMkLst>
        </pc:picChg>
      </pc:sldChg>
      <pc:sldChg chg="addSp delSp modSp">
        <pc:chgData name="Catherine Ata" userId="S::atacatherine@cityu.edu::03f05603-c4a0-4eec-a6cc-c910b07519ba" providerId="AD" clId="Web-{D854ABC7-352B-543A-FD7E-B3DD1ADFA6B3}" dt="2024-08-29T13:31:09.797" v="881" actId="20577"/>
        <pc:sldMkLst>
          <pc:docMk/>
          <pc:sldMk cId="1986760036" sldId="273"/>
        </pc:sldMkLst>
        <pc:spChg chg="mod">
          <ac:chgData name="Catherine Ata" userId="S::atacatherine@cityu.edu::03f05603-c4a0-4eec-a6cc-c910b07519ba" providerId="AD" clId="Web-{D854ABC7-352B-543A-FD7E-B3DD1ADFA6B3}" dt="2024-08-29T13:31:09.797" v="881" actId="20577"/>
          <ac:spMkLst>
            <pc:docMk/>
            <pc:sldMk cId="1986760036" sldId="273"/>
            <ac:spMk id="3" creationId="{6894B957-7D2F-464C-DB8B-5E3E8F5605E3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2:30:42.588" v="418"/>
          <ac:spMkLst>
            <pc:docMk/>
            <pc:sldMk cId="1986760036" sldId="273"/>
            <ac:spMk id="4" creationId="{3D323890-4CD3-E6B9-21E2-9720FA0519AA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2:31:40.608" v="422"/>
          <ac:spMkLst>
            <pc:docMk/>
            <pc:sldMk cId="1986760036" sldId="273"/>
            <ac:spMk id="6" creationId="{4E0E2364-F7E7-F0D7-FE91-9E5F42991435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2:32:54.457" v="430" actId="14100"/>
          <ac:spMkLst>
            <pc:docMk/>
            <pc:sldMk cId="1986760036" sldId="273"/>
            <ac:spMk id="9" creationId="{722D7432-2438-B6B7-B350-F702E84CE4A6}"/>
          </ac:spMkLst>
        </pc:spChg>
        <pc:spChg chg="add del mod">
          <ac:chgData name="Catherine Ata" userId="S::atacatherine@cityu.edu::03f05603-c4a0-4eec-a6cc-c910b07519ba" providerId="AD" clId="Web-{D854ABC7-352B-543A-FD7E-B3DD1ADFA6B3}" dt="2024-08-29T12:34:38.074" v="437"/>
          <ac:spMkLst>
            <pc:docMk/>
            <pc:sldMk cId="1986760036" sldId="273"/>
            <ac:spMk id="10" creationId="{37369963-AC8E-1541-1147-A8B3E2CD5D78}"/>
          </ac:spMkLst>
        </pc:spChg>
        <pc:picChg chg="mod">
          <ac:chgData name="Catherine Ata" userId="S::atacatherine@cityu.edu::03f05603-c4a0-4eec-a6cc-c910b07519ba" providerId="AD" clId="Web-{D854ABC7-352B-543A-FD7E-B3DD1ADFA6B3}" dt="2024-08-29T12:34:52.747" v="439" actId="1076"/>
          <ac:picMkLst>
            <pc:docMk/>
            <pc:sldMk cId="1986760036" sldId="273"/>
            <ac:picMk id="5" creationId="{B75D4CCE-DE58-FAC2-95E8-EC465A608BBD}"/>
          </ac:picMkLst>
        </pc:picChg>
      </pc:sldChg>
      <pc:sldChg chg="addSp delSp modSp">
        <pc:chgData name="Catherine Ata" userId="S::atacatherine@cityu.edu::03f05603-c4a0-4eec-a6cc-c910b07519ba" providerId="AD" clId="Web-{D854ABC7-352B-543A-FD7E-B3DD1ADFA6B3}" dt="2024-08-29T12:29:12.425" v="412" actId="14100"/>
        <pc:sldMkLst>
          <pc:docMk/>
          <pc:sldMk cId="325185134" sldId="274"/>
        </pc:sldMkLst>
        <pc:spChg chg="mod">
          <ac:chgData name="Catherine Ata" userId="S::atacatherine@cityu.edu::03f05603-c4a0-4eec-a6cc-c910b07519ba" providerId="AD" clId="Web-{D854ABC7-352B-543A-FD7E-B3DD1ADFA6B3}" dt="2024-08-29T12:23:58.792" v="387" actId="20577"/>
          <ac:spMkLst>
            <pc:docMk/>
            <pc:sldMk cId="325185134" sldId="274"/>
            <ac:spMk id="3" creationId="{6894B957-7D2F-464C-DB8B-5E3E8F5605E3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2:28:12.327" v="406"/>
          <ac:spMkLst>
            <pc:docMk/>
            <pc:sldMk cId="325185134" sldId="274"/>
            <ac:spMk id="4" creationId="{0619EC4E-477E-A3AA-2FFC-866D486C0F75}"/>
          </ac:spMkLst>
        </pc:spChg>
        <pc:spChg chg="add del">
          <ac:chgData name="Catherine Ata" userId="S::atacatherine@cityu.edu::03f05603-c4a0-4eec-a6cc-c910b07519ba" providerId="AD" clId="Web-{D854ABC7-352B-543A-FD7E-B3DD1ADFA6B3}" dt="2024-08-29T12:26:32.054" v="397"/>
          <ac:spMkLst>
            <pc:docMk/>
            <pc:sldMk cId="325185134" sldId="274"/>
            <ac:spMk id="7" creationId="{0616C602-D2BA-6EB1-26DE-222635814A65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2:29:12.425" v="412" actId="14100"/>
          <ac:spMkLst>
            <pc:docMk/>
            <pc:sldMk cId="325185134" sldId="274"/>
            <ac:spMk id="8" creationId="{238EA277-8238-B1CD-0FBC-5C7A94920A40}"/>
          </ac:spMkLst>
        </pc:spChg>
        <pc:picChg chg="mod">
          <ac:chgData name="Catherine Ata" userId="S::atacatherine@cityu.edu::03f05603-c4a0-4eec-a6cc-c910b07519ba" providerId="AD" clId="Web-{D854ABC7-352B-543A-FD7E-B3DD1ADFA6B3}" dt="2024-08-29T12:19:44.492" v="371" actId="14100"/>
          <ac:picMkLst>
            <pc:docMk/>
            <pc:sldMk cId="325185134" sldId="274"/>
            <ac:picMk id="5" creationId="{B75D4CCE-DE58-FAC2-95E8-EC465A608BBD}"/>
          </ac:picMkLst>
        </pc:picChg>
        <pc:cxnChg chg="add del">
          <ac:chgData name="Catherine Ata" userId="S::atacatherine@cityu.edu::03f05603-c4a0-4eec-a6cc-c910b07519ba" providerId="AD" clId="Web-{D854ABC7-352B-543A-FD7E-B3DD1ADFA6B3}" dt="2024-08-29T12:26:03.661" v="395"/>
          <ac:cxnSpMkLst>
            <pc:docMk/>
            <pc:sldMk cId="325185134" sldId="274"/>
            <ac:cxnSpMk id="6" creationId="{4C71C7AE-7ED6-48C7-6BCC-1072B76DE819}"/>
          </ac:cxnSpMkLst>
        </pc:cxnChg>
      </pc:sldChg>
      <pc:sldChg chg="modSp">
        <pc:chgData name="Catherine Ata" userId="S::atacatherine@cityu.edu::03f05603-c4a0-4eec-a6cc-c910b07519ba" providerId="AD" clId="Web-{D854ABC7-352B-543A-FD7E-B3DD1ADFA6B3}" dt="2024-08-29T13:30:37.732" v="880" actId="20577"/>
        <pc:sldMkLst>
          <pc:docMk/>
          <pc:sldMk cId="1881596083" sldId="275"/>
        </pc:sldMkLst>
        <pc:spChg chg="mod">
          <ac:chgData name="Catherine Ata" userId="S::atacatherine@cityu.edu::03f05603-c4a0-4eec-a6cc-c910b07519ba" providerId="AD" clId="Web-{D854ABC7-352B-543A-FD7E-B3DD1ADFA6B3}" dt="2024-08-29T13:29:11.100" v="876" actId="20577"/>
          <ac:spMkLst>
            <pc:docMk/>
            <pc:sldMk cId="1881596083" sldId="275"/>
            <ac:spMk id="3" creationId="{449B12BC-36E4-4871-400D-9D8AE437CE0C}"/>
          </ac:spMkLst>
        </pc:spChg>
        <pc:spChg chg="mod">
          <ac:chgData name="Catherine Ata" userId="S::atacatherine@cityu.edu::03f05603-c4a0-4eec-a6cc-c910b07519ba" providerId="AD" clId="Web-{D854ABC7-352B-543A-FD7E-B3DD1ADFA6B3}" dt="2024-08-29T13:30:37.732" v="880" actId="20577"/>
          <ac:spMkLst>
            <pc:docMk/>
            <pc:sldMk cId="1881596083" sldId="275"/>
            <ac:spMk id="4" creationId="{9B6F5A3A-138E-3B43-EEFF-5C27C87BA0CF}"/>
          </ac:spMkLst>
        </pc:spChg>
        <pc:picChg chg="mod">
          <ac:chgData name="Catherine Ata" userId="S::atacatherine@cityu.edu::03f05603-c4a0-4eec-a6cc-c910b07519ba" providerId="AD" clId="Web-{D854ABC7-352B-543A-FD7E-B3DD1ADFA6B3}" dt="2024-08-29T12:19:53.743" v="372" actId="14100"/>
          <ac:picMkLst>
            <pc:docMk/>
            <pc:sldMk cId="1881596083" sldId="275"/>
            <ac:picMk id="5" creationId="{D5A09B19-B8BE-251C-991A-6FA7B99DCFCF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3:19:28.166" v="811" actId="14100"/>
        <pc:sldMkLst>
          <pc:docMk/>
          <pc:sldMk cId="2171145375" sldId="276"/>
        </pc:sldMkLst>
        <pc:spChg chg="mod">
          <ac:chgData name="Catherine Ata" userId="S::atacatherine@cityu.edu::03f05603-c4a0-4eec-a6cc-c910b07519ba" providerId="AD" clId="Web-{D854ABC7-352B-543A-FD7E-B3DD1ADFA6B3}" dt="2024-08-29T13:19:23.009" v="810" actId="14100"/>
          <ac:spMkLst>
            <pc:docMk/>
            <pc:sldMk cId="2171145375" sldId="276"/>
            <ac:spMk id="2" creationId="{D4065369-7529-3EBB-DDFC-7BE7CEFA1D6C}"/>
          </ac:spMkLst>
        </pc:spChg>
        <pc:spChg chg="mod">
          <ac:chgData name="Catherine Ata" userId="S::atacatherine@cityu.edu::03f05603-c4a0-4eec-a6cc-c910b07519ba" providerId="AD" clId="Web-{D854ABC7-352B-543A-FD7E-B3DD1ADFA6B3}" dt="2024-08-29T13:19:16.446" v="808" actId="14100"/>
          <ac:spMkLst>
            <pc:docMk/>
            <pc:sldMk cId="2171145375" sldId="276"/>
            <ac:spMk id="3" creationId="{6894B957-7D2F-464C-DB8B-5E3E8F5605E3}"/>
          </ac:spMkLst>
        </pc:spChg>
        <pc:picChg chg="mod">
          <ac:chgData name="Catherine Ata" userId="S::atacatherine@cityu.edu::03f05603-c4a0-4eec-a6cc-c910b07519ba" providerId="AD" clId="Web-{D854ABC7-352B-543A-FD7E-B3DD1ADFA6B3}" dt="2024-08-29T13:19:28.166" v="811" actId="14100"/>
          <ac:picMkLst>
            <pc:docMk/>
            <pc:sldMk cId="2171145375" sldId="276"/>
            <ac:picMk id="5" creationId="{B75D4CCE-DE58-FAC2-95E8-EC465A608BBD}"/>
          </ac:picMkLst>
        </pc:picChg>
      </pc:sldChg>
      <pc:sldChg chg="modSp">
        <pc:chgData name="Catherine Ata" userId="S::atacatherine@cityu.edu::03f05603-c4a0-4eec-a6cc-c910b07519ba" providerId="AD" clId="Web-{D854ABC7-352B-543A-FD7E-B3DD1ADFA6B3}" dt="2024-08-29T13:28:13.049" v="875" actId="20577"/>
        <pc:sldMkLst>
          <pc:docMk/>
          <pc:sldMk cId="1230251008" sldId="277"/>
        </pc:sldMkLst>
        <pc:spChg chg="mod">
          <ac:chgData name="Catherine Ata" userId="S::atacatherine@cityu.edu::03f05603-c4a0-4eec-a6cc-c910b07519ba" providerId="AD" clId="Web-{D854ABC7-352B-543A-FD7E-B3DD1ADFA6B3}" dt="2024-08-29T12:59:00.777" v="648" actId="1076"/>
          <ac:spMkLst>
            <pc:docMk/>
            <pc:sldMk cId="1230251008" sldId="277"/>
            <ac:spMk id="2" creationId="{D4065369-7529-3EBB-DDFC-7BE7CEFA1D6C}"/>
          </ac:spMkLst>
        </pc:spChg>
        <pc:spChg chg="mod">
          <ac:chgData name="Catherine Ata" userId="S::atacatherine@cityu.edu::03f05603-c4a0-4eec-a6cc-c910b07519ba" providerId="AD" clId="Web-{D854ABC7-352B-543A-FD7E-B3DD1ADFA6B3}" dt="2024-08-29T13:28:13.049" v="875" actId="20577"/>
          <ac:spMkLst>
            <pc:docMk/>
            <pc:sldMk cId="1230251008" sldId="277"/>
            <ac:spMk id="3" creationId="{6894B957-7D2F-464C-DB8B-5E3E8F5605E3}"/>
          </ac:spMkLst>
        </pc:spChg>
        <pc:picChg chg="mod">
          <ac:chgData name="Catherine Ata" userId="S::atacatherine@cityu.edu::03f05603-c4a0-4eec-a6cc-c910b07519ba" providerId="AD" clId="Web-{D854ABC7-352B-543A-FD7E-B3DD1ADFA6B3}" dt="2024-08-29T12:35:43.079" v="447" actId="14100"/>
          <ac:picMkLst>
            <pc:docMk/>
            <pc:sldMk cId="1230251008" sldId="277"/>
            <ac:picMk id="5" creationId="{B75D4CCE-DE58-FAC2-95E8-EC465A608BBD}"/>
          </ac:picMkLst>
        </pc:picChg>
      </pc:sldChg>
      <pc:sldChg chg="addSp delSp modSp">
        <pc:chgData name="Catherine Ata" userId="S::atacatherine@cityu.edu::03f05603-c4a0-4eec-a6cc-c910b07519ba" providerId="AD" clId="Web-{D854ABC7-352B-543A-FD7E-B3DD1ADFA6B3}" dt="2024-08-29T13:57:56.636" v="1134" actId="20577"/>
        <pc:sldMkLst>
          <pc:docMk/>
          <pc:sldMk cId="4238124489" sldId="278"/>
        </pc:sldMkLst>
        <pc:spChg chg="mod">
          <ac:chgData name="Catherine Ata" userId="S::atacatherine@cityu.edu::03f05603-c4a0-4eec-a6cc-c910b07519ba" providerId="AD" clId="Web-{D854ABC7-352B-543A-FD7E-B3DD1ADFA6B3}" dt="2024-08-29T13:57:52.761" v="1133" actId="20577"/>
          <ac:spMkLst>
            <pc:docMk/>
            <pc:sldMk cId="4238124489" sldId="278"/>
            <ac:spMk id="3" creationId="{6894B957-7D2F-464C-DB8B-5E3E8F5605E3}"/>
          </ac:spMkLst>
        </pc:spChg>
        <pc:spChg chg="add del">
          <ac:chgData name="Catherine Ata" userId="S::atacatherine@cityu.edu::03f05603-c4a0-4eec-a6cc-c910b07519ba" providerId="AD" clId="Web-{D854ABC7-352B-543A-FD7E-B3DD1ADFA6B3}" dt="2024-08-29T13:18:31.787" v="807"/>
          <ac:spMkLst>
            <pc:docMk/>
            <pc:sldMk cId="4238124489" sldId="278"/>
            <ac:spMk id="4" creationId="{4F5C8802-A33A-D634-E048-211E1D3FFE5A}"/>
          </ac:spMkLst>
        </pc:spChg>
        <pc:spChg chg="add mod">
          <ac:chgData name="Catherine Ata" userId="S::atacatherine@cityu.edu::03f05603-c4a0-4eec-a6cc-c910b07519ba" providerId="AD" clId="Web-{D854ABC7-352B-543A-FD7E-B3DD1ADFA6B3}" dt="2024-08-29T13:57:56.636" v="1134" actId="20577"/>
          <ac:spMkLst>
            <pc:docMk/>
            <pc:sldMk cId="4238124489" sldId="278"/>
            <ac:spMk id="6" creationId="{262215DD-24F7-1C1A-B148-C19A9712777F}"/>
          </ac:spMkLst>
        </pc:spChg>
        <pc:picChg chg="mod">
          <ac:chgData name="Catherine Ata" userId="S::atacatherine@cityu.edu::03f05603-c4a0-4eec-a6cc-c910b07519ba" providerId="AD" clId="Web-{D854ABC7-352B-543A-FD7E-B3DD1ADFA6B3}" dt="2024-08-29T13:24:27.657" v="863" actId="1076"/>
          <ac:picMkLst>
            <pc:docMk/>
            <pc:sldMk cId="4238124489" sldId="278"/>
            <ac:picMk id="5" creationId="{B75D4CCE-DE58-FAC2-95E8-EC465A608BBD}"/>
          </ac:picMkLst>
        </pc:picChg>
      </pc:sldChg>
    </pc:docChg>
  </pc:docChgLst>
  <pc:docChgLst>
    <pc:chgData name="Catherine Ata" userId="4e21e26771b92a65" providerId="LiveId" clId="{1AB23B09-2D3B-439D-B2F5-C15C6043F72D}"/>
    <pc:docChg chg="modSld">
      <pc:chgData name="Catherine Ata" userId="4e21e26771b92a65" providerId="LiveId" clId="{1AB23B09-2D3B-439D-B2F5-C15C6043F72D}" dt="2024-08-14T20:00:48.388" v="4"/>
      <pc:docMkLst>
        <pc:docMk/>
      </pc:docMkLst>
      <pc:sldChg chg="addSp modSp">
        <pc:chgData name="Catherine Ata" userId="4e21e26771b92a65" providerId="LiveId" clId="{1AB23B09-2D3B-439D-B2F5-C15C6043F72D}" dt="2024-08-14T20:00:26.993" v="2"/>
        <pc:sldMkLst>
          <pc:docMk/>
          <pc:sldMk cId="1862285975" sldId="268"/>
        </pc:sldMkLst>
        <pc:picChg chg="add mod">
          <ac:chgData name="Catherine Ata" userId="4e21e26771b92a65" providerId="LiveId" clId="{1AB23B09-2D3B-439D-B2F5-C15C6043F72D}" dt="2024-08-14T20:00:26.993" v="2"/>
          <ac:picMkLst>
            <pc:docMk/>
            <pc:sldMk cId="1862285975" sldId="268"/>
            <ac:picMk id="7" creationId="{64209163-99A8-7333-8989-07DD250E2670}"/>
          </ac:picMkLst>
        </pc:picChg>
      </pc:sldChg>
      <pc:sldChg chg="addSp modSp">
        <pc:chgData name="Catherine Ata" userId="4e21e26771b92a65" providerId="LiveId" clId="{1AB23B09-2D3B-439D-B2F5-C15C6043F72D}" dt="2024-08-14T20:00:33.486" v="3"/>
        <pc:sldMkLst>
          <pc:docMk/>
          <pc:sldMk cId="1528565050" sldId="270"/>
        </pc:sldMkLst>
        <pc:picChg chg="add mod">
          <ac:chgData name="Catherine Ata" userId="4e21e26771b92a65" providerId="LiveId" clId="{1AB23B09-2D3B-439D-B2F5-C15C6043F72D}" dt="2024-08-14T20:00:33.486" v="3"/>
          <ac:picMkLst>
            <pc:docMk/>
            <pc:sldMk cId="1528565050" sldId="270"/>
            <ac:picMk id="5" creationId="{11F999FE-FF5D-7D6B-2EA6-E2DBFB8088E2}"/>
          </ac:picMkLst>
        </pc:picChg>
      </pc:sldChg>
      <pc:sldChg chg="addSp modSp">
        <pc:chgData name="Catherine Ata" userId="4e21e26771b92a65" providerId="LiveId" clId="{1AB23B09-2D3B-439D-B2F5-C15C6043F72D}" dt="2024-08-14T20:00:48.388" v="4"/>
        <pc:sldMkLst>
          <pc:docMk/>
          <pc:sldMk cId="1881596083" sldId="275"/>
        </pc:sldMkLst>
        <pc:picChg chg="add mod">
          <ac:chgData name="Catherine Ata" userId="4e21e26771b92a65" providerId="LiveId" clId="{1AB23B09-2D3B-439D-B2F5-C15C6043F72D}" dt="2024-08-14T20:00:48.388" v="4"/>
          <ac:picMkLst>
            <pc:docMk/>
            <pc:sldMk cId="1881596083" sldId="275"/>
            <ac:picMk id="5" creationId="{D5A09B19-B8BE-251C-991A-6FA7B99DCFCF}"/>
          </ac:picMkLst>
        </pc:picChg>
      </pc:sldChg>
      <pc:sldChg chg="addSp modSp mod">
        <pc:chgData name="Catherine Ata" userId="4e21e26771b92a65" providerId="LiveId" clId="{1AB23B09-2D3B-439D-B2F5-C15C6043F72D}" dt="2024-08-10T14:31:55.246" v="1" actId="255"/>
        <pc:sldMkLst>
          <pc:docMk/>
          <pc:sldMk cId="2097729747" sldId="280"/>
        </pc:sldMkLst>
        <pc:spChg chg="add 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" creationId="{C94B4A30-EA5F-6867-74AF-6E01A52C81DB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6" creationId="{552C2DC6-F462-3BA2-E52D-41F0A439AD6F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7" creationId="{0AFA6ABF-C959-8D2B-7B38-DF77B18ED679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8" creationId="{27EF7AC3-C3E6-93CC-62BF-EE0260349F9A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9" creationId="{EBBBF24B-66D8-566C-A664-78BE45CB51A3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0" creationId="{8255B2FE-9C82-E32B-79CA-BEB0683C8E97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1" creationId="{1FD469D4-5943-58C1-C1BA-EE7DFBF18FD6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2" creationId="{FE431A24-07B4-C471-3516-BC18CA08B01F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3" creationId="{70C3C397-FEBD-1180-6455-DA2C0CFB9254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4" creationId="{FFBA4A28-4470-9620-D27B-4D85C10D03FD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5" creationId="{96B6091F-1375-1AE2-DB5E-B82D4B6ABF72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6" creationId="{24017C50-B095-C682-6269-113DD24597F1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7" creationId="{84746541-3B6D-DE2B-4B80-5BFC8DA5906D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8" creationId="{FF61DC0C-EC0E-F354-1B99-B0D7B6ADCD81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19" creationId="{EFA59680-35C0-D127-97AE-DC3E055BA286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0" creationId="{D61F0280-9F39-400C-C260-786380334061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1" creationId="{46D49A9E-7739-0B38-F652-74B7E33320BC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2" creationId="{5A1EC541-A789-F7A5-3B12-7F0D2C2C101C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3" creationId="{F38A3489-01F0-69AF-F39B-407E4383C20C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4" creationId="{7BE4B703-7459-1217-B7CD-BFDCD4F56C9F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5" creationId="{4E8A3917-AE8D-5045-8A60-3B824BF217D2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6" creationId="{12DD269B-345B-2B0D-2A0F-CCB333D6FDD9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7" creationId="{644DC1C4-5258-007B-71F0-5CE6213E6158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8" creationId="{2F70928D-B25B-8EE2-29A2-5C8AC2709891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29" creationId="{3444B964-9837-A3DA-6021-7646DC3F136F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30" creationId="{32EE5B20-1D9E-CC82-C408-B22140083471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31" creationId="{F288AD5C-CBD1-E179-3B65-A550F1E5EF29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32" creationId="{14103944-7C43-BD2E-5DF2-745E9AF2BEE2}"/>
          </ac:spMkLst>
        </pc:spChg>
        <pc:spChg chg="add 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33" creationId="{FC05C291-EABE-25F1-06DF-64CCDF547018}"/>
          </ac:spMkLst>
        </pc:spChg>
        <pc:spChg chg="add mod">
          <ac:chgData name="Catherine Ata" userId="4e21e26771b92a65" providerId="LiveId" clId="{1AB23B09-2D3B-439D-B2F5-C15C6043F72D}" dt="2024-08-10T14:31:55.246" v="1" actId="255"/>
          <ac:spMkLst>
            <pc:docMk/>
            <pc:sldMk cId="2097729747" sldId="280"/>
            <ac:spMk id="35" creationId="{2E39E904-5817-CC25-B119-1FC34C203D7D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37" creationId="{5C43F8EC-A97B-B33F-14FB-DEC39621DA1E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38" creationId="{0AAE9F38-2561-0DC3-0B0C-6B725D4BF9E4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39" creationId="{D366F0FD-85D3-8C46-1D93-21042F31F0F2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0" creationId="{F9BFC293-76D9-F1FA-6EAF-42810EFBA711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1" creationId="{EB638B3F-60CC-6EDE-30FA-E29F2C806802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2" creationId="{32E2C2DE-191E-0345-BFD9-B555F3503AA9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3" creationId="{77D005CD-9EAD-81CB-6431-7BB9CC0A25EF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4" creationId="{15BC8429-9DFA-94B9-32FA-D170E10984FA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5" creationId="{88718898-2843-D991-2788-B23FECD5CAB0}"/>
          </ac:spMkLst>
        </pc:spChg>
        <pc:spChg chg="mod">
          <ac:chgData name="Catherine Ata" userId="4e21e26771b92a65" providerId="LiveId" clId="{1AB23B09-2D3B-439D-B2F5-C15C6043F72D}" dt="2024-08-10T14:31:32.486" v="0"/>
          <ac:spMkLst>
            <pc:docMk/>
            <pc:sldMk cId="2097729747" sldId="280"/>
            <ac:spMk id="46" creationId="{C878F859-5D9A-9B7A-B2EB-F328FD2DC127}"/>
          </ac:spMkLst>
        </pc:spChg>
        <pc:grpChg chg="add mod">
          <ac:chgData name="Catherine Ata" userId="4e21e26771b92a65" providerId="LiveId" clId="{1AB23B09-2D3B-439D-B2F5-C15C6043F72D}" dt="2024-08-10T14:31:32.486" v="0"/>
          <ac:grpSpMkLst>
            <pc:docMk/>
            <pc:sldMk cId="2097729747" sldId="280"/>
            <ac:grpSpMk id="5" creationId="{8F163054-73BC-7ECF-4A2A-03769B76E95D}"/>
          </ac:grpSpMkLst>
        </pc:grpChg>
        <pc:grpChg chg="add mod">
          <ac:chgData name="Catherine Ata" userId="4e21e26771b92a65" providerId="LiveId" clId="{1AB23B09-2D3B-439D-B2F5-C15C6043F72D}" dt="2024-08-10T14:31:32.486" v="0"/>
          <ac:grpSpMkLst>
            <pc:docMk/>
            <pc:sldMk cId="2097729747" sldId="280"/>
            <ac:grpSpMk id="36" creationId="{A6EA15A5-A211-AFE5-F650-1F41F8CD7E25}"/>
          </ac:grpSpMkLst>
        </pc:grpChg>
        <pc:cxnChg chg="add mod">
          <ac:chgData name="Catherine Ata" userId="4e21e26771b92a65" providerId="LiveId" clId="{1AB23B09-2D3B-439D-B2F5-C15C6043F72D}" dt="2024-08-10T14:31:32.486" v="0"/>
          <ac:cxnSpMkLst>
            <pc:docMk/>
            <pc:sldMk cId="2097729747" sldId="280"/>
            <ac:cxnSpMk id="34" creationId="{94008E67-CCE6-240E-A0A5-AC90313D2706}"/>
          </ac:cxnSpMkLst>
        </pc:cxnChg>
      </pc:sldChg>
    </pc:docChg>
  </pc:docChgLst>
  <pc:docChgLst>
    <pc:chgData name="Catherine Ata" userId="4e21e26771b92a65" providerId="LiveId" clId="{155164D4-F2BE-4BE6-A90C-3D32F8D25B79}"/>
    <pc:docChg chg="undo custSel addSld delSld modSld sldOrd">
      <pc:chgData name="Catherine Ata" userId="4e21e26771b92a65" providerId="LiveId" clId="{155164D4-F2BE-4BE6-A90C-3D32F8D25B79}" dt="2024-06-05T20:54:13.016" v="2650" actId="14100"/>
      <pc:docMkLst>
        <pc:docMk/>
      </pc:docMkLst>
      <pc:sldChg chg="addSp delSp modSp mod">
        <pc:chgData name="Catherine Ata" userId="4e21e26771b92a65" providerId="LiveId" clId="{155164D4-F2BE-4BE6-A90C-3D32F8D25B79}" dt="2024-06-05T17:17:53.416" v="1443" actId="1076"/>
        <pc:sldMkLst>
          <pc:docMk/>
          <pc:sldMk cId="1327729862" sldId="259"/>
        </pc:sldMkLst>
        <pc:spChg chg="mod">
          <ac:chgData name="Catherine Ata" userId="4e21e26771b92a65" providerId="LiveId" clId="{155164D4-F2BE-4BE6-A90C-3D32F8D25B79}" dt="2024-06-05T16:41:17.914" v="912" actId="14100"/>
          <ac:spMkLst>
            <pc:docMk/>
            <pc:sldMk cId="1327729862" sldId="259"/>
            <ac:spMk id="2" creationId="{D4065369-7529-3EBB-DDFC-7BE7CEFA1D6C}"/>
          </ac:spMkLst>
        </pc:spChg>
        <pc:spChg chg="mod">
          <ac:chgData name="Catherine Ata" userId="4e21e26771b92a65" providerId="LiveId" clId="{155164D4-F2BE-4BE6-A90C-3D32F8D25B79}" dt="2024-06-05T17:17:35.368" v="1441" actId="14100"/>
          <ac:spMkLst>
            <pc:docMk/>
            <pc:sldMk cId="1327729862" sldId="259"/>
            <ac:spMk id="3" creationId="{6894B957-7D2F-464C-DB8B-5E3E8F5605E3}"/>
          </ac:spMkLst>
        </pc:spChg>
        <pc:spChg chg="del mod">
          <ac:chgData name="Catherine Ata" userId="4e21e26771b92a65" providerId="LiveId" clId="{155164D4-F2BE-4BE6-A90C-3D32F8D25B79}" dt="2024-06-05T16:41:26.780" v="913" actId="478"/>
          <ac:spMkLst>
            <pc:docMk/>
            <pc:sldMk cId="1327729862" sldId="259"/>
            <ac:spMk id="4" creationId="{008CC66E-255E-8999-4618-8164A7128507}"/>
          </ac:spMkLst>
        </pc:spChg>
        <pc:picChg chg="add del mod">
          <ac:chgData name="Catherine Ata" userId="4e21e26771b92a65" providerId="LiveId" clId="{155164D4-F2BE-4BE6-A90C-3D32F8D25B79}" dt="2024-06-05T16:48:42.225" v="924" actId="478"/>
          <ac:picMkLst>
            <pc:docMk/>
            <pc:sldMk cId="1327729862" sldId="259"/>
            <ac:picMk id="6" creationId="{40C97FF9-2950-8316-3AAD-6D6EED3EA4E6}"/>
          </ac:picMkLst>
        </pc:picChg>
        <pc:picChg chg="add del mod modCrop">
          <ac:chgData name="Catherine Ata" userId="4e21e26771b92a65" providerId="LiveId" clId="{155164D4-F2BE-4BE6-A90C-3D32F8D25B79}" dt="2024-06-05T16:54:01.574" v="960" actId="21"/>
          <ac:picMkLst>
            <pc:docMk/>
            <pc:sldMk cId="1327729862" sldId="259"/>
            <ac:picMk id="8" creationId="{F875039D-8716-C816-2213-6A09301CC50E}"/>
          </ac:picMkLst>
        </pc:picChg>
        <pc:picChg chg="add mod modCrop">
          <ac:chgData name="Catherine Ata" userId="4e21e26771b92a65" providerId="LiveId" clId="{155164D4-F2BE-4BE6-A90C-3D32F8D25B79}" dt="2024-06-05T17:16:48.303" v="1401" actId="1076"/>
          <ac:picMkLst>
            <pc:docMk/>
            <pc:sldMk cId="1327729862" sldId="259"/>
            <ac:picMk id="10" creationId="{87759168-4503-7934-BC0B-3163890DB2F9}"/>
          </ac:picMkLst>
        </pc:picChg>
        <pc:picChg chg="add mod">
          <ac:chgData name="Catherine Ata" userId="4e21e26771b92a65" providerId="LiveId" clId="{155164D4-F2BE-4BE6-A90C-3D32F8D25B79}" dt="2024-06-05T17:17:39.248" v="1442" actId="1076"/>
          <ac:picMkLst>
            <pc:docMk/>
            <pc:sldMk cId="1327729862" sldId="259"/>
            <ac:picMk id="12" creationId="{1767CDB9-2966-162F-4F73-F09CB2AF349D}"/>
          </ac:picMkLst>
        </pc:picChg>
        <pc:picChg chg="add mod modCrop">
          <ac:chgData name="Catherine Ata" userId="4e21e26771b92a65" providerId="LiveId" clId="{155164D4-F2BE-4BE6-A90C-3D32F8D25B79}" dt="2024-06-05T17:17:53.416" v="1443" actId="1076"/>
          <ac:picMkLst>
            <pc:docMk/>
            <pc:sldMk cId="1327729862" sldId="259"/>
            <ac:picMk id="14" creationId="{FA42D89B-FC70-6CAD-33AF-F2CEE2641311}"/>
          </ac:picMkLst>
        </pc:picChg>
        <pc:picChg chg="add mod modCrop">
          <ac:chgData name="Catherine Ata" userId="4e21e26771b92a65" providerId="LiveId" clId="{155164D4-F2BE-4BE6-A90C-3D32F8D25B79}" dt="2024-06-05T17:17:29.886" v="1440" actId="1076"/>
          <ac:picMkLst>
            <pc:docMk/>
            <pc:sldMk cId="1327729862" sldId="259"/>
            <ac:picMk id="16" creationId="{E326F808-B075-12F4-C4C2-E93AF506B985}"/>
          </ac:picMkLst>
        </pc:picChg>
      </pc:sldChg>
      <pc:sldChg chg="addSp delSp modSp mod">
        <pc:chgData name="Catherine Ata" userId="4e21e26771b92a65" providerId="LiveId" clId="{155164D4-F2BE-4BE6-A90C-3D32F8D25B79}" dt="2024-06-05T15:59:10.246" v="46" actId="1076"/>
        <pc:sldMkLst>
          <pc:docMk/>
          <pc:sldMk cId="1311284454" sldId="260"/>
        </pc:sldMkLst>
        <pc:spChg chg="mod">
          <ac:chgData name="Catherine Ata" userId="4e21e26771b92a65" providerId="LiveId" clId="{155164D4-F2BE-4BE6-A90C-3D32F8D25B79}" dt="2024-06-05T15:54:43.387" v="15" actId="20577"/>
          <ac:spMkLst>
            <pc:docMk/>
            <pc:sldMk cId="1311284454" sldId="260"/>
            <ac:spMk id="3" creationId="{6894B957-7D2F-464C-DB8B-5E3E8F5605E3}"/>
          </ac:spMkLst>
        </pc:spChg>
        <pc:spChg chg="add mod">
          <ac:chgData name="Catherine Ata" userId="4e21e26771b92a65" providerId="LiveId" clId="{155164D4-F2BE-4BE6-A90C-3D32F8D25B79}" dt="2024-06-05T15:57:14.237" v="26" actId="14100"/>
          <ac:spMkLst>
            <pc:docMk/>
            <pc:sldMk cId="1311284454" sldId="260"/>
            <ac:spMk id="7" creationId="{61F4E968-A6DB-EA99-0382-FB3020B0BA54}"/>
          </ac:spMkLst>
        </pc:spChg>
        <pc:spChg chg="add del mod">
          <ac:chgData name="Catherine Ata" userId="4e21e26771b92a65" providerId="LiveId" clId="{155164D4-F2BE-4BE6-A90C-3D32F8D25B79}" dt="2024-06-05T15:59:02.235" v="44" actId="478"/>
          <ac:spMkLst>
            <pc:docMk/>
            <pc:sldMk cId="1311284454" sldId="260"/>
            <ac:spMk id="10" creationId="{653330CD-7CEB-7A85-4F9B-20620FA80F0B}"/>
          </ac:spMkLst>
        </pc:spChg>
        <pc:spChg chg="add mod">
          <ac:chgData name="Catherine Ata" userId="4e21e26771b92a65" providerId="LiveId" clId="{155164D4-F2BE-4BE6-A90C-3D32F8D25B79}" dt="2024-06-05T15:58:43.740" v="40" actId="14100"/>
          <ac:spMkLst>
            <pc:docMk/>
            <pc:sldMk cId="1311284454" sldId="260"/>
            <ac:spMk id="11" creationId="{EFE7DC5B-E639-A169-FDD2-76FD1EF066DD}"/>
          </ac:spMkLst>
        </pc:spChg>
        <pc:spChg chg="add mod">
          <ac:chgData name="Catherine Ata" userId="4e21e26771b92a65" providerId="LiveId" clId="{155164D4-F2BE-4BE6-A90C-3D32F8D25B79}" dt="2024-06-05T15:59:10.246" v="46" actId="1076"/>
          <ac:spMkLst>
            <pc:docMk/>
            <pc:sldMk cId="1311284454" sldId="260"/>
            <ac:spMk id="12" creationId="{191DF92C-E0AA-BBBB-B3C0-532AC3F9EE23}"/>
          </ac:spMkLst>
        </pc:spChg>
        <pc:picChg chg="add mod">
          <ac:chgData name="Catherine Ata" userId="4e21e26771b92a65" providerId="LiveId" clId="{155164D4-F2BE-4BE6-A90C-3D32F8D25B79}" dt="2024-06-05T15:57:07.225" v="25" actId="14100"/>
          <ac:picMkLst>
            <pc:docMk/>
            <pc:sldMk cId="1311284454" sldId="260"/>
            <ac:picMk id="6" creationId="{FED75ECA-8039-74FA-6732-5504F99A2EE8}"/>
          </ac:picMkLst>
        </pc:picChg>
        <pc:picChg chg="add mod">
          <ac:chgData name="Catherine Ata" userId="4e21e26771b92a65" providerId="LiveId" clId="{155164D4-F2BE-4BE6-A90C-3D32F8D25B79}" dt="2024-06-05T15:58:48.849" v="41" actId="1076"/>
          <ac:picMkLst>
            <pc:docMk/>
            <pc:sldMk cId="1311284454" sldId="260"/>
            <ac:picMk id="9" creationId="{03B5B92A-46EA-02EA-F827-016FF95B56A0}"/>
          </ac:picMkLst>
        </pc:picChg>
      </pc:sldChg>
      <pc:sldChg chg="addSp delSp modSp add mod ord">
        <pc:chgData name="Catherine Ata" userId="4e21e26771b92a65" providerId="LiveId" clId="{155164D4-F2BE-4BE6-A90C-3D32F8D25B79}" dt="2024-06-05T20:54:13.016" v="2650" actId="14100"/>
        <pc:sldMkLst>
          <pc:docMk/>
          <pc:sldMk cId="1322114377" sldId="265"/>
        </pc:sldMkLst>
        <pc:spChg chg="mod">
          <ac:chgData name="Catherine Ata" userId="4e21e26771b92a65" providerId="LiveId" clId="{155164D4-F2BE-4BE6-A90C-3D32F8D25B79}" dt="2024-06-05T20:54:13.016" v="2650" actId="14100"/>
          <ac:spMkLst>
            <pc:docMk/>
            <pc:sldMk cId="1322114377" sldId="265"/>
            <ac:spMk id="3" creationId="{6894B957-7D2F-464C-DB8B-5E3E8F5605E3}"/>
          </ac:spMkLst>
        </pc:spChg>
        <pc:spChg chg="del">
          <ac:chgData name="Catherine Ata" userId="4e21e26771b92a65" providerId="LiveId" clId="{155164D4-F2BE-4BE6-A90C-3D32F8D25B79}" dt="2024-06-05T16:05:38.390" v="187" actId="478"/>
          <ac:spMkLst>
            <pc:docMk/>
            <pc:sldMk cId="1322114377" sldId="265"/>
            <ac:spMk id="7" creationId="{61F4E968-A6DB-EA99-0382-FB3020B0BA54}"/>
          </ac:spMkLst>
        </pc:spChg>
        <pc:spChg chg="del mod">
          <ac:chgData name="Catherine Ata" userId="4e21e26771b92a65" providerId="LiveId" clId="{155164D4-F2BE-4BE6-A90C-3D32F8D25B79}" dt="2024-06-05T16:05:31.751" v="184" actId="478"/>
          <ac:spMkLst>
            <pc:docMk/>
            <pc:sldMk cId="1322114377" sldId="265"/>
            <ac:spMk id="11" creationId="{EFE7DC5B-E639-A169-FDD2-76FD1EF066DD}"/>
          </ac:spMkLst>
        </pc:spChg>
        <pc:spChg chg="del">
          <ac:chgData name="Catherine Ata" userId="4e21e26771b92a65" providerId="LiveId" clId="{155164D4-F2BE-4BE6-A90C-3D32F8D25B79}" dt="2024-06-05T16:05:32.888" v="185" actId="478"/>
          <ac:spMkLst>
            <pc:docMk/>
            <pc:sldMk cId="1322114377" sldId="265"/>
            <ac:spMk id="12" creationId="{191DF92C-E0AA-BBBB-B3C0-532AC3F9EE23}"/>
          </ac:spMkLst>
        </pc:spChg>
        <pc:spChg chg="add del mod">
          <ac:chgData name="Catherine Ata" userId="4e21e26771b92a65" providerId="LiveId" clId="{155164D4-F2BE-4BE6-A90C-3D32F8D25B79}" dt="2024-06-05T16:24:20.769" v="558" actId="478"/>
          <ac:spMkLst>
            <pc:docMk/>
            <pc:sldMk cId="1322114377" sldId="265"/>
            <ac:spMk id="16" creationId="{EF0985EE-BD21-2869-709D-AEF0B778BC21}"/>
          </ac:spMkLst>
        </pc:spChg>
        <pc:spChg chg="add del mod">
          <ac:chgData name="Catherine Ata" userId="4e21e26771b92a65" providerId="LiveId" clId="{155164D4-F2BE-4BE6-A90C-3D32F8D25B79}" dt="2024-06-05T16:10:42.862" v="339" actId="478"/>
          <ac:spMkLst>
            <pc:docMk/>
            <pc:sldMk cId="1322114377" sldId="265"/>
            <ac:spMk id="17" creationId="{5465C910-4FE6-0B05-B2AB-7375C1F847B8}"/>
          </ac:spMkLst>
        </pc:spChg>
        <pc:spChg chg="add del mod">
          <ac:chgData name="Catherine Ata" userId="4e21e26771b92a65" providerId="LiveId" clId="{155164D4-F2BE-4BE6-A90C-3D32F8D25B79}" dt="2024-06-05T16:25:17.745" v="565" actId="478"/>
          <ac:spMkLst>
            <pc:docMk/>
            <pc:sldMk cId="1322114377" sldId="265"/>
            <ac:spMk id="18" creationId="{B01805DE-EFD4-3EE5-C8EA-354CC27A4BFA}"/>
          </ac:spMkLst>
        </pc:spChg>
        <pc:spChg chg="add mod">
          <ac:chgData name="Catherine Ata" userId="4e21e26771b92a65" providerId="LiveId" clId="{155164D4-F2BE-4BE6-A90C-3D32F8D25B79}" dt="2024-06-05T16:25:51.896" v="572" actId="1036"/>
          <ac:spMkLst>
            <pc:docMk/>
            <pc:sldMk cId="1322114377" sldId="265"/>
            <ac:spMk id="21" creationId="{B95D995F-3C81-7C79-F5E8-3B755EBB0329}"/>
          </ac:spMkLst>
        </pc:spChg>
        <pc:picChg chg="del mod">
          <ac:chgData name="Catherine Ata" userId="4e21e26771b92a65" providerId="LiveId" clId="{155164D4-F2BE-4BE6-A90C-3D32F8D25B79}" dt="2024-06-05T15:59:59.057" v="50" actId="478"/>
          <ac:picMkLst>
            <pc:docMk/>
            <pc:sldMk cId="1322114377" sldId="265"/>
            <ac:picMk id="6" creationId="{FED75ECA-8039-74FA-6732-5504F99A2EE8}"/>
          </ac:picMkLst>
        </pc:picChg>
        <pc:picChg chg="add del mod">
          <ac:chgData name="Catherine Ata" userId="4e21e26771b92a65" providerId="LiveId" clId="{155164D4-F2BE-4BE6-A90C-3D32F8D25B79}" dt="2024-06-05T16:14:17.781" v="370" actId="478"/>
          <ac:picMkLst>
            <pc:docMk/>
            <pc:sldMk cId="1322114377" sldId="265"/>
            <ac:picMk id="8" creationId="{51EFFCC5-9F72-65E2-0B24-17E180C7D283}"/>
          </ac:picMkLst>
        </pc:picChg>
        <pc:picChg chg="del">
          <ac:chgData name="Catherine Ata" userId="4e21e26771b92a65" providerId="LiveId" clId="{155164D4-F2BE-4BE6-A90C-3D32F8D25B79}" dt="2024-06-05T16:00:00.536" v="51" actId="478"/>
          <ac:picMkLst>
            <pc:docMk/>
            <pc:sldMk cId="1322114377" sldId="265"/>
            <ac:picMk id="9" creationId="{03B5B92A-46EA-02EA-F827-016FF95B56A0}"/>
          </ac:picMkLst>
        </pc:picChg>
        <pc:picChg chg="add del mod">
          <ac:chgData name="Catherine Ata" userId="4e21e26771b92a65" providerId="LiveId" clId="{155164D4-F2BE-4BE6-A90C-3D32F8D25B79}" dt="2024-06-05T16:14:19.853" v="371" actId="478"/>
          <ac:picMkLst>
            <pc:docMk/>
            <pc:sldMk cId="1322114377" sldId="265"/>
            <ac:picMk id="13" creationId="{22E4F860-9BA8-B383-3DD5-3A1F24B1DE86}"/>
          </ac:picMkLst>
        </pc:picChg>
        <pc:picChg chg="add del mod">
          <ac:chgData name="Catherine Ata" userId="4e21e26771b92a65" providerId="LiveId" clId="{155164D4-F2BE-4BE6-A90C-3D32F8D25B79}" dt="2024-06-05T16:16:12.235" v="375" actId="478"/>
          <ac:picMkLst>
            <pc:docMk/>
            <pc:sldMk cId="1322114377" sldId="265"/>
            <ac:picMk id="15" creationId="{3513F6EE-CAFC-040C-8430-A515E2C2B1F1}"/>
          </ac:picMkLst>
        </pc:picChg>
        <pc:picChg chg="add del mod">
          <ac:chgData name="Catherine Ata" userId="4e21e26771b92a65" providerId="LiveId" clId="{155164D4-F2BE-4BE6-A90C-3D32F8D25B79}" dt="2024-06-05T16:22:22.785" v="508" actId="478"/>
          <ac:picMkLst>
            <pc:docMk/>
            <pc:sldMk cId="1322114377" sldId="265"/>
            <ac:picMk id="20" creationId="{706FC7D2-D6EB-E71C-CB17-CB1842F49BE6}"/>
          </ac:picMkLst>
        </pc:picChg>
        <pc:picChg chg="add mod">
          <ac:chgData name="Catherine Ata" userId="4e21e26771b92a65" providerId="LiveId" clId="{155164D4-F2BE-4BE6-A90C-3D32F8D25B79}" dt="2024-06-05T16:24:33.486" v="561" actId="1076"/>
          <ac:picMkLst>
            <pc:docMk/>
            <pc:sldMk cId="1322114377" sldId="265"/>
            <ac:picMk id="23" creationId="{D25DD8FC-AB9C-D312-9AF6-FB04B663005B}"/>
          </ac:picMkLst>
        </pc:picChg>
        <pc:picChg chg="add mod">
          <ac:chgData name="Catherine Ata" userId="4e21e26771b92a65" providerId="LiveId" clId="{155164D4-F2BE-4BE6-A90C-3D32F8D25B79}" dt="2024-06-05T16:24:40.417" v="563" actId="14100"/>
          <ac:picMkLst>
            <pc:docMk/>
            <pc:sldMk cId="1322114377" sldId="265"/>
            <ac:picMk id="24" creationId="{D7356E01-3C5B-9E88-2370-F348D62A4662}"/>
          </ac:picMkLst>
        </pc:picChg>
      </pc:sldChg>
      <pc:sldChg chg="addSp modSp add mod">
        <pc:chgData name="Catherine Ata" userId="4e21e26771b92a65" providerId="LiveId" clId="{155164D4-F2BE-4BE6-A90C-3D32F8D25B79}" dt="2024-06-05T16:13:30.887" v="366" actId="14100"/>
        <pc:sldMkLst>
          <pc:docMk/>
          <pc:sldMk cId="3854970359" sldId="266"/>
        </pc:sldMkLst>
        <pc:spChg chg="mod">
          <ac:chgData name="Catherine Ata" userId="4e21e26771b92a65" providerId="LiveId" clId="{155164D4-F2BE-4BE6-A90C-3D32F8D25B79}" dt="2024-06-05T16:12:43.997" v="352" actId="20577"/>
          <ac:spMkLst>
            <pc:docMk/>
            <pc:sldMk cId="3854970359" sldId="266"/>
            <ac:spMk id="3" creationId="{6894B957-7D2F-464C-DB8B-5E3E8F5605E3}"/>
          </ac:spMkLst>
        </pc:spChg>
        <pc:picChg chg="add mod">
          <ac:chgData name="Catherine Ata" userId="4e21e26771b92a65" providerId="LiveId" clId="{155164D4-F2BE-4BE6-A90C-3D32F8D25B79}" dt="2024-06-05T16:13:30.887" v="366" actId="14100"/>
          <ac:picMkLst>
            <pc:docMk/>
            <pc:sldMk cId="3854970359" sldId="266"/>
            <ac:picMk id="6" creationId="{E405B335-32F5-EA43-9A77-A75A069ED3B8}"/>
          </ac:picMkLst>
        </pc:picChg>
        <pc:picChg chg="mod modCrop">
          <ac:chgData name="Catherine Ata" userId="4e21e26771b92a65" providerId="LiveId" clId="{155164D4-F2BE-4BE6-A90C-3D32F8D25B79}" dt="2024-06-05T16:13:16.418" v="363" actId="1076"/>
          <ac:picMkLst>
            <pc:docMk/>
            <pc:sldMk cId="3854970359" sldId="266"/>
            <ac:picMk id="8" creationId="{51EFFCC5-9F72-65E2-0B24-17E180C7D283}"/>
          </ac:picMkLst>
        </pc:picChg>
      </pc:sldChg>
      <pc:sldChg chg="addSp delSp modSp add mod">
        <pc:chgData name="Catherine Ata" userId="4e21e26771b92a65" providerId="LiveId" clId="{155164D4-F2BE-4BE6-A90C-3D32F8D25B79}" dt="2024-06-05T16:38:49.380" v="908" actId="14100"/>
        <pc:sldMkLst>
          <pc:docMk/>
          <pc:sldMk cId="3882248631" sldId="267"/>
        </pc:sldMkLst>
        <pc:spChg chg="mod">
          <ac:chgData name="Catherine Ata" userId="4e21e26771b92a65" providerId="LiveId" clId="{155164D4-F2BE-4BE6-A90C-3D32F8D25B79}" dt="2024-06-05T16:38:18.438" v="900" actId="20577"/>
          <ac:spMkLst>
            <pc:docMk/>
            <pc:sldMk cId="3882248631" sldId="267"/>
            <ac:spMk id="3" creationId="{6894B957-7D2F-464C-DB8B-5E3E8F5605E3}"/>
          </ac:spMkLst>
        </pc:spChg>
        <pc:spChg chg="add mod">
          <ac:chgData name="Catherine Ata" userId="4e21e26771b92a65" providerId="LiveId" clId="{155164D4-F2BE-4BE6-A90C-3D32F8D25B79}" dt="2024-06-05T16:38:49.380" v="908" actId="14100"/>
          <ac:spMkLst>
            <pc:docMk/>
            <pc:sldMk cId="3882248631" sldId="267"/>
            <ac:spMk id="13" creationId="{4C998ACC-DCC5-D966-625E-DC2594E62BFA}"/>
          </ac:spMkLst>
        </pc:spChg>
        <pc:spChg chg="del">
          <ac:chgData name="Catherine Ata" userId="4e21e26771b92a65" providerId="LiveId" clId="{155164D4-F2BE-4BE6-A90C-3D32F8D25B79}" dt="2024-06-05T16:26:17.906" v="576" actId="478"/>
          <ac:spMkLst>
            <pc:docMk/>
            <pc:sldMk cId="3882248631" sldId="267"/>
            <ac:spMk id="21" creationId="{B95D995F-3C81-7C79-F5E8-3B755EBB0329}"/>
          </ac:spMkLst>
        </pc:spChg>
        <pc:picChg chg="add mod modCrop">
          <ac:chgData name="Catherine Ata" userId="4e21e26771b92a65" providerId="LiveId" clId="{155164D4-F2BE-4BE6-A90C-3D32F8D25B79}" dt="2024-06-05T16:31:01.287" v="661" actId="1036"/>
          <ac:picMkLst>
            <pc:docMk/>
            <pc:sldMk cId="3882248631" sldId="267"/>
            <ac:picMk id="6" creationId="{E6EAD646-362B-D24A-C73C-7BF68A9032CD}"/>
          </ac:picMkLst>
        </pc:picChg>
        <pc:picChg chg="add mod modCrop">
          <ac:chgData name="Catherine Ata" userId="4e21e26771b92a65" providerId="LiveId" clId="{155164D4-F2BE-4BE6-A90C-3D32F8D25B79}" dt="2024-06-05T16:30:38.975" v="650" actId="1036"/>
          <ac:picMkLst>
            <pc:docMk/>
            <pc:sldMk cId="3882248631" sldId="267"/>
            <ac:picMk id="8" creationId="{4F132E48-F942-5DF0-5181-2D3947CB2386}"/>
          </ac:picMkLst>
        </pc:picChg>
        <pc:picChg chg="add mod modCrop">
          <ac:chgData name="Catherine Ata" userId="4e21e26771b92a65" providerId="LiveId" clId="{155164D4-F2BE-4BE6-A90C-3D32F8D25B79}" dt="2024-06-05T16:38:28.236" v="903" actId="1076"/>
          <ac:picMkLst>
            <pc:docMk/>
            <pc:sldMk cId="3882248631" sldId="267"/>
            <ac:picMk id="10" creationId="{A98F65DB-8CF4-7CEC-1E78-A32BB6C27A7F}"/>
          </ac:picMkLst>
        </pc:picChg>
        <pc:picChg chg="add mod">
          <ac:chgData name="Catherine Ata" userId="4e21e26771b92a65" providerId="LiveId" clId="{155164D4-F2BE-4BE6-A90C-3D32F8D25B79}" dt="2024-06-05T16:38:46.278" v="907" actId="1076"/>
          <ac:picMkLst>
            <pc:docMk/>
            <pc:sldMk cId="3882248631" sldId="267"/>
            <ac:picMk id="12" creationId="{ACE3E2FB-60FD-8944-C22D-7C1B603F8BBD}"/>
          </ac:picMkLst>
        </pc:picChg>
        <pc:picChg chg="del">
          <ac:chgData name="Catherine Ata" userId="4e21e26771b92a65" providerId="LiveId" clId="{155164D4-F2BE-4BE6-A90C-3D32F8D25B79}" dt="2024-06-05T16:29:49.095" v="638" actId="478"/>
          <ac:picMkLst>
            <pc:docMk/>
            <pc:sldMk cId="3882248631" sldId="267"/>
            <ac:picMk id="23" creationId="{D25DD8FC-AB9C-D312-9AF6-FB04B663005B}"/>
          </ac:picMkLst>
        </pc:picChg>
        <pc:picChg chg="del">
          <ac:chgData name="Catherine Ata" userId="4e21e26771b92a65" providerId="LiveId" clId="{155164D4-F2BE-4BE6-A90C-3D32F8D25B79}" dt="2024-06-05T16:31:24.863" v="662" actId="478"/>
          <ac:picMkLst>
            <pc:docMk/>
            <pc:sldMk cId="3882248631" sldId="267"/>
            <ac:picMk id="24" creationId="{D7356E01-3C5B-9E88-2370-F348D62A4662}"/>
          </ac:picMkLst>
        </pc:picChg>
      </pc:sldChg>
      <pc:sldChg chg="addSp delSp modSp new mod ord">
        <pc:chgData name="Catherine Ata" userId="4e21e26771b92a65" providerId="LiveId" clId="{155164D4-F2BE-4BE6-A90C-3D32F8D25B79}" dt="2024-06-05T17:01:24.511" v="1016" actId="1036"/>
        <pc:sldMkLst>
          <pc:docMk/>
          <pc:sldMk cId="1862285975" sldId="268"/>
        </pc:sldMkLst>
        <pc:spChg chg="mod">
          <ac:chgData name="Catherine Ata" userId="4e21e26771b92a65" providerId="LiveId" clId="{155164D4-F2BE-4BE6-A90C-3D32F8D25B79}" dt="2024-06-05T16:52:51.097" v="949" actId="14100"/>
          <ac:spMkLst>
            <pc:docMk/>
            <pc:sldMk cId="1862285975" sldId="268"/>
            <ac:spMk id="2" creationId="{873E1B16-D9B7-0D11-D762-2A06DDF40E93}"/>
          </ac:spMkLst>
        </pc:spChg>
        <pc:spChg chg="mod">
          <ac:chgData name="Catherine Ata" userId="4e21e26771b92a65" providerId="LiveId" clId="{155164D4-F2BE-4BE6-A90C-3D32F8D25B79}" dt="2024-06-05T16:58:01.688" v="987" actId="14100"/>
          <ac:spMkLst>
            <pc:docMk/>
            <pc:sldMk cId="1862285975" sldId="268"/>
            <ac:spMk id="3" creationId="{2C91D59D-4F64-7B67-7336-BE17B61A38DD}"/>
          </ac:spMkLst>
        </pc:spChg>
        <pc:spChg chg="mod">
          <ac:chgData name="Catherine Ata" userId="4e21e26771b92a65" providerId="LiveId" clId="{155164D4-F2BE-4BE6-A90C-3D32F8D25B79}" dt="2024-06-05T16:58:26.875" v="991" actId="14100"/>
          <ac:spMkLst>
            <pc:docMk/>
            <pc:sldMk cId="1862285975" sldId="268"/>
            <ac:spMk id="4" creationId="{9D104AD4-A9E9-40AF-B81B-9F6F3C8DB5FE}"/>
          </ac:spMkLst>
        </pc:spChg>
        <pc:spChg chg="mod">
          <ac:chgData name="Catherine Ata" userId="4e21e26771b92a65" providerId="LiveId" clId="{155164D4-F2BE-4BE6-A90C-3D32F8D25B79}" dt="2024-06-05T16:58:47.537" v="994" actId="14100"/>
          <ac:spMkLst>
            <pc:docMk/>
            <pc:sldMk cId="1862285975" sldId="268"/>
            <ac:spMk id="5" creationId="{5A360324-9FDB-C638-DF8F-831E83B2B2B0}"/>
          </ac:spMkLst>
        </pc:spChg>
        <pc:spChg chg="mod">
          <ac:chgData name="Catherine Ata" userId="4e21e26771b92a65" providerId="LiveId" clId="{155164D4-F2BE-4BE6-A90C-3D32F8D25B79}" dt="2024-06-05T16:59:08.137" v="998" actId="948"/>
          <ac:spMkLst>
            <pc:docMk/>
            <pc:sldMk cId="1862285975" sldId="268"/>
            <ac:spMk id="6" creationId="{DFAAA593-D1FE-760F-F803-A37467A46100}"/>
          </ac:spMkLst>
        </pc:spChg>
        <pc:picChg chg="add del mod">
          <ac:chgData name="Catherine Ata" userId="4e21e26771b92a65" providerId="LiveId" clId="{155164D4-F2BE-4BE6-A90C-3D32F8D25B79}" dt="2024-06-05T16:57:39.296" v="981" actId="478"/>
          <ac:picMkLst>
            <pc:docMk/>
            <pc:sldMk cId="1862285975" sldId="268"/>
            <ac:picMk id="8" creationId="{F875039D-8716-C816-2213-6A09301CC50E}"/>
          </ac:picMkLst>
        </pc:picChg>
        <pc:picChg chg="add del mod">
          <ac:chgData name="Catherine Ata" userId="4e21e26771b92a65" providerId="LiveId" clId="{155164D4-F2BE-4BE6-A90C-3D32F8D25B79}" dt="2024-06-05T17:00:02.567" v="1001" actId="478"/>
          <ac:picMkLst>
            <pc:docMk/>
            <pc:sldMk cId="1862285975" sldId="268"/>
            <ac:picMk id="9" creationId="{45531C99-A7E0-0117-01F9-F5545EF5580F}"/>
          </ac:picMkLst>
        </pc:picChg>
        <pc:picChg chg="add mod">
          <ac:chgData name="Catherine Ata" userId="4e21e26771b92a65" providerId="LiveId" clId="{155164D4-F2BE-4BE6-A90C-3D32F8D25B79}" dt="2024-06-05T16:58:33.150" v="992" actId="1076"/>
          <ac:picMkLst>
            <pc:docMk/>
            <pc:sldMk cId="1862285975" sldId="268"/>
            <ac:picMk id="11" creationId="{4E173C92-94EF-2408-8C95-12D97E376C89}"/>
          </ac:picMkLst>
        </pc:picChg>
        <pc:picChg chg="add mod">
          <ac:chgData name="Catherine Ata" userId="4e21e26771b92a65" providerId="LiveId" clId="{155164D4-F2BE-4BE6-A90C-3D32F8D25B79}" dt="2024-06-05T17:01:24.511" v="1016" actId="1036"/>
          <ac:picMkLst>
            <pc:docMk/>
            <pc:sldMk cId="1862285975" sldId="268"/>
            <ac:picMk id="13" creationId="{D208CC34-A228-97A6-2768-8AD6450C0239}"/>
          </ac:picMkLst>
        </pc:picChg>
        <pc:picChg chg="add mod">
          <ac:chgData name="Catherine Ata" userId="4e21e26771b92a65" providerId="LiveId" clId="{155164D4-F2BE-4BE6-A90C-3D32F8D25B79}" dt="2024-06-05T17:01:24.511" v="1016" actId="1036"/>
          <ac:picMkLst>
            <pc:docMk/>
            <pc:sldMk cId="1862285975" sldId="268"/>
            <ac:picMk id="15" creationId="{E2043C66-3D1E-1836-5E57-441B9779D52B}"/>
          </ac:picMkLst>
        </pc:picChg>
      </pc:sldChg>
      <pc:sldChg chg="addSp delSp modSp add mod ord">
        <pc:chgData name="Catherine Ata" userId="4e21e26771b92a65" providerId="LiveId" clId="{155164D4-F2BE-4BE6-A90C-3D32F8D25B79}" dt="2024-06-05T17:28:26.078" v="1606" actId="20577"/>
        <pc:sldMkLst>
          <pc:docMk/>
          <pc:sldMk cId="4284378678" sldId="269"/>
        </pc:sldMkLst>
        <pc:spChg chg="mod">
          <ac:chgData name="Catherine Ata" userId="4e21e26771b92a65" providerId="LiveId" clId="{155164D4-F2BE-4BE6-A90C-3D32F8D25B79}" dt="2024-06-05T17:26:47.310" v="1587" actId="20577"/>
          <ac:spMkLst>
            <pc:docMk/>
            <pc:sldMk cId="4284378678" sldId="269"/>
            <ac:spMk id="2" creationId="{D4065369-7529-3EBB-DDFC-7BE7CEFA1D6C}"/>
          </ac:spMkLst>
        </pc:spChg>
        <pc:spChg chg="mod">
          <ac:chgData name="Catherine Ata" userId="4e21e26771b92a65" providerId="LiveId" clId="{155164D4-F2BE-4BE6-A90C-3D32F8D25B79}" dt="2024-06-05T17:28:26.078" v="1606" actId="20577"/>
          <ac:spMkLst>
            <pc:docMk/>
            <pc:sldMk cId="4284378678" sldId="269"/>
            <ac:spMk id="3" creationId="{6894B957-7D2F-464C-DB8B-5E3E8F5605E3}"/>
          </ac:spMkLst>
        </pc:spChg>
        <pc:picChg chg="add del mod">
          <ac:chgData name="Catherine Ata" userId="4e21e26771b92a65" providerId="LiveId" clId="{155164D4-F2BE-4BE6-A90C-3D32F8D25B79}" dt="2024-06-05T17:24:48.453" v="1557" actId="21"/>
          <ac:picMkLst>
            <pc:docMk/>
            <pc:sldMk cId="4284378678" sldId="269"/>
            <ac:picMk id="6" creationId="{E2329D2D-0067-3996-39EB-B2088DAABA55}"/>
          </ac:picMkLst>
        </pc:picChg>
        <pc:picChg chg="del">
          <ac:chgData name="Catherine Ata" userId="4e21e26771b92a65" providerId="LiveId" clId="{155164D4-F2BE-4BE6-A90C-3D32F8D25B79}" dt="2024-06-05T17:18:46.913" v="1448" actId="478"/>
          <ac:picMkLst>
            <pc:docMk/>
            <pc:sldMk cId="4284378678" sldId="269"/>
            <ac:picMk id="10" creationId="{87759168-4503-7934-BC0B-3163890DB2F9}"/>
          </ac:picMkLst>
        </pc:picChg>
        <pc:picChg chg="del">
          <ac:chgData name="Catherine Ata" userId="4e21e26771b92a65" providerId="LiveId" clId="{155164D4-F2BE-4BE6-A90C-3D32F8D25B79}" dt="2024-06-05T17:18:49.074" v="1449" actId="478"/>
          <ac:picMkLst>
            <pc:docMk/>
            <pc:sldMk cId="4284378678" sldId="269"/>
            <ac:picMk id="12" creationId="{1767CDB9-2966-162F-4F73-F09CB2AF349D}"/>
          </ac:picMkLst>
        </pc:picChg>
        <pc:picChg chg="del">
          <ac:chgData name="Catherine Ata" userId="4e21e26771b92a65" providerId="LiveId" clId="{155164D4-F2BE-4BE6-A90C-3D32F8D25B79}" dt="2024-06-05T17:18:51.011" v="1450" actId="478"/>
          <ac:picMkLst>
            <pc:docMk/>
            <pc:sldMk cId="4284378678" sldId="269"/>
            <ac:picMk id="14" creationId="{FA42D89B-FC70-6CAD-33AF-F2CEE2641311}"/>
          </ac:picMkLst>
        </pc:picChg>
        <pc:picChg chg="del">
          <ac:chgData name="Catherine Ata" userId="4e21e26771b92a65" providerId="LiveId" clId="{155164D4-F2BE-4BE6-A90C-3D32F8D25B79}" dt="2024-06-05T17:18:53.472" v="1451" actId="478"/>
          <ac:picMkLst>
            <pc:docMk/>
            <pc:sldMk cId="4284378678" sldId="269"/>
            <ac:picMk id="16" creationId="{E326F808-B075-12F4-C4C2-E93AF506B985}"/>
          </ac:picMkLst>
        </pc:picChg>
      </pc:sldChg>
      <pc:sldChg chg="addSp modSp new mod">
        <pc:chgData name="Catherine Ata" userId="4e21e26771b92a65" providerId="LiveId" clId="{155164D4-F2BE-4BE6-A90C-3D32F8D25B79}" dt="2024-06-05T17:25:09.641" v="1564" actId="1076"/>
        <pc:sldMkLst>
          <pc:docMk/>
          <pc:sldMk cId="1528565050" sldId="270"/>
        </pc:sldMkLst>
        <pc:spChg chg="mod">
          <ac:chgData name="Catherine Ata" userId="4e21e26771b92a65" providerId="LiveId" clId="{155164D4-F2BE-4BE6-A90C-3D32F8D25B79}" dt="2024-06-05T17:24:22.425" v="1528"/>
          <ac:spMkLst>
            <pc:docMk/>
            <pc:sldMk cId="1528565050" sldId="270"/>
            <ac:spMk id="2" creationId="{4E96E1BA-BFA4-745D-6B27-83E1E53002C2}"/>
          </ac:spMkLst>
        </pc:spChg>
        <pc:spChg chg="mod">
          <ac:chgData name="Catherine Ata" userId="4e21e26771b92a65" providerId="LiveId" clId="{155164D4-F2BE-4BE6-A90C-3D32F8D25B79}" dt="2024-06-05T17:24:59.845" v="1562" actId="27636"/>
          <ac:spMkLst>
            <pc:docMk/>
            <pc:sldMk cId="1528565050" sldId="270"/>
            <ac:spMk id="3" creationId="{A4472BA3-E66A-7A7A-7EF0-D6FD90A39DCB}"/>
          </ac:spMkLst>
        </pc:spChg>
        <pc:spChg chg="mod">
          <ac:chgData name="Catherine Ata" userId="4e21e26771b92a65" providerId="LiveId" clId="{155164D4-F2BE-4BE6-A90C-3D32F8D25B79}" dt="2024-06-05T17:25:03.515" v="1563" actId="14100"/>
          <ac:spMkLst>
            <pc:docMk/>
            <pc:sldMk cId="1528565050" sldId="270"/>
            <ac:spMk id="4" creationId="{86B10BE6-96A3-CE8F-9E7D-472390AB2743}"/>
          </ac:spMkLst>
        </pc:spChg>
        <pc:picChg chg="add mod">
          <ac:chgData name="Catherine Ata" userId="4e21e26771b92a65" providerId="LiveId" clId="{155164D4-F2BE-4BE6-A90C-3D32F8D25B79}" dt="2024-06-05T17:25:09.641" v="1564" actId="1076"/>
          <ac:picMkLst>
            <pc:docMk/>
            <pc:sldMk cId="1528565050" sldId="270"/>
            <ac:picMk id="6" creationId="{E2329D2D-0067-3996-39EB-B2088DAABA55}"/>
          </ac:picMkLst>
        </pc:picChg>
      </pc:sldChg>
      <pc:sldChg chg="add del ord">
        <pc:chgData name="Catherine Ata" userId="4e21e26771b92a65" providerId="LiveId" clId="{155164D4-F2BE-4BE6-A90C-3D32F8D25B79}" dt="2024-06-05T17:27:08.142" v="1593" actId="47"/>
        <pc:sldMkLst>
          <pc:docMk/>
          <pc:sldMk cId="111680565" sldId="271"/>
        </pc:sldMkLst>
      </pc:sldChg>
      <pc:sldChg chg="modSp add mod">
        <pc:chgData name="Catherine Ata" userId="4e21e26771b92a65" providerId="LiveId" clId="{155164D4-F2BE-4BE6-A90C-3D32F8D25B79}" dt="2024-06-05T17:29:48.927" v="1611" actId="114"/>
        <pc:sldMkLst>
          <pc:docMk/>
          <pc:sldMk cId="1018709395" sldId="271"/>
        </pc:sldMkLst>
        <pc:spChg chg="mod">
          <ac:chgData name="Catherine Ata" userId="4e21e26771b92a65" providerId="LiveId" clId="{155164D4-F2BE-4BE6-A90C-3D32F8D25B79}" dt="2024-06-05T17:29:48.927" v="1611" actId="114"/>
          <ac:spMkLst>
            <pc:docMk/>
            <pc:sldMk cId="1018709395" sldId="271"/>
            <ac:spMk id="3" creationId="{6894B957-7D2F-464C-DB8B-5E3E8F5605E3}"/>
          </ac:spMkLst>
        </pc:spChg>
      </pc:sldChg>
      <pc:sldChg chg="addSp delSp modSp add mod">
        <pc:chgData name="Catherine Ata" userId="4e21e26771b92a65" providerId="LiveId" clId="{155164D4-F2BE-4BE6-A90C-3D32F8D25B79}" dt="2024-06-05T18:02:44.279" v="2060" actId="14100"/>
        <pc:sldMkLst>
          <pc:docMk/>
          <pc:sldMk cId="3886341515" sldId="272"/>
        </pc:sldMkLst>
        <pc:spChg chg="mod">
          <ac:chgData name="Catherine Ata" userId="4e21e26771b92a65" providerId="LiveId" clId="{155164D4-F2BE-4BE6-A90C-3D32F8D25B79}" dt="2024-06-05T17:39:42.899" v="1845" actId="20577"/>
          <ac:spMkLst>
            <pc:docMk/>
            <pc:sldMk cId="3886341515" sldId="272"/>
            <ac:spMk id="3" creationId="{6894B957-7D2F-464C-DB8B-5E3E8F5605E3}"/>
          </ac:spMkLst>
        </pc:spChg>
        <pc:spChg chg="add mod">
          <ac:chgData name="Catherine Ata" userId="4e21e26771b92a65" providerId="LiveId" clId="{155164D4-F2BE-4BE6-A90C-3D32F8D25B79}" dt="2024-06-05T18:02:44.279" v="2060" actId="14100"/>
          <ac:spMkLst>
            <pc:docMk/>
            <pc:sldMk cId="3886341515" sldId="272"/>
            <ac:spMk id="8" creationId="{6021F2DD-FC4D-713F-678B-F1E8F54D0ECD}"/>
          </ac:spMkLst>
        </pc:spChg>
        <pc:picChg chg="add del mod">
          <ac:chgData name="Catherine Ata" userId="4e21e26771b92a65" providerId="LiveId" clId="{155164D4-F2BE-4BE6-A90C-3D32F8D25B79}" dt="2024-06-05T17:56:17.772" v="2006" actId="478"/>
          <ac:picMkLst>
            <pc:docMk/>
            <pc:sldMk cId="3886341515" sldId="272"/>
            <ac:picMk id="4" creationId="{84B0224E-6546-1911-C4F9-FC336EAE5EE3}"/>
          </ac:picMkLst>
        </pc:picChg>
        <pc:picChg chg="add mod">
          <ac:chgData name="Catherine Ata" userId="4e21e26771b92a65" providerId="LiveId" clId="{155164D4-F2BE-4BE6-A90C-3D32F8D25B79}" dt="2024-06-05T18:02:39.499" v="2059" actId="14100"/>
          <ac:picMkLst>
            <pc:docMk/>
            <pc:sldMk cId="3886341515" sldId="272"/>
            <ac:picMk id="7" creationId="{3D7B6579-55A6-8E17-C13A-B30905ED0573}"/>
          </ac:picMkLst>
        </pc:picChg>
      </pc:sldChg>
      <pc:sldChg chg="addSp delSp modSp add mod">
        <pc:chgData name="Catherine Ata" userId="4e21e26771b92a65" providerId="LiveId" clId="{155164D4-F2BE-4BE6-A90C-3D32F8D25B79}" dt="2024-06-05T17:55:06.607" v="2004" actId="1076"/>
        <pc:sldMkLst>
          <pc:docMk/>
          <pc:sldMk cId="1986760036" sldId="273"/>
        </pc:sldMkLst>
        <pc:spChg chg="mod">
          <ac:chgData name="Catherine Ata" userId="4e21e26771b92a65" providerId="LiveId" clId="{155164D4-F2BE-4BE6-A90C-3D32F8D25B79}" dt="2024-06-05T17:44:39.864" v="1945" actId="20577"/>
          <ac:spMkLst>
            <pc:docMk/>
            <pc:sldMk cId="1986760036" sldId="273"/>
            <ac:spMk id="3" creationId="{6894B957-7D2F-464C-DB8B-5E3E8F5605E3}"/>
          </ac:spMkLst>
        </pc:spChg>
        <pc:spChg chg="add mod">
          <ac:chgData name="Catherine Ata" userId="4e21e26771b92a65" providerId="LiveId" clId="{155164D4-F2BE-4BE6-A90C-3D32F8D25B79}" dt="2024-06-05T17:55:06.607" v="2004" actId="1076"/>
          <ac:spMkLst>
            <pc:docMk/>
            <pc:sldMk cId="1986760036" sldId="273"/>
            <ac:spMk id="8" creationId="{4058FDB3-6965-738F-E252-D5D1F1329B47}"/>
          </ac:spMkLst>
        </pc:spChg>
        <pc:picChg chg="add del mod">
          <ac:chgData name="Catherine Ata" userId="4e21e26771b92a65" providerId="LiveId" clId="{155164D4-F2BE-4BE6-A90C-3D32F8D25B79}" dt="2024-06-05T17:53:16.366" v="1954" actId="478"/>
          <ac:picMkLst>
            <pc:docMk/>
            <pc:sldMk cId="1986760036" sldId="273"/>
            <ac:picMk id="4" creationId="{E09B731B-8F8E-C634-607E-D11CF56A1F09}"/>
          </ac:picMkLst>
        </pc:picChg>
        <pc:picChg chg="add mod">
          <ac:chgData name="Catherine Ata" userId="4e21e26771b92a65" providerId="LiveId" clId="{155164D4-F2BE-4BE6-A90C-3D32F8D25B79}" dt="2024-06-05T17:53:30.193" v="1957" actId="1076"/>
          <ac:picMkLst>
            <pc:docMk/>
            <pc:sldMk cId="1986760036" sldId="273"/>
            <ac:picMk id="7" creationId="{F5E68BF2-1FE4-4D20-4E0B-4AC7AABE8E7E}"/>
          </ac:picMkLst>
        </pc:picChg>
      </pc:sldChg>
      <pc:sldChg chg="addSp delSp modSp add mod">
        <pc:chgData name="Catherine Ata" userId="4e21e26771b92a65" providerId="LiveId" clId="{155164D4-F2BE-4BE6-A90C-3D32F8D25B79}" dt="2024-06-05T20:27:30.110" v="2646" actId="1038"/>
        <pc:sldMkLst>
          <pc:docMk/>
          <pc:sldMk cId="325185134" sldId="274"/>
        </pc:sldMkLst>
        <pc:spChg chg="mod">
          <ac:chgData name="Catherine Ata" userId="4e21e26771b92a65" providerId="LiveId" clId="{155164D4-F2BE-4BE6-A90C-3D32F8D25B79}" dt="2024-06-05T20:26:47.288" v="2621" actId="6549"/>
          <ac:spMkLst>
            <pc:docMk/>
            <pc:sldMk cId="325185134" sldId="274"/>
            <ac:spMk id="3" creationId="{6894B957-7D2F-464C-DB8B-5E3E8F5605E3}"/>
          </ac:spMkLst>
        </pc:spChg>
        <pc:spChg chg="add del mod">
          <ac:chgData name="Catherine Ata" userId="4e21e26771b92a65" providerId="LiveId" clId="{155164D4-F2BE-4BE6-A90C-3D32F8D25B79}" dt="2024-06-05T18:08:18.762" v="2165" actId="478"/>
          <ac:spMkLst>
            <pc:docMk/>
            <pc:sldMk cId="325185134" sldId="274"/>
            <ac:spMk id="4" creationId="{2A2D6F76-22C3-98A5-FA91-68850EE05C0D}"/>
          </ac:spMkLst>
        </pc:spChg>
        <pc:spChg chg="del mod">
          <ac:chgData name="Catherine Ata" userId="4e21e26771b92a65" providerId="LiveId" clId="{155164D4-F2BE-4BE6-A90C-3D32F8D25B79}" dt="2024-06-05T18:10:33.706" v="2184" actId="478"/>
          <ac:spMkLst>
            <pc:docMk/>
            <pc:sldMk cId="325185134" sldId="274"/>
            <ac:spMk id="8" creationId="{4058FDB3-6965-738F-E252-D5D1F1329B47}"/>
          </ac:spMkLst>
        </pc:spChg>
        <pc:spChg chg="add mod">
          <ac:chgData name="Catherine Ata" userId="4e21e26771b92a65" providerId="LiveId" clId="{155164D4-F2BE-4BE6-A90C-3D32F8D25B79}" dt="2024-06-05T20:27:30.110" v="2646" actId="1038"/>
          <ac:spMkLst>
            <pc:docMk/>
            <pc:sldMk cId="325185134" sldId="274"/>
            <ac:spMk id="10" creationId="{75ABEA49-67D7-DB3F-51E6-6F01604B8ECC}"/>
          </ac:spMkLst>
        </pc:spChg>
        <pc:spChg chg="add del mod">
          <ac:chgData name="Catherine Ata" userId="4e21e26771b92a65" providerId="LiveId" clId="{155164D4-F2BE-4BE6-A90C-3D32F8D25B79}" dt="2024-06-05T18:10:33.706" v="2186"/>
          <ac:spMkLst>
            <pc:docMk/>
            <pc:sldMk cId="325185134" sldId="274"/>
            <ac:spMk id="11" creationId="{23920613-C534-C40A-0975-EDA0379FFAA3}"/>
          </ac:spMkLst>
        </pc:spChg>
        <pc:picChg chg="del mod">
          <ac:chgData name="Catherine Ata" userId="4e21e26771b92a65" providerId="LiveId" clId="{155164D4-F2BE-4BE6-A90C-3D32F8D25B79}" dt="2024-06-05T18:04:51.187" v="2108" actId="478"/>
          <ac:picMkLst>
            <pc:docMk/>
            <pc:sldMk cId="325185134" sldId="274"/>
            <ac:picMk id="7" creationId="{F5E68BF2-1FE4-4D20-4E0B-4AC7AABE8E7E}"/>
          </ac:picMkLst>
        </pc:picChg>
        <pc:picChg chg="add mod modCrop">
          <ac:chgData name="Catherine Ata" userId="4e21e26771b92a65" providerId="LiveId" clId="{155164D4-F2BE-4BE6-A90C-3D32F8D25B79}" dt="2024-06-05T20:27:17.283" v="2625" actId="1076"/>
          <ac:picMkLst>
            <pc:docMk/>
            <pc:sldMk cId="325185134" sldId="274"/>
            <ac:picMk id="9" creationId="{474C6EBB-E013-4E19-9828-E66E76B23317}"/>
          </ac:picMkLst>
        </pc:picChg>
      </pc:sldChg>
      <pc:sldChg chg="modSp new mod ord">
        <pc:chgData name="Catherine Ata" userId="4e21e26771b92a65" providerId="LiveId" clId="{155164D4-F2BE-4BE6-A90C-3D32F8D25B79}" dt="2024-06-05T18:12:09.287" v="2194" actId="14100"/>
        <pc:sldMkLst>
          <pc:docMk/>
          <pc:sldMk cId="1881596083" sldId="275"/>
        </pc:sldMkLst>
        <pc:spChg chg="mod">
          <ac:chgData name="Catherine Ata" userId="4e21e26771b92a65" providerId="LiveId" clId="{155164D4-F2BE-4BE6-A90C-3D32F8D25B79}" dt="2024-06-05T18:05:52.331" v="2118"/>
          <ac:spMkLst>
            <pc:docMk/>
            <pc:sldMk cId="1881596083" sldId="275"/>
            <ac:spMk id="2" creationId="{57B75DED-741D-0226-6951-AE0C54D38BDB}"/>
          </ac:spMkLst>
        </pc:spChg>
        <pc:spChg chg="mod">
          <ac:chgData name="Catherine Ata" userId="4e21e26771b92a65" providerId="LiveId" clId="{155164D4-F2BE-4BE6-A90C-3D32F8D25B79}" dt="2024-06-05T18:12:06.886" v="2193" actId="14100"/>
          <ac:spMkLst>
            <pc:docMk/>
            <pc:sldMk cId="1881596083" sldId="275"/>
            <ac:spMk id="3" creationId="{449B12BC-36E4-4871-400D-9D8AE437CE0C}"/>
          </ac:spMkLst>
        </pc:spChg>
        <pc:spChg chg="mod">
          <ac:chgData name="Catherine Ata" userId="4e21e26771b92a65" providerId="LiveId" clId="{155164D4-F2BE-4BE6-A90C-3D32F8D25B79}" dt="2024-06-05T18:12:09.287" v="2194" actId="14100"/>
          <ac:spMkLst>
            <pc:docMk/>
            <pc:sldMk cId="1881596083" sldId="275"/>
            <ac:spMk id="4" creationId="{9B6F5A3A-138E-3B43-EEFF-5C27C87BA0CF}"/>
          </ac:spMkLst>
        </pc:spChg>
      </pc:sldChg>
      <pc:sldChg chg="delSp modSp add mod">
        <pc:chgData name="Catherine Ata" userId="4e21e26771b92a65" providerId="LiveId" clId="{155164D4-F2BE-4BE6-A90C-3D32F8D25B79}" dt="2024-06-05T18:13:45.817" v="2230" actId="948"/>
        <pc:sldMkLst>
          <pc:docMk/>
          <pc:sldMk cId="2171145375" sldId="276"/>
        </pc:sldMkLst>
        <pc:spChg chg="mod">
          <ac:chgData name="Catherine Ata" userId="4e21e26771b92a65" providerId="LiveId" clId="{155164D4-F2BE-4BE6-A90C-3D32F8D25B79}" dt="2024-06-05T18:13:45.817" v="2230" actId="948"/>
          <ac:spMkLst>
            <pc:docMk/>
            <pc:sldMk cId="2171145375" sldId="276"/>
            <ac:spMk id="3" creationId="{6894B957-7D2F-464C-DB8B-5E3E8F5605E3}"/>
          </ac:spMkLst>
        </pc:spChg>
        <pc:picChg chg="del">
          <ac:chgData name="Catherine Ata" userId="4e21e26771b92a65" providerId="LiveId" clId="{155164D4-F2BE-4BE6-A90C-3D32F8D25B79}" dt="2024-06-05T18:12:40.466" v="2197" actId="478"/>
          <ac:picMkLst>
            <pc:docMk/>
            <pc:sldMk cId="2171145375" sldId="276"/>
            <ac:picMk id="9" creationId="{474C6EBB-E013-4E19-9828-E66E76B23317}"/>
          </ac:picMkLst>
        </pc:picChg>
      </pc:sldChg>
      <pc:sldChg chg="delSp modSp add mod">
        <pc:chgData name="Catherine Ata" userId="4e21e26771b92a65" providerId="LiveId" clId="{155164D4-F2BE-4BE6-A90C-3D32F8D25B79}" dt="2024-06-05T20:25:53.422" v="2593" actId="20577"/>
        <pc:sldMkLst>
          <pc:docMk/>
          <pc:sldMk cId="1230251008" sldId="277"/>
        </pc:sldMkLst>
        <pc:spChg chg="mod">
          <ac:chgData name="Catherine Ata" userId="4e21e26771b92a65" providerId="LiveId" clId="{155164D4-F2BE-4BE6-A90C-3D32F8D25B79}" dt="2024-06-05T18:19:03.364" v="2380" actId="14100"/>
          <ac:spMkLst>
            <pc:docMk/>
            <pc:sldMk cId="1230251008" sldId="277"/>
            <ac:spMk id="2" creationId="{D4065369-7529-3EBB-DDFC-7BE7CEFA1D6C}"/>
          </ac:spMkLst>
        </pc:spChg>
        <pc:spChg chg="mod">
          <ac:chgData name="Catherine Ata" userId="4e21e26771b92a65" providerId="LiveId" clId="{155164D4-F2BE-4BE6-A90C-3D32F8D25B79}" dt="2024-06-05T20:25:53.422" v="2593" actId="20577"/>
          <ac:spMkLst>
            <pc:docMk/>
            <pc:sldMk cId="1230251008" sldId="277"/>
            <ac:spMk id="3" creationId="{6894B957-7D2F-464C-DB8B-5E3E8F5605E3}"/>
          </ac:spMkLst>
        </pc:spChg>
        <pc:spChg chg="del">
          <ac:chgData name="Catherine Ata" userId="4e21e26771b92a65" providerId="LiveId" clId="{155164D4-F2BE-4BE6-A90C-3D32F8D25B79}" dt="2024-06-05T18:20:03.894" v="2398" actId="478"/>
          <ac:spMkLst>
            <pc:docMk/>
            <pc:sldMk cId="1230251008" sldId="277"/>
            <ac:spMk id="10" creationId="{75ABEA49-67D7-DB3F-51E6-6F01604B8ECC}"/>
          </ac:spMkLst>
        </pc:spChg>
      </pc:sldChg>
      <pc:sldChg chg="delSp modSp add mod">
        <pc:chgData name="Catherine Ata" userId="4e21e26771b92a65" providerId="LiveId" clId="{155164D4-F2BE-4BE6-A90C-3D32F8D25B79}" dt="2024-06-05T20:24:43.719" v="2554" actId="20577"/>
        <pc:sldMkLst>
          <pc:docMk/>
          <pc:sldMk cId="4238124489" sldId="278"/>
        </pc:sldMkLst>
        <pc:spChg chg="mod">
          <ac:chgData name="Catherine Ata" userId="4e21e26771b92a65" providerId="LiveId" clId="{155164D4-F2BE-4BE6-A90C-3D32F8D25B79}" dt="2024-06-05T20:24:43.719" v="2554" actId="20577"/>
          <ac:spMkLst>
            <pc:docMk/>
            <pc:sldMk cId="4238124489" sldId="278"/>
            <ac:spMk id="3" creationId="{6894B957-7D2F-464C-DB8B-5E3E8F5605E3}"/>
          </ac:spMkLst>
        </pc:spChg>
        <pc:spChg chg="del mod">
          <ac:chgData name="Catherine Ata" userId="4e21e26771b92a65" providerId="LiveId" clId="{155164D4-F2BE-4BE6-A90C-3D32F8D25B79}" dt="2024-06-05T18:19:57.926" v="2397" actId="478"/>
          <ac:spMkLst>
            <pc:docMk/>
            <pc:sldMk cId="4238124489" sldId="278"/>
            <ac:spMk id="10" creationId="{75ABEA49-67D7-DB3F-51E6-6F01604B8ECC}"/>
          </ac:spMkLst>
        </pc:spChg>
      </pc:sldChg>
      <pc:sldChg chg="addSp modSp new mod setBg setClrOvrMap">
        <pc:chgData name="Catherine Ata" userId="4e21e26771b92a65" providerId="LiveId" clId="{155164D4-F2BE-4BE6-A90C-3D32F8D25B79}" dt="2024-06-05T18:23:57.796" v="2446" actId="26606"/>
        <pc:sldMkLst>
          <pc:docMk/>
          <pc:sldMk cId="170904906" sldId="279"/>
        </pc:sldMkLst>
        <pc:spChg chg="mod">
          <ac:chgData name="Catherine Ata" userId="4e21e26771b92a65" providerId="LiveId" clId="{155164D4-F2BE-4BE6-A90C-3D32F8D25B79}" dt="2024-06-05T18:23:57.796" v="2446" actId="26606"/>
          <ac:spMkLst>
            <pc:docMk/>
            <pc:sldMk cId="170904906" sldId="279"/>
            <ac:spMk id="2" creationId="{2B1073BA-CAE4-8E85-D3C4-076DBCB18566}"/>
          </ac:spMkLst>
        </pc:spChg>
        <pc:spChg chg="add">
          <ac:chgData name="Catherine Ata" userId="4e21e26771b92a65" providerId="LiveId" clId="{155164D4-F2BE-4BE6-A90C-3D32F8D25B79}" dt="2024-06-05T18:23:57.796" v="2446" actId="26606"/>
          <ac:spMkLst>
            <pc:docMk/>
            <pc:sldMk cId="170904906" sldId="279"/>
            <ac:spMk id="66" creationId="{34106153-7990-4956-BD26-A04A030064E7}"/>
          </ac:spMkLst>
        </pc:spChg>
        <pc:spChg chg="add">
          <ac:chgData name="Catherine Ata" userId="4e21e26771b92a65" providerId="LiveId" clId="{155164D4-F2BE-4BE6-A90C-3D32F8D25B79}" dt="2024-06-05T18:23:57.796" v="2446" actId="26606"/>
          <ac:spMkLst>
            <pc:docMk/>
            <pc:sldMk cId="170904906" sldId="279"/>
            <ac:spMk id="126" creationId="{62B94F88-FD5B-4053-B143-DFF55CE44377}"/>
          </ac:spMkLst>
        </pc:spChg>
        <pc:grpChg chg="add">
          <ac:chgData name="Catherine Ata" userId="4e21e26771b92a65" providerId="LiveId" clId="{155164D4-F2BE-4BE6-A90C-3D32F8D25B79}" dt="2024-06-05T18:23:57.796" v="2446" actId="26606"/>
          <ac:grpSpMkLst>
            <pc:docMk/>
            <pc:sldMk cId="170904906" sldId="279"/>
            <ac:grpSpMk id="10" creationId="{AB86F577-8905-4B21-8AF3-C1BB3433775D}"/>
          </ac:grpSpMkLst>
        </pc:grpChg>
        <pc:grpChg chg="add">
          <ac:chgData name="Catherine Ata" userId="4e21e26771b92a65" providerId="LiveId" clId="{155164D4-F2BE-4BE6-A90C-3D32F8D25B79}" dt="2024-06-05T18:23:57.796" v="2446" actId="26606"/>
          <ac:grpSpMkLst>
            <pc:docMk/>
            <pc:sldMk cId="170904906" sldId="279"/>
            <ac:grpSpMk id="70" creationId="{866FCB64-0A37-46EB-8A9B-EC0C4C000AA4}"/>
          </ac:grpSpMkLst>
        </pc:grpChg>
        <pc:picChg chg="add mod">
          <ac:chgData name="Catherine Ata" userId="4e21e26771b92a65" providerId="LiveId" clId="{155164D4-F2BE-4BE6-A90C-3D32F8D25B79}" dt="2024-06-05T18:23:57.796" v="2446" actId="26606"/>
          <ac:picMkLst>
            <pc:docMk/>
            <pc:sldMk cId="170904906" sldId="279"/>
            <ac:picMk id="3" creationId="{F0D6B741-6E59-A15A-B86C-61F5A59BC773}"/>
          </ac:picMkLst>
        </pc:picChg>
        <pc:picChg chg="add">
          <ac:chgData name="Catherine Ata" userId="4e21e26771b92a65" providerId="LiveId" clId="{155164D4-F2BE-4BE6-A90C-3D32F8D25B79}" dt="2024-06-05T18:23:57.796" v="2446" actId="26606"/>
          <ac:picMkLst>
            <pc:docMk/>
            <pc:sldMk cId="170904906" sldId="279"/>
            <ac:picMk id="8" creationId="{678E285C-BE9E-45B7-A3EE-B9792DAE9917}"/>
          </ac:picMkLst>
        </pc:picChg>
        <pc:picChg chg="add">
          <ac:chgData name="Catherine Ata" userId="4e21e26771b92a65" providerId="LiveId" clId="{155164D4-F2BE-4BE6-A90C-3D32F8D25B79}" dt="2024-06-05T18:23:57.796" v="2446" actId="26606"/>
          <ac:picMkLst>
            <pc:docMk/>
            <pc:sldMk cId="170904906" sldId="279"/>
            <ac:picMk id="68" creationId="{BDEA11A5-20BA-4650-A324-47C0465FF5A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1C3785-09CF-43EB-8AC1-600A979343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for Data Analysis</a:t>
          </a:r>
        </a:p>
      </dgm:t>
    </dgm:pt>
    <dgm:pt modelId="{D38AD96B-D14D-4CA5-A2E1-1B42EF3BF6E3}" type="parTrans" cxnId="{B0D541D8-8179-41A2-8E8F-305E7686979B}">
      <dgm:prSet/>
      <dgm:spPr/>
      <dgm:t>
        <a:bodyPr/>
        <a:lstStyle/>
        <a:p>
          <a:endParaRPr lang="en-US"/>
        </a:p>
      </dgm:t>
    </dgm:pt>
    <dgm:pt modelId="{0AF71248-7037-48E7-870B-71A3ABFDCC52}" type="sibTrans" cxnId="{B0D541D8-8179-41A2-8E8F-305E7686979B}">
      <dgm:prSet/>
      <dgm:spPr/>
      <dgm:t>
        <a:bodyPr/>
        <a:lstStyle/>
        <a:p>
          <a:endParaRPr lang="en-US"/>
        </a:p>
      </dgm:t>
    </dgm:pt>
    <dgm:pt modelId="{61CC6EFB-F0B5-43BD-B372-5155F1F2E3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Kinds of Data</a:t>
          </a:r>
        </a:p>
      </dgm:t>
    </dgm:pt>
    <dgm:pt modelId="{3BB07ED1-0090-49C9-9211-C32C56EA2B85}" type="parTrans" cxnId="{182F22CE-1E53-4B0F-90B6-505FBAA5482F}">
      <dgm:prSet/>
      <dgm:spPr/>
      <dgm:t>
        <a:bodyPr/>
        <a:lstStyle/>
        <a:p>
          <a:endParaRPr lang="en-US"/>
        </a:p>
      </dgm:t>
    </dgm:pt>
    <dgm:pt modelId="{8D25360E-8CAD-4D21-850F-7EE7450D68E0}" type="sibTrans" cxnId="{182F22CE-1E53-4B0F-90B6-505FBAA5482F}">
      <dgm:prSet/>
      <dgm:spPr/>
      <dgm:t>
        <a:bodyPr/>
        <a:lstStyle/>
        <a:p>
          <a:endParaRPr lang="en-US"/>
        </a:p>
      </dgm:t>
    </dgm:pt>
    <dgm:pt modelId="{63826752-95AE-4C66-AFC8-C6BF7671B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Essential Libraries</a:t>
          </a:r>
        </a:p>
      </dgm:t>
    </dgm:pt>
    <dgm:pt modelId="{5F206145-B6FF-491C-A078-853944A76799}" type="parTrans" cxnId="{A2D46748-AB26-4C44-A432-DC2E8775B04E}">
      <dgm:prSet/>
      <dgm:spPr/>
      <dgm:t>
        <a:bodyPr/>
        <a:lstStyle/>
        <a:p>
          <a:endParaRPr lang="en-US"/>
        </a:p>
      </dgm:t>
    </dgm:pt>
    <dgm:pt modelId="{522A9073-1336-4448-8CC9-5561C9F9BC97}" type="sibTrans" cxnId="{A2D46748-AB26-4C44-A432-DC2E8775B04E}">
      <dgm:prSet/>
      <dgm:spPr/>
      <dgm:t>
        <a:bodyPr/>
        <a:lstStyle/>
        <a:p>
          <a:endParaRPr lang="en-US"/>
        </a:p>
      </dgm:t>
    </dgm:pt>
    <dgm:pt modelId="{2DCA6107-7F99-4E4C-84EF-CA81A993E1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Python Language Semantics</a:t>
          </a:r>
        </a:p>
      </dgm:t>
    </dgm:pt>
    <dgm:pt modelId="{27125481-154E-4653-A08E-786B50C4D00F}" type="parTrans" cxnId="{E653E319-BE4A-486A-B393-4D35B2E79B20}">
      <dgm:prSet/>
      <dgm:spPr/>
      <dgm:t>
        <a:bodyPr/>
        <a:lstStyle/>
        <a:p>
          <a:endParaRPr lang="en-US"/>
        </a:p>
      </dgm:t>
    </dgm:pt>
    <dgm:pt modelId="{642C687D-D75B-4053-8D7F-6DAAA8318DD5}" type="sibTrans" cxnId="{E653E319-BE4A-486A-B393-4D35B2E79B20}">
      <dgm:prSet/>
      <dgm:spPr/>
      <dgm:t>
        <a:bodyPr/>
        <a:lstStyle/>
        <a:p>
          <a:endParaRPr lang="en-US"/>
        </a:p>
      </dgm:t>
    </dgm:pt>
    <dgm:pt modelId="{A6CE6C33-F134-4BCA-9A55-97AE45E322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Control Flows</a:t>
          </a:r>
        </a:p>
      </dgm:t>
    </dgm:pt>
    <dgm:pt modelId="{DAB8281E-B739-4024-A947-C7E970AD053A}" type="parTrans" cxnId="{B00D8AB3-356F-4C9F-A02B-914CF81AE22B}">
      <dgm:prSet/>
      <dgm:spPr/>
      <dgm:t>
        <a:bodyPr/>
        <a:lstStyle/>
        <a:p>
          <a:endParaRPr lang="en-US"/>
        </a:p>
      </dgm:t>
    </dgm:pt>
    <dgm:pt modelId="{91C1DB2D-5E04-4167-91F3-67B3A6E2B9BC}" type="sibTrans" cxnId="{B00D8AB3-356F-4C9F-A02B-914CF81AE22B}">
      <dgm:prSet/>
      <dgm:spPr/>
      <dgm:t>
        <a:bodyPr/>
        <a:lstStyle/>
        <a:p>
          <a:endParaRPr lang="en-US"/>
        </a:p>
      </dgm:t>
    </dgm:pt>
    <dgm:pt modelId="{56A4D548-A49F-4790-BFFA-B1108528CD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Scalars</a:t>
          </a:r>
        </a:p>
      </dgm:t>
    </dgm:pt>
    <dgm:pt modelId="{E1A3D236-EF35-47AC-AA08-905AC75452B8}" type="parTrans" cxnId="{4163A583-CB72-404E-972C-040CF3ECA711}">
      <dgm:prSet/>
      <dgm:spPr/>
      <dgm:t>
        <a:bodyPr/>
        <a:lstStyle/>
        <a:p>
          <a:endParaRPr lang="en-US"/>
        </a:p>
      </dgm:t>
    </dgm:pt>
    <dgm:pt modelId="{21130E50-0798-46A4-B965-E84A9FEEA4B9}" type="sibTrans" cxnId="{4163A583-CB72-404E-972C-040CF3ECA711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6AF4BAF7-B9FE-4DA8-9DC9-E08E6821873E}" type="pres">
      <dgm:prSet presAssocID="{AF1C3785-09CF-43EB-8AC1-600A9793436B}" presName="compNode" presStyleCnt="0"/>
      <dgm:spPr/>
    </dgm:pt>
    <dgm:pt modelId="{F488F0B4-9046-4DE5-9E0F-ABFD6EA097DD}" type="pres">
      <dgm:prSet presAssocID="{AF1C3785-09CF-43EB-8AC1-600A9793436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72EED07-AF1D-487C-95D2-C75440F94147}" type="pres">
      <dgm:prSet presAssocID="{AF1C3785-09CF-43EB-8AC1-600A9793436B}" presName="spaceRect" presStyleCnt="0"/>
      <dgm:spPr/>
    </dgm:pt>
    <dgm:pt modelId="{BFC99E5C-FC82-4D28-A089-332541DBA54D}" type="pres">
      <dgm:prSet presAssocID="{AF1C3785-09CF-43EB-8AC1-600A9793436B}" presName="textRect" presStyleLbl="revTx" presStyleIdx="0" presStyleCnt="6">
        <dgm:presLayoutVars>
          <dgm:chMax val="1"/>
          <dgm:chPref val="1"/>
        </dgm:presLayoutVars>
      </dgm:prSet>
      <dgm:spPr/>
    </dgm:pt>
    <dgm:pt modelId="{09907525-69D6-4396-A451-BC2DD2C2C42C}" type="pres">
      <dgm:prSet presAssocID="{0AF71248-7037-48E7-870B-71A3ABFDCC52}" presName="sibTrans" presStyleCnt="0"/>
      <dgm:spPr/>
    </dgm:pt>
    <dgm:pt modelId="{5F0D6DBC-12D5-4B57-888E-3EBC1817168B}" type="pres">
      <dgm:prSet presAssocID="{61CC6EFB-F0B5-43BD-B372-5155F1F2E387}" presName="compNode" presStyleCnt="0"/>
      <dgm:spPr/>
    </dgm:pt>
    <dgm:pt modelId="{B99565C1-B5F5-490F-9BEE-E0D201EBDBB8}" type="pres">
      <dgm:prSet presAssocID="{61CC6EFB-F0B5-43BD-B372-5155F1F2E38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C738D69B-67B1-42E1-AB89-C0AAAA7C67A8}" type="pres">
      <dgm:prSet presAssocID="{61CC6EFB-F0B5-43BD-B372-5155F1F2E387}" presName="spaceRect" presStyleCnt="0"/>
      <dgm:spPr/>
    </dgm:pt>
    <dgm:pt modelId="{14D8793B-C26F-4D11-81B9-DBB9A4ED0B3A}" type="pres">
      <dgm:prSet presAssocID="{61CC6EFB-F0B5-43BD-B372-5155F1F2E387}" presName="textRect" presStyleLbl="revTx" presStyleIdx="1" presStyleCnt="6">
        <dgm:presLayoutVars>
          <dgm:chMax val="1"/>
          <dgm:chPref val="1"/>
        </dgm:presLayoutVars>
      </dgm:prSet>
      <dgm:spPr/>
    </dgm:pt>
    <dgm:pt modelId="{19ABC814-5F4A-4EB7-BE01-B84328D071F2}" type="pres">
      <dgm:prSet presAssocID="{8D25360E-8CAD-4D21-850F-7EE7450D68E0}" presName="sibTrans" presStyleCnt="0"/>
      <dgm:spPr/>
    </dgm:pt>
    <dgm:pt modelId="{5FD5FB0E-FFA4-4754-AF69-0699060C558F}" type="pres">
      <dgm:prSet presAssocID="{63826752-95AE-4C66-AFC8-C6BF7671B4CB}" presName="compNode" presStyleCnt="0"/>
      <dgm:spPr/>
    </dgm:pt>
    <dgm:pt modelId="{8433BDCF-688D-40A8-9AA6-8E6C43D8F253}" type="pres">
      <dgm:prSet presAssocID="{63826752-95AE-4C66-AFC8-C6BF7671B4C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CE5437D-286B-46B2-91DD-72414E3B8C81}" type="pres">
      <dgm:prSet presAssocID="{63826752-95AE-4C66-AFC8-C6BF7671B4CB}" presName="spaceRect" presStyleCnt="0"/>
      <dgm:spPr/>
    </dgm:pt>
    <dgm:pt modelId="{7E7C3141-0557-48B0-85CE-342B2182913C}" type="pres">
      <dgm:prSet presAssocID="{63826752-95AE-4C66-AFC8-C6BF7671B4CB}" presName="textRect" presStyleLbl="revTx" presStyleIdx="2" presStyleCnt="6">
        <dgm:presLayoutVars>
          <dgm:chMax val="1"/>
          <dgm:chPref val="1"/>
        </dgm:presLayoutVars>
      </dgm:prSet>
      <dgm:spPr/>
    </dgm:pt>
    <dgm:pt modelId="{242D5280-B14D-48AB-BC91-88FB0916A9D6}" type="pres">
      <dgm:prSet presAssocID="{522A9073-1336-4448-8CC9-5561C9F9BC97}" presName="sibTrans" presStyleCnt="0"/>
      <dgm:spPr/>
    </dgm:pt>
    <dgm:pt modelId="{CB775EB4-DB18-41CB-BE57-E169A26CDB08}" type="pres">
      <dgm:prSet presAssocID="{2DCA6107-7F99-4E4C-84EF-CA81A993E1ED}" presName="compNode" presStyleCnt="0"/>
      <dgm:spPr/>
    </dgm:pt>
    <dgm:pt modelId="{D5502D75-36A8-4EC1-A85E-3EF1AD5C2F62}" type="pres">
      <dgm:prSet presAssocID="{2DCA6107-7F99-4E4C-84EF-CA81A993E1E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CA2727B-407A-41DE-BE08-D9E29FB7816E}" type="pres">
      <dgm:prSet presAssocID="{2DCA6107-7F99-4E4C-84EF-CA81A993E1ED}" presName="spaceRect" presStyleCnt="0"/>
      <dgm:spPr/>
    </dgm:pt>
    <dgm:pt modelId="{0D7EDA63-E00F-4AA9-B6D7-3B17E36203DC}" type="pres">
      <dgm:prSet presAssocID="{2DCA6107-7F99-4E4C-84EF-CA81A993E1ED}" presName="textRect" presStyleLbl="revTx" presStyleIdx="3" presStyleCnt="6">
        <dgm:presLayoutVars>
          <dgm:chMax val="1"/>
          <dgm:chPref val="1"/>
        </dgm:presLayoutVars>
      </dgm:prSet>
      <dgm:spPr/>
    </dgm:pt>
    <dgm:pt modelId="{04CF263C-B5A7-4870-8E6C-8348DA774218}" type="pres">
      <dgm:prSet presAssocID="{642C687D-D75B-4053-8D7F-6DAAA8318DD5}" presName="sibTrans" presStyleCnt="0"/>
      <dgm:spPr/>
    </dgm:pt>
    <dgm:pt modelId="{D839FB8A-2E24-464A-9D33-79A68FDAE1C7}" type="pres">
      <dgm:prSet presAssocID="{56A4D548-A49F-4790-BFFA-B1108528CD32}" presName="compNode" presStyleCnt="0"/>
      <dgm:spPr/>
    </dgm:pt>
    <dgm:pt modelId="{83A95678-D549-48C1-B06B-8E839F6A6DAB}" type="pres">
      <dgm:prSet presAssocID="{56A4D548-A49F-4790-BFFA-B1108528CD3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dometer Middle with solid fill"/>
        </a:ext>
      </dgm:extLst>
    </dgm:pt>
    <dgm:pt modelId="{CC3B8B47-C5B9-4C46-82DC-93A9D5C73BF7}" type="pres">
      <dgm:prSet presAssocID="{56A4D548-A49F-4790-BFFA-B1108528CD32}" presName="spaceRect" presStyleCnt="0"/>
      <dgm:spPr/>
    </dgm:pt>
    <dgm:pt modelId="{07520655-7DCD-4C25-A29C-943F4AD2BB0F}" type="pres">
      <dgm:prSet presAssocID="{56A4D548-A49F-4790-BFFA-B1108528CD32}" presName="textRect" presStyleLbl="revTx" presStyleIdx="4" presStyleCnt="6">
        <dgm:presLayoutVars>
          <dgm:chMax val="1"/>
          <dgm:chPref val="1"/>
        </dgm:presLayoutVars>
      </dgm:prSet>
      <dgm:spPr/>
    </dgm:pt>
    <dgm:pt modelId="{F210C946-4553-44FA-921C-DB6E0391699C}" type="pres">
      <dgm:prSet presAssocID="{21130E50-0798-46A4-B965-E84A9FEEA4B9}" presName="sibTrans" presStyleCnt="0"/>
      <dgm:spPr/>
    </dgm:pt>
    <dgm:pt modelId="{797E03BE-5660-40B4-B589-8C97168A26AE}" type="pres">
      <dgm:prSet presAssocID="{A6CE6C33-F134-4BCA-9A55-97AE45E322D1}" presName="compNode" presStyleCnt="0"/>
      <dgm:spPr/>
    </dgm:pt>
    <dgm:pt modelId="{7FFCB20B-818E-4B32-B8C6-FA8C2A71345E}" type="pres">
      <dgm:prSet presAssocID="{A6CE6C33-F134-4BCA-9A55-97AE45E322D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4C88412-C319-4BB9-9BA7-6BC08A0381A5}" type="pres">
      <dgm:prSet presAssocID="{A6CE6C33-F134-4BCA-9A55-97AE45E322D1}" presName="spaceRect" presStyleCnt="0"/>
      <dgm:spPr/>
    </dgm:pt>
    <dgm:pt modelId="{82F128D7-0B02-49DC-82A9-F1E1FF3D2EA0}" type="pres">
      <dgm:prSet presAssocID="{A6CE6C33-F134-4BCA-9A55-97AE45E322D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B61CD0C-AEDA-4E4B-8B51-C15F4683D9C7}" type="presOf" srcId="{2DCA6107-7F99-4E4C-84EF-CA81A993E1ED}" destId="{0D7EDA63-E00F-4AA9-B6D7-3B17E36203DC}" srcOrd="0" destOrd="0" presId="urn:microsoft.com/office/officeart/2018/2/layout/IconLabelList"/>
    <dgm:cxn modelId="{E653E319-BE4A-486A-B393-4D35B2E79B20}" srcId="{9B66E9AE-0F49-4324-B5C6-88E68B146997}" destId="{2DCA6107-7F99-4E4C-84EF-CA81A993E1ED}" srcOrd="3" destOrd="0" parTransId="{27125481-154E-4653-A08E-786B50C4D00F}" sibTransId="{642C687D-D75B-4053-8D7F-6DAAA8318DD5}"/>
    <dgm:cxn modelId="{D2BD122A-4D0A-4C27-A30C-C765228FC790}" type="presOf" srcId="{AF1C3785-09CF-43EB-8AC1-600A9793436B}" destId="{BFC99E5C-FC82-4D28-A089-332541DBA54D}" srcOrd="0" destOrd="0" presId="urn:microsoft.com/office/officeart/2018/2/layout/IconLabelList"/>
    <dgm:cxn modelId="{CDB8455F-3F61-4CD3-A9A9-66C4E3E9244C}" type="presOf" srcId="{A6CE6C33-F134-4BCA-9A55-97AE45E322D1}" destId="{82F128D7-0B02-49DC-82A9-F1E1FF3D2EA0}" srcOrd="0" destOrd="0" presId="urn:microsoft.com/office/officeart/2018/2/layout/IconLabelList"/>
    <dgm:cxn modelId="{A2D46748-AB26-4C44-A432-DC2E8775B04E}" srcId="{9B66E9AE-0F49-4324-B5C6-88E68B146997}" destId="{63826752-95AE-4C66-AFC8-C6BF7671B4CB}" srcOrd="2" destOrd="0" parTransId="{5F206145-B6FF-491C-A078-853944A76799}" sibTransId="{522A9073-1336-4448-8CC9-5561C9F9BC97}"/>
    <dgm:cxn modelId="{4163A583-CB72-404E-972C-040CF3ECA711}" srcId="{9B66E9AE-0F49-4324-B5C6-88E68B146997}" destId="{56A4D548-A49F-4790-BFFA-B1108528CD32}" srcOrd="4" destOrd="0" parTransId="{E1A3D236-EF35-47AC-AA08-905AC75452B8}" sibTransId="{21130E50-0798-46A4-B965-E84A9FEEA4B9}"/>
    <dgm:cxn modelId="{A4D6F198-F1A3-4633-8EE3-477FC6B87B27}" type="presOf" srcId="{61CC6EFB-F0B5-43BD-B372-5155F1F2E387}" destId="{14D8793B-C26F-4D11-81B9-DBB9A4ED0B3A}" srcOrd="0" destOrd="0" presId="urn:microsoft.com/office/officeart/2018/2/layout/IconLabelList"/>
    <dgm:cxn modelId="{40AECEA3-F86E-482F-A31A-DCE476592211}" type="presOf" srcId="{56A4D548-A49F-4790-BFFA-B1108528CD32}" destId="{07520655-7DCD-4C25-A29C-943F4AD2BB0F}" srcOrd="0" destOrd="0" presId="urn:microsoft.com/office/officeart/2018/2/layout/IconLabelList"/>
    <dgm:cxn modelId="{B00D8AB3-356F-4C9F-A02B-914CF81AE22B}" srcId="{9B66E9AE-0F49-4324-B5C6-88E68B146997}" destId="{A6CE6C33-F134-4BCA-9A55-97AE45E322D1}" srcOrd="5" destOrd="0" parTransId="{DAB8281E-B739-4024-A947-C7E970AD053A}" sibTransId="{91C1DB2D-5E04-4167-91F3-67B3A6E2B9BC}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182F22CE-1E53-4B0F-90B6-505FBAA5482F}" srcId="{9B66E9AE-0F49-4324-B5C6-88E68B146997}" destId="{61CC6EFB-F0B5-43BD-B372-5155F1F2E387}" srcOrd="1" destOrd="0" parTransId="{3BB07ED1-0090-49C9-9211-C32C56EA2B85}" sibTransId="{8D25360E-8CAD-4D21-850F-7EE7450D68E0}"/>
    <dgm:cxn modelId="{B0D541D8-8179-41A2-8E8F-305E7686979B}" srcId="{9B66E9AE-0F49-4324-B5C6-88E68B146997}" destId="{AF1C3785-09CF-43EB-8AC1-600A9793436B}" srcOrd="0" destOrd="0" parTransId="{D38AD96B-D14D-4CA5-A2E1-1B42EF3BF6E3}" sibTransId="{0AF71248-7037-48E7-870B-71A3ABFDCC52}"/>
    <dgm:cxn modelId="{60AF1ADC-21E7-4BBA-924C-C367851A7E46}" type="presOf" srcId="{63826752-95AE-4C66-AFC8-C6BF7671B4CB}" destId="{7E7C3141-0557-48B0-85CE-342B2182913C}" srcOrd="0" destOrd="0" presId="urn:microsoft.com/office/officeart/2018/2/layout/IconLabelList"/>
    <dgm:cxn modelId="{F1F32E6A-7B64-4EF4-8455-805CAF95E38C}" type="presParOf" srcId="{10CA44A9-4959-499A-A363-A08535EF544F}" destId="{6AF4BAF7-B9FE-4DA8-9DC9-E08E6821873E}" srcOrd="0" destOrd="0" presId="urn:microsoft.com/office/officeart/2018/2/layout/IconLabelList"/>
    <dgm:cxn modelId="{D777EA08-E9A4-4FAA-999C-80EABE9DDC91}" type="presParOf" srcId="{6AF4BAF7-B9FE-4DA8-9DC9-E08E6821873E}" destId="{F488F0B4-9046-4DE5-9E0F-ABFD6EA097DD}" srcOrd="0" destOrd="0" presId="urn:microsoft.com/office/officeart/2018/2/layout/IconLabelList"/>
    <dgm:cxn modelId="{D10C33EE-C123-44BF-9650-F9F6B9A5234D}" type="presParOf" srcId="{6AF4BAF7-B9FE-4DA8-9DC9-E08E6821873E}" destId="{072EED07-AF1D-487C-95D2-C75440F94147}" srcOrd="1" destOrd="0" presId="urn:microsoft.com/office/officeart/2018/2/layout/IconLabelList"/>
    <dgm:cxn modelId="{2A2DFD69-7BEE-4D14-A985-E052D5FABA47}" type="presParOf" srcId="{6AF4BAF7-B9FE-4DA8-9DC9-E08E6821873E}" destId="{BFC99E5C-FC82-4D28-A089-332541DBA54D}" srcOrd="2" destOrd="0" presId="urn:microsoft.com/office/officeart/2018/2/layout/IconLabelList"/>
    <dgm:cxn modelId="{43E97610-9AF8-42C8-8AB6-C508F208C901}" type="presParOf" srcId="{10CA44A9-4959-499A-A363-A08535EF544F}" destId="{09907525-69D6-4396-A451-BC2DD2C2C42C}" srcOrd="1" destOrd="0" presId="urn:microsoft.com/office/officeart/2018/2/layout/IconLabelList"/>
    <dgm:cxn modelId="{8FBFDC1D-CDED-42D8-807B-8C224F78124D}" type="presParOf" srcId="{10CA44A9-4959-499A-A363-A08535EF544F}" destId="{5F0D6DBC-12D5-4B57-888E-3EBC1817168B}" srcOrd="2" destOrd="0" presId="urn:microsoft.com/office/officeart/2018/2/layout/IconLabelList"/>
    <dgm:cxn modelId="{28162261-12BE-4C11-B701-DB9B47D048A9}" type="presParOf" srcId="{5F0D6DBC-12D5-4B57-888E-3EBC1817168B}" destId="{B99565C1-B5F5-490F-9BEE-E0D201EBDBB8}" srcOrd="0" destOrd="0" presId="urn:microsoft.com/office/officeart/2018/2/layout/IconLabelList"/>
    <dgm:cxn modelId="{8C463674-7616-4AAD-9C85-F6B67AE0F6F6}" type="presParOf" srcId="{5F0D6DBC-12D5-4B57-888E-3EBC1817168B}" destId="{C738D69B-67B1-42E1-AB89-C0AAAA7C67A8}" srcOrd="1" destOrd="0" presId="urn:microsoft.com/office/officeart/2018/2/layout/IconLabelList"/>
    <dgm:cxn modelId="{13F3E6FB-B417-4A34-8D55-7D465847A939}" type="presParOf" srcId="{5F0D6DBC-12D5-4B57-888E-3EBC1817168B}" destId="{14D8793B-C26F-4D11-81B9-DBB9A4ED0B3A}" srcOrd="2" destOrd="0" presId="urn:microsoft.com/office/officeart/2018/2/layout/IconLabelList"/>
    <dgm:cxn modelId="{464B68E6-6ADE-4088-A03C-646AB3271E40}" type="presParOf" srcId="{10CA44A9-4959-499A-A363-A08535EF544F}" destId="{19ABC814-5F4A-4EB7-BE01-B84328D071F2}" srcOrd="3" destOrd="0" presId="urn:microsoft.com/office/officeart/2018/2/layout/IconLabelList"/>
    <dgm:cxn modelId="{AF2EA0E0-1B62-4464-8F70-9F0C3417F5BE}" type="presParOf" srcId="{10CA44A9-4959-499A-A363-A08535EF544F}" destId="{5FD5FB0E-FFA4-4754-AF69-0699060C558F}" srcOrd="4" destOrd="0" presId="urn:microsoft.com/office/officeart/2018/2/layout/IconLabelList"/>
    <dgm:cxn modelId="{0650B158-7067-4E32-9B57-53A293448541}" type="presParOf" srcId="{5FD5FB0E-FFA4-4754-AF69-0699060C558F}" destId="{8433BDCF-688D-40A8-9AA6-8E6C43D8F253}" srcOrd="0" destOrd="0" presId="urn:microsoft.com/office/officeart/2018/2/layout/IconLabelList"/>
    <dgm:cxn modelId="{00446B57-4E3E-40B4-A872-5564800D172D}" type="presParOf" srcId="{5FD5FB0E-FFA4-4754-AF69-0699060C558F}" destId="{3CE5437D-286B-46B2-91DD-72414E3B8C81}" srcOrd="1" destOrd="0" presId="urn:microsoft.com/office/officeart/2018/2/layout/IconLabelList"/>
    <dgm:cxn modelId="{D739AB70-DDBD-4241-8477-34808A02C25F}" type="presParOf" srcId="{5FD5FB0E-FFA4-4754-AF69-0699060C558F}" destId="{7E7C3141-0557-48B0-85CE-342B2182913C}" srcOrd="2" destOrd="0" presId="urn:microsoft.com/office/officeart/2018/2/layout/IconLabelList"/>
    <dgm:cxn modelId="{001A8BE1-C7BC-4150-B595-C711C0E9034C}" type="presParOf" srcId="{10CA44A9-4959-499A-A363-A08535EF544F}" destId="{242D5280-B14D-48AB-BC91-88FB0916A9D6}" srcOrd="5" destOrd="0" presId="urn:microsoft.com/office/officeart/2018/2/layout/IconLabelList"/>
    <dgm:cxn modelId="{6FC68E02-A3FA-436A-9AFE-CB4073ECB838}" type="presParOf" srcId="{10CA44A9-4959-499A-A363-A08535EF544F}" destId="{CB775EB4-DB18-41CB-BE57-E169A26CDB08}" srcOrd="6" destOrd="0" presId="urn:microsoft.com/office/officeart/2018/2/layout/IconLabelList"/>
    <dgm:cxn modelId="{9EC6072A-4423-4515-AB1C-AFC2795894EF}" type="presParOf" srcId="{CB775EB4-DB18-41CB-BE57-E169A26CDB08}" destId="{D5502D75-36A8-4EC1-A85E-3EF1AD5C2F62}" srcOrd="0" destOrd="0" presId="urn:microsoft.com/office/officeart/2018/2/layout/IconLabelList"/>
    <dgm:cxn modelId="{C4751CB3-0818-4E03-9B41-79B3E4D31A24}" type="presParOf" srcId="{CB775EB4-DB18-41CB-BE57-E169A26CDB08}" destId="{7CA2727B-407A-41DE-BE08-D9E29FB7816E}" srcOrd="1" destOrd="0" presId="urn:microsoft.com/office/officeart/2018/2/layout/IconLabelList"/>
    <dgm:cxn modelId="{43D1628C-68FB-46F7-9E12-FC517BE3AE4B}" type="presParOf" srcId="{CB775EB4-DB18-41CB-BE57-E169A26CDB08}" destId="{0D7EDA63-E00F-4AA9-B6D7-3B17E36203DC}" srcOrd="2" destOrd="0" presId="urn:microsoft.com/office/officeart/2018/2/layout/IconLabelList"/>
    <dgm:cxn modelId="{EFA10703-694E-43A3-AC12-B0550BBA99A3}" type="presParOf" srcId="{10CA44A9-4959-499A-A363-A08535EF544F}" destId="{04CF263C-B5A7-4870-8E6C-8348DA774218}" srcOrd="7" destOrd="0" presId="urn:microsoft.com/office/officeart/2018/2/layout/IconLabelList"/>
    <dgm:cxn modelId="{CBCAB436-66A7-448B-85D1-FE9153E1E35E}" type="presParOf" srcId="{10CA44A9-4959-499A-A363-A08535EF544F}" destId="{D839FB8A-2E24-464A-9D33-79A68FDAE1C7}" srcOrd="8" destOrd="0" presId="urn:microsoft.com/office/officeart/2018/2/layout/IconLabelList"/>
    <dgm:cxn modelId="{9775563F-5A8F-43C7-95AC-2E0E6BF6F4C3}" type="presParOf" srcId="{D839FB8A-2E24-464A-9D33-79A68FDAE1C7}" destId="{83A95678-D549-48C1-B06B-8E839F6A6DAB}" srcOrd="0" destOrd="0" presId="urn:microsoft.com/office/officeart/2018/2/layout/IconLabelList"/>
    <dgm:cxn modelId="{1D2B4581-851A-44C0-9615-EB1C38C091B7}" type="presParOf" srcId="{D839FB8A-2E24-464A-9D33-79A68FDAE1C7}" destId="{CC3B8B47-C5B9-4C46-82DC-93A9D5C73BF7}" srcOrd="1" destOrd="0" presId="urn:microsoft.com/office/officeart/2018/2/layout/IconLabelList"/>
    <dgm:cxn modelId="{DBB6BDC4-7F1A-4C58-BCDF-C7C1274ECB01}" type="presParOf" srcId="{D839FB8A-2E24-464A-9D33-79A68FDAE1C7}" destId="{07520655-7DCD-4C25-A29C-943F4AD2BB0F}" srcOrd="2" destOrd="0" presId="urn:microsoft.com/office/officeart/2018/2/layout/IconLabelList"/>
    <dgm:cxn modelId="{33022CCB-55F3-4E07-A109-B2483AD26C72}" type="presParOf" srcId="{10CA44A9-4959-499A-A363-A08535EF544F}" destId="{F210C946-4553-44FA-921C-DB6E0391699C}" srcOrd="9" destOrd="0" presId="urn:microsoft.com/office/officeart/2018/2/layout/IconLabelList"/>
    <dgm:cxn modelId="{D58C003F-CDB3-4F76-AA0D-54CF7565FB31}" type="presParOf" srcId="{10CA44A9-4959-499A-A363-A08535EF544F}" destId="{797E03BE-5660-40B4-B589-8C97168A26AE}" srcOrd="10" destOrd="0" presId="urn:microsoft.com/office/officeart/2018/2/layout/IconLabelList"/>
    <dgm:cxn modelId="{AD36A15C-77EA-4006-BBC0-6D91691420F9}" type="presParOf" srcId="{797E03BE-5660-40B4-B589-8C97168A26AE}" destId="{7FFCB20B-818E-4B32-B8C6-FA8C2A71345E}" srcOrd="0" destOrd="0" presId="urn:microsoft.com/office/officeart/2018/2/layout/IconLabelList"/>
    <dgm:cxn modelId="{331C7E18-4B2A-4BBB-9360-5C9DF85491CA}" type="presParOf" srcId="{797E03BE-5660-40B4-B589-8C97168A26AE}" destId="{94C88412-C319-4BB9-9BA7-6BC08A0381A5}" srcOrd="1" destOrd="0" presId="urn:microsoft.com/office/officeart/2018/2/layout/IconLabelList"/>
    <dgm:cxn modelId="{C03A9FDD-A29E-42FE-B4FE-A6B4C18C6B3E}" type="presParOf" srcId="{797E03BE-5660-40B4-B589-8C97168A26AE}" destId="{82F128D7-0B02-49DC-82A9-F1E1FF3D2E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8F0B4-9046-4DE5-9E0F-ABFD6EA097DD}">
      <dsp:nvSpPr>
        <dsp:cNvPr id="0" name=""/>
        <dsp:cNvSpPr/>
      </dsp:nvSpPr>
      <dsp:spPr>
        <a:xfrm>
          <a:off x="607505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99E5C-FC82-4D28-A089-332541DBA54D}">
      <dsp:nvSpPr>
        <dsp:cNvPr id="0" name=""/>
        <dsp:cNvSpPr/>
      </dsp:nvSpPr>
      <dsp:spPr>
        <a:xfrm>
          <a:off x="117339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Python for Data Analysis</a:t>
          </a:r>
        </a:p>
      </dsp:txBody>
      <dsp:txXfrm>
        <a:off x="117339" y="1418492"/>
        <a:ext cx="1782421" cy="712968"/>
      </dsp:txXfrm>
    </dsp:sp>
    <dsp:sp modelId="{B99565C1-B5F5-490F-9BEE-E0D201EBDBB8}">
      <dsp:nvSpPr>
        <dsp:cNvPr id="0" name=""/>
        <dsp:cNvSpPr/>
      </dsp:nvSpPr>
      <dsp:spPr>
        <a:xfrm>
          <a:off x="2701851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8793B-C26F-4D11-81B9-DBB9A4ED0B3A}">
      <dsp:nvSpPr>
        <dsp:cNvPr id="0" name=""/>
        <dsp:cNvSpPr/>
      </dsp:nvSpPr>
      <dsp:spPr>
        <a:xfrm>
          <a:off x="2211685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Kinds of Data</a:t>
          </a:r>
        </a:p>
      </dsp:txBody>
      <dsp:txXfrm>
        <a:off x="2211685" y="1418492"/>
        <a:ext cx="1782421" cy="712968"/>
      </dsp:txXfrm>
    </dsp:sp>
    <dsp:sp modelId="{8433BDCF-688D-40A8-9AA6-8E6C43D8F253}">
      <dsp:nvSpPr>
        <dsp:cNvPr id="0" name=""/>
        <dsp:cNvSpPr/>
      </dsp:nvSpPr>
      <dsp:spPr>
        <a:xfrm>
          <a:off x="4796196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C3141-0557-48B0-85CE-342B2182913C}">
      <dsp:nvSpPr>
        <dsp:cNvPr id="0" name=""/>
        <dsp:cNvSpPr/>
      </dsp:nvSpPr>
      <dsp:spPr>
        <a:xfrm>
          <a:off x="4306030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Essential Libraries</a:t>
          </a:r>
        </a:p>
      </dsp:txBody>
      <dsp:txXfrm>
        <a:off x="4306030" y="1418492"/>
        <a:ext cx="1782421" cy="712968"/>
      </dsp:txXfrm>
    </dsp:sp>
    <dsp:sp modelId="{D5502D75-36A8-4EC1-A85E-3EF1AD5C2F62}">
      <dsp:nvSpPr>
        <dsp:cNvPr id="0" name=""/>
        <dsp:cNvSpPr/>
      </dsp:nvSpPr>
      <dsp:spPr>
        <a:xfrm>
          <a:off x="607505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EDA63-E00F-4AA9-B6D7-3B17E36203DC}">
      <dsp:nvSpPr>
        <dsp:cNvPr id="0" name=""/>
        <dsp:cNvSpPr/>
      </dsp:nvSpPr>
      <dsp:spPr>
        <a:xfrm>
          <a:off x="117339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Python Language Semantics</a:t>
          </a:r>
        </a:p>
      </dsp:txBody>
      <dsp:txXfrm>
        <a:off x="117339" y="3661668"/>
        <a:ext cx="1782421" cy="712968"/>
      </dsp:txXfrm>
    </dsp:sp>
    <dsp:sp modelId="{83A95678-D549-48C1-B06B-8E839F6A6DAB}">
      <dsp:nvSpPr>
        <dsp:cNvPr id="0" name=""/>
        <dsp:cNvSpPr/>
      </dsp:nvSpPr>
      <dsp:spPr>
        <a:xfrm>
          <a:off x="2701851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20655-7DCD-4C25-A29C-943F4AD2BB0F}">
      <dsp:nvSpPr>
        <dsp:cNvPr id="0" name=""/>
        <dsp:cNvSpPr/>
      </dsp:nvSpPr>
      <dsp:spPr>
        <a:xfrm>
          <a:off x="2211685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Scalars</a:t>
          </a:r>
        </a:p>
      </dsp:txBody>
      <dsp:txXfrm>
        <a:off x="2211685" y="3661668"/>
        <a:ext cx="1782421" cy="712968"/>
      </dsp:txXfrm>
    </dsp:sp>
    <dsp:sp modelId="{7FFCB20B-818E-4B32-B8C6-FA8C2A71345E}">
      <dsp:nvSpPr>
        <dsp:cNvPr id="0" name=""/>
        <dsp:cNvSpPr/>
      </dsp:nvSpPr>
      <dsp:spPr>
        <a:xfrm>
          <a:off x="4796196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128D7-0B02-49DC-82A9-F1E1FF3D2EA0}">
      <dsp:nvSpPr>
        <dsp:cNvPr id="0" name=""/>
        <dsp:cNvSpPr/>
      </dsp:nvSpPr>
      <dsp:spPr>
        <a:xfrm>
          <a:off x="4306030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Python Control Flows</a:t>
          </a:r>
        </a:p>
      </dsp:txBody>
      <dsp:txXfrm>
        <a:off x="4306030" y="3661668"/>
        <a:ext cx="1782421" cy="71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tif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6257" y="1122363"/>
            <a:ext cx="8501742" cy="23876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b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DS 522 Data Acquisition and Analytics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681025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for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828800"/>
            <a:ext cx="5213670" cy="42153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Focus: manipulating, processing, cleaning, and crunching data.</a:t>
            </a:r>
          </a:p>
          <a:p>
            <a:r>
              <a:rPr lang="en-US" dirty="0"/>
              <a:t>Has large and active scientific computing and data analysis community.</a:t>
            </a:r>
          </a:p>
          <a:p>
            <a:r>
              <a:rPr lang="en-US" dirty="0"/>
              <a:t>Popular for data analysis for its improved open-sourced libraries (pandas, scikit-learn)</a:t>
            </a:r>
          </a:p>
          <a:p>
            <a:r>
              <a:rPr lang="en-US" dirty="0"/>
              <a:t>Scripting language – used to quickly write small programs, or scripts to automate tasks.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C66E-255E-8999-4618-8164A712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0" y="1828800"/>
            <a:ext cx="4555171" cy="42153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General-purpose language -  both for software engineering and building data applications.</a:t>
            </a:r>
          </a:p>
          <a:p>
            <a:r>
              <a:rPr lang="en-US" dirty="0"/>
              <a:t>Ease of integrating C, C++, Fortran codes – glue together legacy software.</a:t>
            </a:r>
          </a:p>
          <a:p>
            <a:r>
              <a:rPr lang="en-US" dirty="0"/>
              <a:t>Suitable language for research, prototyping, and for building the production system.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2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548" y="1883664"/>
            <a:ext cx="9812054" cy="3907537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Primary focus is on structured data, including:</a:t>
            </a:r>
          </a:p>
          <a:p>
            <a:pPr lvl="1"/>
            <a:r>
              <a:rPr lang="en-US" dirty="0"/>
              <a:t>Tabular or spreadsheet-like data </a:t>
            </a:r>
          </a:p>
          <a:p>
            <a:pPr lvl="2"/>
            <a:r>
              <a:rPr lang="en-US" dirty="0"/>
              <a:t>Relational database or tab- or comma-delimited text files</a:t>
            </a:r>
          </a:p>
          <a:p>
            <a:pPr lvl="2"/>
            <a:r>
              <a:rPr lang="en-US" dirty="0"/>
              <a:t>Different data types: string, numeric, date, Boolean</a:t>
            </a:r>
          </a:p>
          <a:p>
            <a:pPr lvl="1"/>
            <a:r>
              <a:rPr lang="en-US" dirty="0"/>
              <a:t>Multidimensional arrays (matrices)</a:t>
            </a:r>
          </a:p>
          <a:p>
            <a:pPr lvl="1"/>
            <a:r>
              <a:rPr lang="en-US" dirty="0"/>
              <a:t>Multiple tables of data interrelated by key columns</a:t>
            </a:r>
          </a:p>
          <a:p>
            <a:pPr lvl="1"/>
            <a:r>
              <a:rPr lang="en-US" dirty="0"/>
              <a:t>Evenly or unevenly spaced time series</a:t>
            </a:r>
          </a:p>
          <a:p>
            <a:r>
              <a:rPr lang="en-US" dirty="0"/>
              <a:t>A large percentage of datasets can be transformed into a structured form (more suitable for analysis).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1B868-1DE5-0961-5576-60D43676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6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83664"/>
            <a:ext cx="9905999" cy="3907537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NumPy - Numerical Python for numerical computing</a:t>
            </a:r>
          </a:p>
          <a:p>
            <a:r>
              <a:rPr lang="en-US" sz="3200" dirty="0"/>
              <a:t>Pandas – provides high-level data structures and functions</a:t>
            </a:r>
            <a:r>
              <a:rPr lang="en-US" sz="3200" b="0" i="0" dirty="0">
                <a:solidFill>
                  <a:srgbClr val="3D3B49"/>
                </a:solidFill>
                <a:effectLst/>
                <a:highlight>
                  <a:srgbClr val="FFFFFF"/>
                </a:highlight>
              </a:rPr>
              <a:t> </a:t>
            </a:r>
            <a:endParaRPr lang="en-US" sz="3200" dirty="0"/>
          </a:p>
          <a:p>
            <a:r>
              <a:rPr lang="en-US" sz="3200" dirty="0"/>
              <a:t>Matplotlib – produce plots and other two-dimensional data visualizations</a:t>
            </a:r>
          </a:p>
          <a:p>
            <a:r>
              <a:rPr lang="en-US" sz="3200" dirty="0" err="1"/>
              <a:t>Ipython</a:t>
            </a:r>
            <a:r>
              <a:rPr lang="en-US" sz="3200" dirty="0"/>
              <a:t> and </a:t>
            </a:r>
            <a:r>
              <a:rPr lang="en-US" sz="3200" dirty="0" err="1"/>
              <a:t>Jupyter</a:t>
            </a:r>
            <a:r>
              <a:rPr lang="en-US" sz="3200" dirty="0"/>
              <a:t> – interactive &amp; exploratory computing and software development</a:t>
            </a:r>
          </a:p>
          <a:p>
            <a:r>
              <a:rPr lang="en-US" sz="3200" dirty="0"/>
              <a:t>SciPy – scientific computing</a:t>
            </a:r>
          </a:p>
          <a:p>
            <a:r>
              <a:rPr lang="en-US" sz="3200" dirty="0"/>
              <a:t>scikit-learn - machine learning toolkit</a:t>
            </a:r>
          </a:p>
          <a:p>
            <a:r>
              <a:rPr lang="en-US" sz="3200" dirty="0" err="1"/>
              <a:t>Statsmodels</a:t>
            </a:r>
            <a:r>
              <a:rPr lang="en-US" sz="3200" dirty="0"/>
              <a:t> – statistical analysis</a:t>
            </a:r>
          </a:p>
          <a:p>
            <a:endParaRPr lang="en-US" sz="32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AA681-4229-2C04-CECA-5C5FFB929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4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69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4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0B6EFD-ECC7-DE21-7847-162DEF6C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/>
              <a:t>Python language basics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E21CB-D39D-3155-0230-BD8B25BDE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1630" y="2366963"/>
            <a:ext cx="3521213" cy="270351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Language semantics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Scalar types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Control flows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1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054" y="389483"/>
            <a:ext cx="9676357" cy="75297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sz="4000" dirty="0"/>
              <a:t>Language Semantics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3C32-3637-4A6D-BDDF-6FD34EE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929383"/>
            <a:ext cx="5030791" cy="758953"/>
          </a:xfrm>
        </p:spPr>
        <p:txBody>
          <a:bodyPr>
            <a:noAutofit/>
          </a:bodyPr>
          <a:lstStyle/>
          <a:p>
            <a:r>
              <a:rPr lang="en-US" sz="2800" dirty="0"/>
              <a:t>Python: Indentation, not braces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7114" y="2688337"/>
            <a:ext cx="5921880" cy="31028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Uses whitespace (</a:t>
            </a:r>
            <a:r>
              <a:rPr lang="en-US" dirty="0"/>
              <a:t>tabs</a:t>
            </a:r>
            <a:r>
              <a:rPr lang="en-US" sz="2400" dirty="0"/>
              <a:t>/spaces) to structure a code.</a:t>
            </a:r>
          </a:p>
          <a:p>
            <a:r>
              <a:rPr lang="en-US" dirty="0"/>
              <a:t>Example: </a:t>
            </a:r>
          </a:p>
          <a:p>
            <a:endParaRPr lang="en-US" dirty="0"/>
          </a:p>
          <a:p>
            <a:r>
              <a:rPr lang="en-US" dirty="0"/>
              <a:t>Colon (‘:’) – start of indented block; 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dirty="0"/>
              <a:t>same block = same indentation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30F25-2E69-A603-FB04-7EFEE6E23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0" y="1810513"/>
            <a:ext cx="4037010" cy="658367"/>
          </a:xfrm>
        </p:spPr>
        <p:txBody>
          <a:bodyPr>
            <a:normAutofit/>
          </a:bodyPr>
          <a:lstStyle/>
          <a:p>
            <a:r>
              <a:rPr lang="en-US" sz="3200" dirty="0"/>
              <a:t>C, C++, C#: Braces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8726" y="2688337"/>
            <a:ext cx="4258683" cy="3102862"/>
          </a:xfrm>
        </p:spPr>
        <p:txBody>
          <a:bodyPr>
            <a:normAutofit/>
          </a:bodyPr>
          <a:lstStyle/>
          <a:p>
            <a:r>
              <a:rPr lang="en-US" sz="2400" dirty="0"/>
              <a:t>Uses braces to structure a code.</a:t>
            </a:r>
          </a:p>
          <a:p>
            <a:r>
              <a:rPr lang="en-US" dirty="0"/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377" y="-8034"/>
            <a:ext cx="836310" cy="792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636251-4BA9-E872-AB4C-5D0253C19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207" y="3215617"/>
            <a:ext cx="1613509" cy="1645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EA55F-156B-CC76-936B-A063AC9B1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333" y="3429000"/>
            <a:ext cx="2780967" cy="182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82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58189" cy="790285"/>
          </a:xfrm>
        </p:spPr>
        <p:txBody>
          <a:bodyPr/>
          <a:lstStyle/>
          <a:p>
            <a:pPr algn="ctr"/>
            <a:r>
              <a:rPr lang="en-US" sz="3600" dirty="0"/>
              <a:t>Language Semantics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6313" y="1719072"/>
            <a:ext cx="9205026" cy="4325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Everything is an object</a:t>
            </a:r>
          </a:p>
          <a:p>
            <a:pPr lvl="1"/>
            <a:r>
              <a:rPr lang="en-US" dirty="0"/>
              <a:t>Includes numbers, strings, data structures, functions, classes, modules, etc.</a:t>
            </a:r>
          </a:p>
          <a:p>
            <a:pPr lvl="1"/>
            <a:r>
              <a:rPr lang="en-US" dirty="0"/>
              <a:t>Each object has an associated type and internal data.</a:t>
            </a:r>
          </a:p>
          <a:p>
            <a:r>
              <a:rPr lang="en-US" sz="2600" dirty="0"/>
              <a:t>Comments</a:t>
            </a:r>
          </a:p>
          <a:p>
            <a:pPr lvl="1"/>
            <a:r>
              <a:rPr lang="en-US" dirty="0"/>
              <a:t>Hash mark # is used to add comments to code.</a:t>
            </a:r>
          </a:p>
          <a:p>
            <a:pPr marL="455295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645" y="-8034"/>
            <a:ext cx="857186" cy="803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D75ECA-8039-74FA-6732-5504F99A2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263" y="4529667"/>
            <a:ext cx="3799670" cy="15145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1F4E968-A6DB-EA99-0382-FB3020B0BA54}"/>
              </a:ext>
            </a:extLst>
          </p:cNvPr>
          <p:cNvSpPr/>
          <p:nvPr/>
        </p:nvSpPr>
        <p:spPr>
          <a:xfrm>
            <a:off x="2116667" y="5071533"/>
            <a:ext cx="2954866" cy="719667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B5B92A-46EA-02EA-F827-016FF95B5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728" y="4854885"/>
            <a:ext cx="3839111" cy="33656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FE7DC5B-E639-A169-FDD2-76FD1EF066DD}"/>
              </a:ext>
            </a:extLst>
          </p:cNvPr>
          <p:cNvSpPr/>
          <p:nvPr/>
        </p:nvSpPr>
        <p:spPr>
          <a:xfrm flipH="1">
            <a:off x="5122031" y="5312325"/>
            <a:ext cx="677636" cy="20794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91DF92C-E0AA-BBBB-B3C0-532AC3F9EE23}"/>
              </a:ext>
            </a:extLst>
          </p:cNvPr>
          <p:cNvSpPr/>
          <p:nvPr/>
        </p:nvSpPr>
        <p:spPr>
          <a:xfrm flipH="1">
            <a:off x="10011928" y="4967562"/>
            <a:ext cx="677636" cy="20794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8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58189" cy="727655"/>
          </a:xfrm>
        </p:spPr>
        <p:txBody>
          <a:bodyPr/>
          <a:lstStyle/>
          <a:p>
            <a:pPr algn="ctr"/>
            <a:r>
              <a:rPr lang="en-US" sz="3600" dirty="0"/>
              <a:t>Language Semantics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09" y="1719072"/>
            <a:ext cx="9591245" cy="4325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Function and object method calls</a:t>
            </a:r>
          </a:p>
          <a:p>
            <a:pPr lvl="1"/>
            <a:r>
              <a:rPr lang="en-US" dirty="0"/>
              <a:t>Use parenthesis ( ) to make function calls</a:t>
            </a:r>
          </a:p>
          <a:p>
            <a:pPr lvl="1"/>
            <a:r>
              <a:rPr lang="en-US" dirty="0"/>
              <a:t>Can pass no or more arguments to a function. </a:t>
            </a:r>
          </a:p>
          <a:p>
            <a:pPr lvl="1"/>
            <a:r>
              <a:rPr lang="en-US" dirty="0"/>
              <a:t>Can assign the returned value to a variable.</a:t>
            </a:r>
          </a:p>
          <a:p>
            <a:pPr lvl="1"/>
            <a:r>
              <a:rPr lang="en-US" i="1" dirty="0"/>
              <a:t>Methods – </a:t>
            </a:r>
            <a:r>
              <a:rPr lang="en-US" dirty="0"/>
              <a:t>attached function to</a:t>
            </a:r>
            <a:r>
              <a:rPr lang="en-US" i="1" dirty="0"/>
              <a:t> a</a:t>
            </a:r>
            <a:r>
              <a:rPr lang="en-US" dirty="0"/>
              <a:t>lmost every object in Python that can access the contents in the object. </a:t>
            </a:r>
          </a:p>
          <a:p>
            <a:pPr lvl="1"/>
            <a:r>
              <a:rPr lang="en-US" dirty="0"/>
              <a:t>Syntax:</a:t>
            </a:r>
          </a:p>
          <a:p>
            <a:pPr lvl="1"/>
            <a:r>
              <a:rPr lang="en-US" dirty="0"/>
              <a:t>Takes positional(first 3 in the example) and keyword(last 2 in the example) arguments</a:t>
            </a:r>
          </a:p>
          <a:p>
            <a:pPr marL="455295" lvl="1" indent="0">
              <a:buNone/>
            </a:pPr>
            <a:r>
              <a:rPr lang="en-US" sz="1800" dirty="0"/>
              <a:t>			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206" y="-8034"/>
            <a:ext cx="867625" cy="824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EFFCC5-9F72-65E2-0B24-17E180C7D2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490"/>
          <a:stretch/>
        </p:blipFill>
        <p:spPr>
          <a:xfrm>
            <a:off x="6558896" y="3107942"/>
            <a:ext cx="2819092" cy="423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E4F860-9BA8-B383-3DD5-3A1F24B1D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394" y="4342274"/>
            <a:ext cx="2863416" cy="3561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13F6EE-CAFC-040C-8430-A515E2C2B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225" y="5423170"/>
            <a:ext cx="4686806" cy="577360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EF0985EE-BD21-2869-709D-AEF0B778BC21}"/>
              </a:ext>
            </a:extLst>
          </p:cNvPr>
          <p:cNvSpPr/>
          <p:nvPr/>
        </p:nvSpPr>
        <p:spPr>
          <a:xfrm>
            <a:off x="3115732" y="5074848"/>
            <a:ext cx="364068" cy="479285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-Up 17">
            <a:extLst>
              <a:ext uri="{FF2B5EF4-FFF2-40B4-BE49-F238E27FC236}">
                <a16:creationId xmlns:a16="http://schemas.microsoft.com/office/drawing/2014/main" id="{B01805DE-EFD4-3EE5-C8EA-354CC27A4BFA}"/>
              </a:ext>
            </a:extLst>
          </p:cNvPr>
          <p:cNvSpPr/>
          <p:nvPr/>
        </p:nvSpPr>
        <p:spPr>
          <a:xfrm>
            <a:off x="5943037" y="5190118"/>
            <a:ext cx="908456" cy="724137"/>
          </a:xfrm>
          <a:prstGeom prst="lef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5B335-32F5-EA43-9A77-A75A069ED3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6738" y="2650067"/>
            <a:ext cx="824062" cy="32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7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139" y="336682"/>
            <a:ext cx="9488464" cy="957298"/>
          </a:xfrm>
        </p:spPr>
        <p:txBody>
          <a:bodyPr/>
          <a:lstStyle/>
          <a:p>
            <a:pPr algn="ctr"/>
            <a:r>
              <a:rPr lang="en-US" sz="3600" dirty="0"/>
              <a:t>Language Semantics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09" y="1439333"/>
            <a:ext cx="10424949" cy="4604851"/>
          </a:xfrm>
        </p:spPr>
        <p:txBody>
          <a:bodyPr>
            <a:normAutofit/>
          </a:bodyPr>
          <a:lstStyle/>
          <a:p>
            <a:r>
              <a:rPr lang="en-US" dirty="0"/>
              <a:t>Variables and argument passing</a:t>
            </a:r>
          </a:p>
          <a:p>
            <a:pPr lvl="1"/>
            <a:r>
              <a:rPr lang="en-US" dirty="0"/>
              <a:t>We assign a variable in Python by referencing to the object on the righthand side of the equal sign.</a:t>
            </a:r>
          </a:p>
          <a:p>
            <a:pPr marL="455613" lvl="1" indent="0">
              <a:buNone/>
            </a:pPr>
            <a:r>
              <a:rPr lang="en-US" sz="2000" dirty="0"/>
              <a:t>Ex. a = [1, 2, 3] </a:t>
            </a:r>
            <a:r>
              <a:rPr lang="en-US" dirty="0"/>
              <a:t>        assigning a list of integers to the variable ‘a’</a:t>
            </a:r>
          </a:p>
          <a:p>
            <a:pPr lvl="1"/>
            <a:r>
              <a:rPr lang="en-US" dirty="0"/>
              <a:t>Assign variable ‘a’ to a new variable ‘b’.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In Python, b does not copy the data a, instead the variables a and b refer to the same object.  </a:t>
            </a:r>
          </a:p>
          <a:p>
            <a:pPr marL="455613" lvl="1" indent="0">
              <a:buNone/>
            </a:pPr>
            <a:r>
              <a:rPr lang="en-US" sz="2000" dirty="0"/>
              <a:t>	</a:t>
            </a:r>
          </a:p>
          <a:p>
            <a:pPr marL="455613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207" y="2405"/>
            <a:ext cx="857186" cy="81373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B95D995F-3C81-7C79-F5E8-3B755EBB0329}"/>
              </a:ext>
            </a:extLst>
          </p:cNvPr>
          <p:cNvSpPr/>
          <p:nvPr/>
        </p:nvSpPr>
        <p:spPr>
          <a:xfrm flipH="1">
            <a:off x="3412067" y="2910873"/>
            <a:ext cx="465667" cy="18071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25DD8FC-AB9C-D312-9AF6-FB04B6630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443" y="3189021"/>
            <a:ext cx="1609950" cy="9431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7356E01-3C5B-9E88-2370-F348D62A4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67" y="4522691"/>
            <a:ext cx="4927600" cy="113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14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193" y="336682"/>
            <a:ext cx="9603286" cy="957298"/>
          </a:xfrm>
        </p:spPr>
        <p:txBody>
          <a:bodyPr/>
          <a:lstStyle/>
          <a:p>
            <a:pPr algn="ctr"/>
            <a:r>
              <a:rPr lang="en-US" sz="3600" dirty="0"/>
              <a:t>Language Semantics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09" y="1439333"/>
            <a:ext cx="10175793" cy="50850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Passing Variables and Arguments</a:t>
            </a:r>
            <a:endParaRPr lang="en-US" b="1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 lvl="1">
              <a:spcAft>
                <a:spcPts val="1200"/>
              </a:spcAft>
            </a:pPr>
            <a:r>
              <a:rPr lang="en-US" dirty="0"/>
              <a:t>Try &amp; execute:</a:t>
            </a:r>
          </a:p>
          <a:p>
            <a:pPr marL="457200" lvl="1" indent="0">
              <a:spcAft>
                <a:spcPts val="1200"/>
              </a:spcAft>
              <a:buNone/>
            </a:pPr>
            <a:endParaRPr lang="en-US"/>
          </a:p>
          <a:p>
            <a:pPr lvl="1">
              <a:spcAft>
                <a:spcPts val="1200"/>
              </a:spcAft>
            </a:pPr>
            <a:r>
              <a:rPr lang="en-US" dirty="0"/>
              <a:t>Output:</a:t>
            </a:r>
          </a:p>
          <a:p>
            <a:r>
              <a:rPr lang="en-US" dirty="0"/>
              <a:t>Dynamic references &amp; Strong types</a:t>
            </a:r>
          </a:p>
          <a:p>
            <a:pPr lvl="1">
              <a:spcAft>
                <a:spcPts val="1200"/>
              </a:spcAft>
            </a:pPr>
            <a:r>
              <a:rPr lang="en-US" sz="2100" b="1" dirty="0">
                <a:solidFill>
                  <a:schemeClr val="bg2"/>
                </a:solidFill>
                <a:latin typeface="TW Cen MT"/>
              </a:rPr>
              <a:t>type() </a:t>
            </a:r>
            <a:r>
              <a:rPr lang="en-US" sz="2100" dirty="0">
                <a:latin typeface="TW Cen MT"/>
              </a:rPr>
              <a:t>- </a:t>
            </a:r>
            <a:r>
              <a:rPr lang="en-US" dirty="0"/>
              <a:t>finds the type of an object in Python. 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Output: 			</a:t>
            </a:r>
          </a:p>
          <a:p>
            <a:pPr marL="455295" lvl="1" indent="0">
              <a:buNone/>
            </a:pPr>
            <a:r>
              <a:rPr lang="en-US" sz="2000" dirty="0"/>
              <a:t>	</a:t>
            </a:r>
          </a:p>
          <a:p>
            <a:pPr marL="455295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768" y="-8034"/>
            <a:ext cx="878063" cy="824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EAD646-362B-D24A-C73C-7BF68A9032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791"/>
          <a:stretch/>
        </p:blipFill>
        <p:spPr>
          <a:xfrm>
            <a:off x="2738457" y="3408094"/>
            <a:ext cx="1637341" cy="473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132E48-F942-5DF0-5181-2D3947CB23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740" b="10354"/>
          <a:stretch/>
        </p:blipFill>
        <p:spPr>
          <a:xfrm>
            <a:off x="3346824" y="2818687"/>
            <a:ext cx="1781424" cy="3471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8F65DB-8CF4-7CEC-1E78-A32BB6C27A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7497"/>
          <a:stretch/>
        </p:blipFill>
        <p:spPr>
          <a:xfrm>
            <a:off x="2926234" y="5048939"/>
            <a:ext cx="1671654" cy="3471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E3E2FB-60FD-8944-C22D-7C1B603F8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346" y="5488125"/>
            <a:ext cx="1650068" cy="5500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0B644F-EB1F-9B8B-37DE-F8DD303FE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5424" y="1879492"/>
            <a:ext cx="1409700" cy="447675"/>
          </a:xfrm>
          <a:prstGeom prst="rect">
            <a:avLst/>
          </a:prstGeom>
        </p:spPr>
      </p:pic>
      <p:pic>
        <p:nvPicPr>
          <p:cNvPr id="7" name="Picture 6" descr="A screenshot of a white board&#10;&#10;Description automatically generated">
            <a:extLst>
              <a:ext uri="{FF2B5EF4-FFF2-40B4-BE49-F238E27FC236}">
                <a16:creationId xmlns:a16="http://schemas.microsoft.com/office/drawing/2014/main" id="{040B574B-A09A-7C26-C943-BC494924AB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672" y="1819340"/>
            <a:ext cx="1428491" cy="9333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9ACBB2-9D42-8C72-48A6-2D7526BD1C47}"/>
              </a:ext>
            </a:extLst>
          </p:cNvPr>
          <p:cNvSpPr txBox="1"/>
          <p:nvPr/>
        </p:nvSpPr>
        <p:spPr>
          <a:xfrm>
            <a:off x="6004016" y="1740823"/>
            <a:ext cx="3971059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b="1" i="1" dirty="0">
                <a:latin typeface="TW Cen MT"/>
              </a:rPr>
              <a:t>Binding</a:t>
            </a:r>
            <a:r>
              <a:rPr lang="en-US" sz="1900" b="1" dirty="0">
                <a:latin typeface="TW Cen MT"/>
              </a:rPr>
              <a:t> </a:t>
            </a:r>
            <a:r>
              <a:rPr lang="en-US" sz="1900" dirty="0">
                <a:latin typeface="TW Cen MT"/>
              </a:rPr>
              <a:t>(or assignment)</a:t>
            </a:r>
            <a:endParaRPr lang="en-US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ECD70DC4-B73C-65CE-4165-F54C4A1D26F2}"/>
              </a:ext>
            </a:extLst>
          </p:cNvPr>
          <p:cNvSpPr/>
          <p:nvPr/>
        </p:nvSpPr>
        <p:spPr>
          <a:xfrm>
            <a:off x="5587534" y="1937400"/>
            <a:ext cx="412560" cy="8462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BD7D3C36-1E3A-2FCD-12E1-D4BF2395D804}"/>
              </a:ext>
            </a:extLst>
          </p:cNvPr>
          <p:cNvSpPr/>
          <p:nvPr/>
        </p:nvSpPr>
        <p:spPr>
          <a:xfrm>
            <a:off x="4199230" y="3461399"/>
            <a:ext cx="349931" cy="7418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0E954-C37D-AFE4-1ED8-8365E33CC342}"/>
              </a:ext>
            </a:extLst>
          </p:cNvPr>
          <p:cNvSpPr txBox="1"/>
          <p:nvPr/>
        </p:nvSpPr>
        <p:spPr>
          <a:xfrm>
            <a:off x="4072920" y="3264822"/>
            <a:ext cx="5776894" cy="8894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20000"/>
              </a:lnSpc>
              <a:spcBef>
                <a:spcPts val="500"/>
              </a:spcBef>
              <a:spcAft>
                <a:spcPts val="1200"/>
              </a:spcAft>
            </a:pPr>
            <a:r>
              <a:rPr lang="en-US" sz="1900" dirty="0">
                <a:latin typeface="TW Cen MT"/>
              </a:rPr>
              <a:t>b = [1, 2, 3, 4] because of </a:t>
            </a:r>
            <a:r>
              <a:rPr lang="en-US" sz="1900" b="1" dirty="0">
                <a:latin typeface="TW Cen MT"/>
              </a:rPr>
              <a:t>binding</a:t>
            </a:r>
            <a:r>
              <a:rPr lang="en-US" sz="1900" dirty="0">
                <a:latin typeface="TW Cen MT"/>
              </a:rPr>
              <a:t>; and b == a</a:t>
            </a:r>
            <a:endParaRPr lang="en-US" dirty="0"/>
          </a:p>
          <a:p>
            <a:endParaRPr lang="en-US" sz="1900" dirty="0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3882248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1B16-D9B7-0D11-D762-2A06DDF4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0" y="138963"/>
            <a:ext cx="9582411" cy="1054226"/>
          </a:xfrm>
        </p:spPr>
        <p:txBody>
          <a:bodyPr/>
          <a:lstStyle/>
          <a:p>
            <a:r>
              <a:rPr lang="en-US" sz="3600" dirty="0"/>
              <a:t>Language Semantics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1D59D-4F64-7B67-7336-BE17B61A3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1122458"/>
            <a:ext cx="4649783" cy="548640"/>
          </a:xfrm>
        </p:spPr>
        <p:txBody>
          <a:bodyPr/>
          <a:lstStyle/>
          <a:p>
            <a:r>
              <a:rPr lang="en-US" dirty="0"/>
              <a:t>Binary 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04AD4-A9E9-40AF-B81B-9F6F3C8DB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3898" y="1660661"/>
            <a:ext cx="5486909" cy="41305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Most </a:t>
            </a:r>
            <a:r>
              <a:rPr lang="en-US" b="1" dirty="0"/>
              <a:t>binary operations</a:t>
            </a:r>
            <a:r>
              <a:rPr lang="en-US" dirty="0"/>
              <a:t> are similar to other languages.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60324-9FDB-C638-DF8F-831E83B2B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223042"/>
            <a:ext cx="4262562" cy="448056"/>
          </a:xfrm>
        </p:spPr>
        <p:txBody>
          <a:bodyPr/>
          <a:lstStyle/>
          <a:p>
            <a:r>
              <a:rPr lang="en-US" dirty="0"/>
              <a:t>Comparison operators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AAA593-D1FE-760F-F803-A37467A46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1681537"/>
            <a:ext cx="4846716" cy="41096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Most </a:t>
            </a:r>
            <a:r>
              <a:rPr lang="en-US" b="1" dirty="0"/>
              <a:t>comparison operations</a:t>
            </a:r>
            <a:r>
              <a:rPr lang="en-US" dirty="0"/>
              <a:t> and are similar to other languages.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173C92-94EF-2408-8C95-12D97E37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660" y="2411515"/>
            <a:ext cx="4299796" cy="3986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08CC34-A228-97A6-2768-8AD6450C0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834" y="3108371"/>
            <a:ext cx="4703049" cy="25993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043C66-3D1E-1836-5E57-441B9779D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34" y="2678226"/>
            <a:ext cx="4703049" cy="427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209163-99A8-7333-8989-07DD250E2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768" y="2404"/>
            <a:ext cx="878063" cy="7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85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r>
              <a:rPr lang="en-US" sz="3600" dirty="0"/>
              <a:t>Language Semantics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3683" y="1716598"/>
            <a:ext cx="9905998" cy="46195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Mutable and immutable objects</a:t>
            </a:r>
          </a:p>
          <a:p>
            <a:pPr lvl="1"/>
            <a:r>
              <a:rPr lang="en-US" b="1" i="1" dirty="0">
                <a:solidFill>
                  <a:schemeClr val="bg2"/>
                </a:solidFill>
                <a:latin typeface="TW Cen MT"/>
              </a:rPr>
              <a:t>Mutable</a:t>
            </a:r>
            <a:r>
              <a:rPr lang="en-US" i="1" dirty="0"/>
              <a:t> - </a:t>
            </a:r>
            <a:r>
              <a:rPr lang="en-US" dirty="0"/>
              <a:t>values can be modified; </a:t>
            </a:r>
            <a:r>
              <a:rPr lang="en-US" dirty="0">
                <a:latin typeface="Tw Cen MT"/>
              </a:rPr>
              <a:t>m</a:t>
            </a:r>
            <a:r>
              <a:rPr lang="en-US" dirty="0">
                <a:latin typeface="TW Cen MT"/>
              </a:rPr>
              <a:t>ost objects in Python are mutable.</a:t>
            </a:r>
          </a:p>
          <a:p>
            <a:pPr lvl="1"/>
            <a:r>
              <a:rPr lang="en-US" dirty="0"/>
              <a:t>Mutable: lists, </a:t>
            </a:r>
            <a:r>
              <a:rPr lang="en-US" dirty="0" err="1"/>
              <a:t>dicts</a:t>
            </a:r>
            <a:r>
              <a:rPr lang="en-US" dirty="0"/>
              <a:t>, NumPy arrays, and most user-defined types</a:t>
            </a:r>
            <a:endParaRPr lang="en-US"/>
          </a:p>
          <a:p>
            <a:pPr lvl="1"/>
            <a:r>
              <a:rPr lang="en-US" dirty="0"/>
              <a:t>Example: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lvl="1"/>
            <a:endParaRPr lang="en-US" dirty="0"/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 Result:         		             last item changed from[4,5] to (3, 4)</a:t>
            </a:r>
          </a:p>
          <a:p>
            <a:pPr lvl="1"/>
            <a:r>
              <a:rPr lang="en-US" b="1" i="1" dirty="0">
                <a:solidFill>
                  <a:schemeClr val="bg2"/>
                </a:solidFill>
              </a:rPr>
              <a:t>Immutable</a:t>
            </a:r>
            <a:r>
              <a:rPr lang="en-US" i="1" dirty="0"/>
              <a:t> – values can’t be modified: </a:t>
            </a:r>
            <a:r>
              <a:rPr lang="en-US" dirty="0"/>
              <a:t>strings and tuples</a:t>
            </a:r>
          </a:p>
          <a:p>
            <a:pPr lvl="1"/>
            <a:r>
              <a:rPr lang="en-US" dirty="0"/>
              <a:t>Example: </a:t>
            </a:r>
          </a:p>
          <a:p>
            <a:pPr lvl="1"/>
            <a:r>
              <a:rPr lang="en-US" dirty="0"/>
              <a:t>Try: 			                         </a:t>
            </a:r>
            <a:r>
              <a:rPr lang="en-US" dirty="0" err="1"/>
              <a:t>TypeError</a:t>
            </a:r>
            <a:r>
              <a:rPr lang="en-US" dirty="0"/>
              <a:t> because tuples are immutable.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3" y="-8034"/>
            <a:ext cx="836310" cy="751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759168-4503-7934-BC0B-3163890DB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65" t="3809" b="44484"/>
          <a:stretch/>
        </p:blipFill>
        <p:spPr>
          <a:xfrm>
            <a:off x="3209070" y="3181296"/>
            <a:ext cx="2872324" cy="7307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67CDB9-2966-162F-4F73-F09CB2AF3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613" y="4146385"/>
            <a:ext cx="2596323" cy="5531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42D89B-FC70-6CAD-33AF-F2CEE26413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9914"/>
          <a:stretch/>
        </p:blipFill>
        <p:spPr>
          <a:xfrm>
            <a:off x="3321543" y="5374237"/>
            <a:ext cx="3064911" cy="2801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26F808-B075-12F4-C4C2-E93AF506B9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8733" r="13409"/>
          <a:stretch/>
        </p:blipFill>
        <p:spPr>
          <a:xfrm>
            <a:off x="2810050" y="5824584"/>
            <a:ext cx="2854141" cy="280152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6F09B876-5EBD-1F51-F6A4-8532213E1A37}"/>
              </a:ext>
            </a:extLst>
          </p:cNvPr>
          <p:cNvSpPr/>
          <p:nvPr/>
        </p:nvSpPr>
        <p:spPr>
          <a:xfrm>
            <a:off x="5666836" y="4473992"/>
            <a:ext cx="853147" cy="23411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548BAD57-E3AD-7B0E-126B-193FE67AC963}"/>
              </a:ext>
            </a:extLst>
          </p:cNvPr>
          <p:cNvSpPr/>
          <p:nvPr/>
        </p:nvSpPr>
        <p:spPr>
          <a:xfrm>
            <a:off x="5959110" y="5872731"/>
            <a:ext cx="853147" cy="23411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29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E1BA-BFA4-745D-6B27-83E1E530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2BA3-E66A-7A7A-7EF0-D6FD90A39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097088"/>
            <a:ext cx="4878389" cy="3694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Scalar - “</a:t>
            </a:r>
            <a:r>
              <a:rPr lang="en-US" dirty="0">
                <a:solidFill>
                  <a:srgbClr val="FF0000"/>
                </a:solidFill>
              </a:rPr>
              <a:t>single</a:t>
            </a:r>
            <a:r>
              <a:rPr lang="en-US" dirty="0"/>
              <a:t>” value types </a:t>
            </a:r>
          </a:p>
          <a:p>
            <a:r>
              <a:rPr lang="en-US" dirty="0"/>
              <a:t>Python's built-in types for handling scalar types of data: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numerical</a:t>
            </a:r>
            <a:r>
              <a:rPr lang="en-US" dirty="0"/>
              <a:t> data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strings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Boolean</a:t>
            </a:r>
            <a:r>
              <a:rPr lang="en-US" dirty="0"/>
              <a:t> values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dates</a:t>
            </a:r>
            <a:r>
              <a:rPr lang="en-US" dirty="0"/>
              <a:t> and </a:t>
            </a:r>
            <a:r>
              <a:rPr lang="en-US" dirty="0">
                <a:solidFill>
                  <a:schemeClr val="bg2"/>
                </a:solidFill>
              </a:rPr>
              <a:t>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10BE6-96A3-CE8F-9E7D-472390AB2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97088"/>
            <a:ext cx="4875211" cy="3694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Python Scalar Types: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329D2D-0067-3996-39EB-B2088DAA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10" y="2603766"/>
            <a:ext cx="5253101" cy="3635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F999FE-FF5D-7D6B-2EA6-E2DBFB80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083" y="-8034"/>
            <a:ext cx="846748" cy="80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65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965960"/>
            <a:ext cx="10313093" cy="4370184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dirty="0"/>
              <a:t>Python’s built-in </a:t>
            </a:r>
            <a:r>
              <a:rPr lang="en-US" dirty="0">
                <a:solidFill>
                  <a:schemeClr val="bg2"/>
                </a:solidFill>
              </a:rPr>
              <a:t>keywords</a:t>
            </a:r>
            <a:r>
              <a:rPr lang="en-US" dirty="0"/>
              <a:t> for conditional logic, loops and other standard control flow concepts: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if</a:t>
            </a:r>
            <a:r>
              <a:rPr lang="en-US" dirty="0"/>
              <a:t>, </a:t>
            </a:r>
            <a:r>
              <a:rPr lang="en-US" dirty="0">
                <a:solidFill>
                  <a:schemeClr val="bg2"/>
                </a:solidFill>
              </a:rPr>
              <a:t>else</a:t>
            </a:r>
            <a:r>
              <a:rPr lang="en-US" dirty="0"/>
              <a:t>, and </a:t>
            </a:r>
            <a:r>
              <a:rPr lang="en-US" err="1">
                <a:solidFill>
                  <a:schemeClr val="bg2"/>
                </a:solidFill>
              </a:rPr>
              <a:t>elif</a:t>
            </a:r>
            <a:endParaRPr lang="en-US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for</a:t>
            </a:r>
            <a:r>
              <a:rPr lang="en-US" dirty="0"/>
              <a:t> loops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while</a:t>
            </a:r>
            <a:r>
              <a:rPr lang="en-US" dirty="0"/>
              <a:t> loops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pass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range</a:t>
            </a:r>
          </a:p>
          <a:p>
            <a:pPr lvl="1"/>
            <a:r>
              <a:rPr lang="en-US" dirty="0"/>
              <a:t>ternary expressions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78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611056"/>
            <a:ext cx="9958189" cy="4725088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if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chemeClr val="bg2"/>
                </a:solidFill>
              </a:rPr>
              <a:t>elif</a:t>
            </a:r>
            <a:r>
              <a:rPr lang="en-US" sz="2400" dirty="0"/>
              <a:t>, and </a:t>
            </a:r>
            <a:r>
              <a:rPr lang="en-US" sz="2400" dirty="0">
                <a:solidFill>
                  <a:schemeClr val="bg2"/>
                </a:solidFill>
              </a:rPr>
              <a:t>else</a:t>
            </a:r>
          </a:p>
          <a:p>
            <a:pPr lvl="1"/>
            <a:r>
              <a:rPr lang="en-US" sz="2000" dirty="0">
                <a:solidFill>
                  <a:schemeClr val="bg2"/>
                </a:solidFill>
              </a:rPr>
              <a:t>if</a:t>
            </a:r>
            <a:r>
              <a:rPr lang="en-US" sz="2000" dirty="0"/>
              <a:t> statement checks a </a:t>
            </a:r>
            <a:r>
              <a:rPr lang="en-US" dirty="0"/>
              <a:t>condition; if</a:t>
            </a:r>
            <a:r>
              <a:rPr lang="en-US" sz="2000" dirty="0"/>
              <a:t> the condition is True, evaluates the code in the block that follows the condition.</a:t>
            </a:r>
          </a:p>
          <a:p>
            <a:pPr marL="914400" lvl="2" indent="0">
              <a:buNone/>
            </a:pPr>
            <a:r>
              <a:rPr lang="en-US" sz="1600" dirty="0"/>
              <a:t>if x &lt; 0:</a:t>
            </a:r>
          </a:p>
          <a:p>
            <a:pPr marL="914400" lvl="2" indent="0">
              <a:buNone/>
            </a:pPr>
            <a:r>
              <a:rPr lang="en-US" sz="1600" dirty="0"/>
              <a:t>    print(“It is negative.”)</a:t>
            </a:r>
          </a:p>
          <a:p>
            <a:pPr lvl="1"/>
            <a:r>
              <a:rPr lang="en-US" sz="2000" dirty="0">
                <a:solidFill>
                  <a:schemeClr val="bg2"/>
                </a:solidFill>
              </a:rPr>
              <a:t>if</a:t>
            </a:r>
            <a:r>
              <a:rPr lang="en-US" sz="2000" dirty="0"/>
              <a:t> statement can be followed by one or more </a:t>
            </a:r>
            <a:r>
              <a:rPr lang="en-US" sz="2000" i="1" err="1">
                <a:solidFill>
                  <a:schemeClr val="bg2"/>
                </a:solidFill>
              </a:rPr>
              <a:t>elif</a:t>
            </a:r>
            <a:r>
              <a:rPr lang="en-US" sz="2000" dirty="0"/>
              <a:t> (else if) blocks or </a:t>
            </a:r>
            <a:r>
              <a:rPr lang="en-US" sz="2000" dirty="0">
                <a:solidFill>
                  <a:schemeClr val="bg2"/>
                </a:solidFill>
              </a:rPr>
              <a:t>else</a:t>
            </a:r>
            <a:r>
              <a:rPr lang="en-US" sz="2000" dirty="0"/>
              <a:t> blocks.</a:t>
            </a:r>
          </a:p>
          <a:p>
            <a:pPr marL="914400" lvl="2" indent="0">
              <a:buNone/>
            </a:pPr>
            <a:r>
              <a:rPr lang="en-US" sz="1600" dirty="0">
                <a:solidFill>
                  <a:schemeClr val="tx2">
                    <a:lumMod val="76000"/>
                  </a:schemeClr>
                </a:solidFill>
              </a:rPr>
              <a:t>if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/>
              <a:t>x &lt; 0:</a:t>
            </a:r>
          </a:p>
          <a:p>
            <a:pPr marL="914400" lvl="2" indent="0">
              <a:buNone/>
            </a:pPr>
            <a:r>
              <a:rPr lang="en-US" sz="1600" dirty="0"/>
              <a:t>    print(“It is negative.”)</a:t>
            </a:r>
          </a:p>
          <a:p>
            <a:pPr marL="914400" lvl="2" indent="0">
              <a:buNone/>
            </a:pPr>
            <a:r>
              <a:rPr lang="en-US" sz="1600" err="1">
                <a:solidFill>
                  <a:schemeClr val="tx2">
                    <a:lumMod val="76000"/>
                  </a:schemeClr>
                </a:solidFill>
              </a:rPr>
              <a:t>elif</a:t>
            </a:r>
            <a:r>
              <a:rPr lang="en-US" sz="1600" dirty="0"/>
              <a:t> x == 0:</a:t>
            </a:r>
          </a:p>
          <a:p>
            <a:pPr marL="914400" lvl="2" indent="0">
              <a:buNone/>
            </a:pPr>
            <a:r>
              <a:rPr lang="en-US" sz="1600" dirty="0"/>
              <a:t>    print(“Equal to zero.”)</a:t>
            </a:r>
          </a:p>
          <a:p>
            <a:pPr marL="914400" lvl="2" indent="0">
              <a:buNone/>
            </a:pPr>
            <a:r>
              <a:rPr lang="en-US" sz="1600" dirty="0">
                <a:solidFill>
                  <a:schemeClr val="tx2">
                    <a:lumMod val="76000"/>
                  </a:schemeClr>
                </a:solidFill>
              </a:rPr>
              <a:t>else</a:t>
            </a:r>
            <a:r>
              <a:rPr lang="en-US" sz="1600" dirty="0"/>
              <a:t>: </a:t>
            </a:r>
          </a:p>
          <a:p>
            <a:pPr marL="914400" lvl="2" indent="0">
              <a:buNone/>
            </a:pPr>
            <a:r>
              <a:rPr lang="en-US" sz="1600" dirty="0"/>
              <a:t>    print(“It is positive.”)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09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715440"/>
            <a:ext cx="9979065" cy="4620704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400" dirty="0">
                <a:solidFill>
                  <a:schemeClr val="tx2">
                    <a:lumMod val="76000"/>
                  </a:schemeClr>
                </a:solidFill>
              </a:rPr>
              <a:t>if</a:t>
            </a:r>
            <a:r>
              <a:rPr lang="en-US" sz="2400" dirty="0"/>
              <a:t>, </a:t>
            </a:r>
            <a:r>
              <a:rPr lang="en-US" sz="2400" err="1">
                <a:solidFill>
                  <a:schemeClr val="tx2">
                    <a:lumMod val="76000"/>
                  </a:schemeClr>
                </a:solidFill>
              </a:rPr>
              <a:t>elif</a:t>
            </a:r>
            <a:r>
              <a:rPr lang="en-US" sz="2400" dirty="0"/>
              <a:t>, and </a:t>
            </a:r>
            <a:r>
              <a:rPr lang="en-US" sz="2400" dirty="0">
                <a:solidFill>
                  <a:schemeClr val="tx2">
                    <a:lumMod val="76000"/>
                  </a:schemeClr>
                </a:solidFill>
              </a:rPr>
              <a:t>else</a:t>
            </a:r>
          </a:p>
          <a:p>
            <a:pPr lvl="1"/>
            <a:r>
              <a:rPr lang="en-US" sz="2000" dirty="0"/>
              <a:t>Example 1:</a:t>
            </a:r>
          </a:p>
          <a:p>
            <a:pPr marL="914400" lvl="2" indent="0">
              <a:lnSpc>
                <a:spcPct val="50000"/>
              </a:lnSpc>
              <a:buNone/>
            </a:pPr>
            <a:r>
              <a:rPr lang="en-US" sz="1800" dirty="0"/>
              <a:t>	a = 5; b = 7</a:t>
            </a:r>
          </a:p>
          <a:p>
            <a:pPr marL="914400" lvl="2" indent="0">
              <a:lnSpc>
                <a:spcPct val="50000"/>
              </a:lnSpc>
              <a:buNone/>
            </a:pPr>
            <a:r>
              <a:rPr lang="en-US" sz="1800" dirty="0"/>
              <a:t>	c = 8; d = 4</a:t>
            </a:r>
          </a:p>
          <a:p>
            <a:pPr marL="914400" lvl="2" indent="0">
              <a:buNone/>
            </a:pPr>
            <a:r>
              <a:rPr lang="en-US" sz="1800" dirty="0"/>
              <a:t>	</a:t>
            </a:r>
            <a:r>
              <a:rPr lang="en-US" sz="1800" dirty="0">
                <a:solidFill>
                  <a:schemeClr val="tx2"/>
                </a:solidFill>
              </a:rPr>
              <a:t>if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2">
                    <a:lumMod val="76000"/>
                  </a:schemeClr>
                </a:solidFill>
              </a:rPr>
              <a:t>a &lt; b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7030A0"/>
                </a:solidFill>
              </a:rPr>
              <a:t>or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2">
                    <a:lumMod val="76000"/>
                  </a:schemeClr>
                </a:solidFill>
              </a:rPr>
              <a:t>c &gt; d</a:t>
            </a:r>
            <a:r>
              <a:rPr lang="en-US" sz="1800" dirty="0"/>
              <a:t>:</a:t>
            </a:r>
          </a:p>
          <a:p>
            <a:pPr marL="914400" lvl="2" indent="0">
              <a:lnSpc>
                <a:spcPct val="50000"/>
              </a:lnSpc>
              <a:buNone/>
            </a:pPr>
            <a:r>
              <a:rPr lang="en-US" sz="1800" dirty="0"/>
              <a:t>    	     </a:t>
            </a:r>
            <a:r>
              <a:rPr lang="en-US" dirty="0"/>
              <a:t>  </a:t>
            </a:r>
            <a:r>
              <a:rPr lang="en-US" sz="1800" dirty="0"/>
              <a:t>print(‘Made it’)</a:t>
            </a:r>
          </a:p>
          <a:p>
            <a:pPr lvl="2"/>
            <a:r>
              <a:rPr lang="en-US" dirty="0"/>
              <a:t>In this example, ‘</a:t>
            </a:r>
            <a:r>
              <a:rPr lang="en-US" dirty="0">
                <a:solidFill>
                  <a:srgbClr val="7030A0"/>
                </a:solidFill>
              </a:rPr>
              <a:t>or</a:t>
            </a:r>
            <a:r>
              <a:rPr lang="en-US" dirty="0"/>
              <a:t>’ is used so, </a:t>
            </a:r>
            <a:r>
              <a:rPr lang="en-US" dirty="0">
                <a:solidFill>
                  <a:schemeClr val="accent2">
                    <a:lumMod val="76000"/>
                  </a:schemeClr>
                </a:solidFill>
              </a:rPr>
              <a:t>c &gt; d</a:t>
            </a:r>
            <a:r>
              <a:rPr lang="en-US" dirty="0"/>
              <a:t> never gets evaluated as the first condition is True.</a:t>
            </a:r>
          </a:p>
          <a:p>
            <a:pPr lvl="2"/>
            <a:r>
              <a:rPr lang="en-US" dirty="0"/>
              <a:t>If ‘</a:t>
            </a:r>
            <a:r>
              <a:rPr lang="en-US" dirty="0">
                <a:solidFill>
                  <a:srgbClr val="7030A0"/>
                </a:solidFill>
              </a:rPr>
              <a:t>and</a:t>
            </a:r>
            <a:r>
              <a:rPr lang="en-US" dirty="0"/>
              <a:t>’ is used both conditions: </a:t>
            </a:r>
            <a:r>
              <a:rPr lang="en-US" dirty="0">
                <a:solidFill>
                  <a:schemeClr val="accent2">
                    <a:lumMod val="76000"/>
                  </a:schemeClr>
                </a:solidFill>
              </a:rPr>
              <a:t>a &lt; b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6000"/>
                  </a:schemeClr>
                </a:solidFill>
              </a:rPr>
              <a:t>c &gt; d</a:t>
            </a:r>
            <a:r>
              <a:rPr lang="en-US" dirty="0"/>
              <a:t> gets evaluated.</a:t>
            </a:r>
          </a:p>
          <a:p>
            <a:pPr lvl="3">
              <a:buFont typeface="Wingdings" panose="020B0604020202020204" pitchFamily="34" charset="0"/>
              <a:buChar char="ü"/>
            </a:pPr>
            <a:r>
              <a:rPr lang="en-US" dirty="0"/>
              <a:t>prints the message only if both conditions are True.</a:t>
            </a:r>
          </a:p>
          <a:p>
            <a:pPr lvl="1"/>
            <a:r>
              <a:rPr lang="en-US" sz="2000" dirty="0"/>
              <a:t>Example 2: </a:t>
            </a:r>
            <a:r>
              <a:rPr lang="en-US" dirty="0"/>
              <a:t>Chain</a:t>
            </a:r>
            <a:r>
              <a:rPr lang="en-US" sz="2000" dirty="0"/>
              <a:t> comparisons</a:t>
            </a:r>
          </a:p>
          <a:p>
            <a:pPr marL="914400" lvl="2" indent="0">
              <a:buNone/>
            </a:pPr>
            <a:r>
              <a:rPr lang="en-US" sz="1800" dirty="0"/>
              <a:t>	</a:t>
            </a:r>
            <a:r>
              <a:rPr lang="en-US" sz="1800" dirty="0">
                <a:solidFill>
                  <a:schemeClr val="accent2">
                    <a:lumMod val="76000"/>
                  </a:schemeClr>
                </a:solidFill>
              </a:rPr>
              <a:t>4 &gt; 3 &gt; 2 &gt;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522" y="-8034"/>
            <a:ext cx="836310" cy="813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B6579-55A6-8E17-C13A-B30905ED0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22" y="177953"/>
            <a:ext cx="3451634" cy="3477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21F2DD-FC4D-713F-678B-F1E8F54D0ECD}"/>
              </a:ext>
            </a:extLst>
          </p:cNvPr>
          <p:cNvSpPr txBox="1"/>
          <p:nvPr/>
        </p:nvSpPr>
        <p:spPr>
          <a:xfrm>
            <a:off x="8488222" y="3424964"/>
            <a:ext cx="1652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</a:rPr>
              <a:t>www.zenflowchart.com</a:t>
            </a:r>
          </a:p>
        </p:txBody>
      </p:sp>
    </p:spTree>
    <p:extLst>
      <p:ext uri="{BB962C8B-B14F-4D97-AF65-F5344CB8AC3E}">
        <p14:creationId xmlns:p14="http://schemas.microsoft.com/office/powerpoint/2010/main" val="3886341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6150" y="1715105"/>
            <a:ext cx="10772381" cy="4621039"/>
          </a:xfrm>
        </p:spPr>
        <p:txBody>
          <a:bodyPr vert="horz" lIns="91440" tIns="45720" rIns="91440" bIns="45720" numCol="1" rtlCol="0" anchor="t">
            <a:normAutofit fontScale="92500" lnSpcReduction="10000"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for</a:t>
            </a:r>
            <a:r>
              <a:rPr lang="en-US" sz="2400" dirty="0"/>
              <a:t> loops – iterators that allow code to be executed repeatedly over a collection</a:t>
            </a:r>
            <a:r>
              <a:rPr lang="en-US" dirty="0"/>
              <a:t>:</a:t>
            </a:r>
            <a:r>
              <a:rPr lang="en-US" sz="2400" dirty="0"/>
              <a:t> list/tuple</a:t>
            </a:r>
          </a:p>
          <a:p>
            <a:pPr lvl="1"/>
            <a:r>
              <a:rPr lang="en-US" dirty="0"/>
              <a:t>Syntax:</a:t>
            </a:r>
            <a:endParaRPr lang="en-US" sz="2000" dirty="0"/>
          </a:p>
          <a:p>
            <a:pPr marL="914400" lvl="2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for</a:t>
            </a:r>
            <a:r>
              <a:rPr lang="en-US" sz="1600" dirty="0"/>
              <a:t> value </a:t>
            </a:r>
            <a:r>
              <a:rPr lang="en-US" sz="1600" dirty="0">
                <a:solidFill>
                  <a:schemeClr val="bg2"/>
                </a:solidFill>
              </a:rPr>
              <a:t>in</a:t>
            </a:r>
            <a:r>
              <a:rPr lang="en-US" sz="1600" dirty="0"/>
              <a:t> collection:</a:t>
            </a:r>
            <a:endParaRPr lang="en-US" sz="1600"/>
          </a:p>
          <a:p>
            <a:pPr marL="914400" lvl="2" indent="0">
              <a:buNone/>
            </a:pPr>
            <a:r>
              <a:rPr lang="en-US" sz="1600" dirty="0"/>
              <a:t>    # do something with value</a:t>
            </a:r>
            <a:endParaRPr lang="en-US" sz="1600"/>
          </a:p>
          <a:p>
            <a:pPr lvl="1"/>
            <a:r>
              <a:rPr lang="en-US" sz="2000" dirty="0"/>
              <a:t>Example 1:</a:t>
            </a:r>
          </a:p>
          <a:p>
            <a:pPr marL="914400" lvl="2" indent="0">
              <a:buNone/>
            </a:pPr>
            <a:r>
              <a:rPr lang="en-US" sz="1600" dirty="0" err="1"/>
              <a:t>my_list</a:t>
            </a:r>
            <a:r>
              <a:rPr lang="en-US" sz="1600" dirty="0"/>
              <a:t> = [1, 2, 3, 4, 5]</a:t>
            </a:r>
          </a:p>
          <a:p>
            <a:pPr marL="914400" lvl="2" indent="0">
              <a:buNone/>
            </a:pPr>
            <a:r>
              <a:rPr lang="en-US" sz="1600" dirty="0"/>
              <a:t>total = 0</a:t>
            </a:r>
          </a:p>
          <a:p>
            <a:pPr marL="914400" lvl="2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for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/>
              <a:t>value </a:t>
            </a:r>
            <a:r>
              <a:rPr lang="en-US" sz="1600" dirty="0">
                <a:solidFill>
                  <a:schemeClr val="bg2"/>
                </a:solidFill>
              </a:rPr>
              <a:t>in</a:t>
            </a:r>
            <a:r>
              <a:rPr lang="en-US" sz="1600" dirty="0"/>
              <a:t> </a:t>
            </a:r>
            <a:r>
              <a:rPr lang="en-US" sz="1600" err="1"/>
              <a:t>my_list</a:t>
            </a:r>
            <a:r>
              <a:rPr lang="en-US" sz="1600" dirty="0"/>
              <a:t> :</a:t>
            </a:r>
          </a:p>
          <a:p>
            <a:pPr marL="914400" lvl="2" indent="0">
              <a:buNone/>
            </a:pPr>
            <a:r>
              <a:rPr lang="en-US" sz="1600" dirty="0"/>
              <a:t>    total += value</a:t>
            </a:r>
          </a:p>
          <a:p>
            <a:pPr lvl="1"/>
            <a:r>
              <a:rPr lang="en-US" sz="2000" dirty="0"/>
              <a:t>Example 2:</a:t>
            </a:r>
          </a:p>
          <a:p>
            <a:pPr marL="914400" lvl="2" indent="0">
              <a:buNone/>
            </a:pPr>
            <a:r>
              <a:rPr lang="en-US" sz="1600" dirty="0"/>
              <a:t>total = 0</a:t>
            </a:r>
          </a:p>
          <a:p>
            <a:pPr marL="914400" lvl="2" indent="0">
              <a:buNone/>
            </a:pPr>
            <a:r>
              <a:rPr lang="en-US" sz="1600" b="1" dirty="0">
                <a:solidFill>
                  <a:schemeClr val="tx2">
                    <a:lumMod val="76000"/>
                  </a:schemeClr>
                </a:solidFill>
              </a:rPr>
              <a:t>for</a:t>
            </a:r>
            <a:r>
              <a:rPr lang="en-US" sz="1600" dirty="0"/>
              <a:t> </a:t>
            </a:r>
            <a:r>
              <a:rPr lang="en-US" sz="1600" err="1"/>
              <a:t>i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2">
                    <a:lumMod val="76000"/>
                  </a:schemeClr>
                </a:solidFill>
              </a:rPr>
              <a:t>in</a:t>
            </a:r>
            <a:r>
              <a:rPr lang="en-US" sz="1600" dirty="0"/>
              <a:t> range(5):  # range(5) output values 0-4</a:t>
            </a:r>
          </a:p>
          <a:p>
            <a:pPr marL="914400" lvl="2" indent="0">
              <a:buNone/>
            </a:pPr>
            <a:r>
              <a:rPr lang="en-US" sz="1600" dirty="0"/>
              <a:t>    total += value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645" y="-8034"/>
            <a:ext cx="846749" cy="824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E68BF2-1FE4-4D20-4E0B-4AC7AABE8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536" y="2246007"/>
            <a:ext cx="3932357" cy="4090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58FDB3-6965-738F-E252-D5D1F1329B47}"/>
              </a:ext>
            </a:extLst>
          </p:cNvPr>
          <p:cNvSpPr txBox="1"/>
          <p:nvPr/>
        </p:nvSpPr>
        <p:spPr>
          <a:xfrm>
            <a:off x="9341409" y="6074534"/>
            <a:ext cx="158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</a:rPr>
              <a:t>www.zenflowchart.com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23890-4CD3-E6B9-21E2-9720FA0519AA}"/>
              </a:ext>
            </a:extLst>
          </p:cNvPr>
          <p:cNvSpPr/>
          <p:nvPr/>
        </p:nvSpPr>
        <p:spPr>
          <a:xfrm>
            <a:off x="2199761" y="4484990"/>
            <a:ext cx="1237680" cy="349089"/>
          </a:xfrm>
          <a:prstGeom prst="rect">
            <a:avLst/>
          </a:prstGeom>
          <a:noFill/>
          <a:ln w="57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Left-Up 5">
            <a:extLst>
              <a:ext uri="{FF2B5EF4-FFF2-40B4-BE49-F238E27FC236}">
                <a16:creationId xmlns:a16="http://schemas.microsoft.com/office/drawing/2014/main" id="{4E0E2364-F7E7-F0D7-FE91-9E5F42991435}"/>
              </a:ext>
            </a:extLst>
          </p:cNvPr>
          <p:cNvSpPr/>
          <p:nvPr/>
        </p:nvSpPr>
        <p:spPr>
          <a:xfrm>
            <a:off x="3543366" y="4550423"/>
            <a:ext cx="6431709" cy="222147"/>
          </a:xfrm>
          <a:prstGeom prst="leftUp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2D7432-2438-B6B7-B350-F702E84CE4A6}"/>
              </a:ext>
            </a:extLst>
          </p:cNvPr>
          <p:cNvSpPr/>
          <p:nvPr/>
        </p:nvSpPr>
        <p:spPr>
          <a:xfrm>
            <a:off x="2064063" y="5831538"/>
            <a:ext cx="1488200" cy="40128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60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5DED-741D-0226-6951-AE0C54D3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12BC-36E4-4871-400D-9D8AE437C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097088"/>
            <a:ext cx="4878389" cy="36941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for</a:t>
            </a:r>
            <a:r>
              <a:rPr lang="en-US" sz="2400" dirty="0"/>
              <a:t> loops </a:t>
            </a:r>
          </a:p>
          <a:p>
            <a:pPr lvl="1"/>
            <a:r>
              <a:rPr lang="en-US" b="1" i="1" dirty="0">
                <a:solidFill>
                  <a:schemeClr val="bg2"/>
                </a:solidFill>
              </a:rPr>
              <a:t>c</a:t>
            </a:r>
            <a:r>
              <a:rPr lang="en-US" sz="2000" b="1" i="1" dirty="0">
                <a:solidFill>
                  <a:schemeClr val="bg2"/>
                </a:solidFill>
              </a:rPr>
              <a:t>ontinue</a:t>
            </a:r>
            <a:r>
              <a:rPr lang="en-US" sz="2000" i="1" dirty="0"/>
              <a:t> - </a:t>
            </a:r>
            <a:r>
              <a:rPr lang="en-US" sz="2000" dirty="0"/>
              <a:t>keyword used to </a:t>
            </a:r>
            <a:r>
              <a:rPr lang="en-US" sz="2000" b="1" dirty="0">
                <a:solidFill>
                  <a:srgbClr val="C00000"/>
                </a:solidFill>
              </a:rPr>
              <a:t>skip</a:t>
            </a:r>
            <a:r>
              <a:rPr lang="en-US" sz="2000" dirty="0"/>
              <a:t> a certain </a:t>
            </a:r>
            <a:r>
              <a:rPr lang="en-US" sz="2000" dirty="0">
                <a:solidFill>
                  <a:srgbClr val="C00000"/>
                </a:solidFill>
              </a:rPr>
              <a:t>iteration</a:t>
            </a:r>
            <a:r>
              <a:rPr lang="en-US" sz="2000" dirty="0"/>
              <a:t>.</a:t>
            </a:r>
            <a:endParaRPr lang="en-US" sz="2000"/>
          </a:p>
          <a:p>
            <a:pPr lvl="1"/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       sequence = [1, 2, None, 4, None, 5]</a:t>
            </a:r>
          </a:p>
          <a:p>
            <a:pPr marL="914400" lvl="2" indent="0">
              <a:buNone/>
            </a:pPr>
            <a:r>
              <a:rPr lang="en-US" sz="2000" dirty="0"/>
              <a:t>total = 0</a:t>
            </a:r>
          </a:p>
          <a:p>
            <a:pPr marL="914400" lvl="2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for</a:t>
            </a:r>
            <a:r>
              <a:rPr lang="en-US" sz="2000" dirty="0"/>
              <a:t> value </a:t>
            </a:r>
            <a:r>
              <a:rPr lang="en-US" sz="2000" dirty="0">
                <a:solidFill>
                  <a:schemeClr val="bg2"/>
                </a:solidFill>
              </a:rPr>
              <a:t>in</a:t>
            </a:r>
            <a:r>
              <a:rPr lang="en-US" sz="2000" dirty="0"/>
              <a:t> sequence:</a:t>
            </a:r>
          </a:p>
          <a:p>
            <a:pPr marL="914400" lvl="2" indent="0">
              <a:buNone/>
            </a:pPr>
            <a:r>
              <a:rPr lang="en-US" sz="2000" dirty="0"/>
              <a:t>   </a:t>
            </a:r>
            <a:r>
              <a:rPr lang="en-US" sz="2000" dirty="0">
                <a:solidFill>
                  <a:schemeClr val="bg2"/>
                </a:solidFill>
              </a:rPr>
              <a:t> if</a:t>
            </a:r>
            <a:r>
              <a:rPr lang="en-US" sz="2000" dirty="0"/>
              <a:t> value </a:t>
            </a:r>
            <a:r>
              <a:rPr lang="en-US" sz="2000" dirty="0">
                <a:solidFill>
                  <a:schemeClr val="bg2"/>
                </a:solidFill>
              </a:rPr>
              <a:t>is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None</a:t>
            </a:r>
            <a:r>
              <a:rPr lang="en-US" sz="2000" dirty="0"/>
              <a:t>:</a:t>
            </a:r>
          </a:p>
          <a:p>
            <a:pPr marL="914400" lvl="2" indent="0">
              <a:buNone/>
            </a:pPr>
            <a:r>
              <a:rPr lang="en-US" sz="2000" dirty="0"/>
              <a:t>          </a:t>
            </a:r>
            <a:r>
              <a:rPr lang="en-US" sz="2000" b="1" dirty="0">
                <a:solidFill>
                  <a:schemeClr val="bg2"/>
                </a:solidFill>
              </a:rPr>
              <a:t>continue</a:t>
            </a:r>
          </a:p>
          <a:p>
            <a:pPr marL="914400" lvl="2" indent="0">
              <a:buNone/>
            </a:pPr>
            <a:r>
              <a:rPr lang="en-US" sz="2000" dirty="0"/>
              <a:t>    total += value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F5A3A-138E-3B43-EEFF-5C27C87B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9133" y="2097088"/>
            <a:ext cx="5052661" cy="36941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for</a:t>
            </a:r>
            <a:r>
              <a:rPr lang="en-US" dirty="0"/>
              <a:t> loops</a:t>
            </a:r>
          </a:p>
          <a:p>
            <a:pPr lvl="1"/>
            <a:r>
              <a:rPr lang="en-US" sz="1900" b="1" i="1" dirty="0">
                <a:solidFill>
                  <a:schemeClr val="bg2"/>
                </a:solidFill>
              </a:rPr>
              <a:t>break</a:t>
            </a:r>
            <a:r>
              <a:rPr lang="en-US" sz="1900" i="1" dirty="0"/>
              <a:t> - </a:t>
            </a:r>
            <a:r>
              <a:rPr lang="en-US" sz="1900" dirty="0"/>
              <a:t>keyword used to </a:t>
            </a:r>
            <a:r>
              <a:rPr lang="en-US" sz="1900" b="1" dirty="0">
                <a:solidFill>
                  <a:srgbClr val="C00000"/>
                </a:solidFill>
              </a:rPr>
              <a:t>exit</a:t>
            </a:r>
            <a:r>
              <a:rPr lang="en-US" sz="1900" dirty="0"/>
              <a:t> the </a:t>
            </a:r>
            <a:r>
              <a:rPr lang="en-US" sz="1900" dirty="0">
                <a:solidFill>
                  <a:srgbClr val="C00000"/>
                </a:solidFill>
              </a:rPr>
              <a:t>innermost</a:t>
            </a:r>
            <a:r>
              <a:rPr lang="en-US" sz="1900" dirty="0"/>
              <a:t> for loop.</a:t>
            </a:r>
          </a:p>
          <a:p>
            <a:pPr lvl="1"/>
            <a:r>
              <a:rPr lang="en-US" sz="1900" dirty="0"/>
              <a:t>Example:</a:t>
            </a:r>
          </a:p>
          <a:p>
            <a:pPr marL="914400" lvl="2" indent="0">
              <a:buNone/>
            </a:pPr>
            <a:r>
              <a:rPr lang="en-US" sz="1900" dirty="0"/>
              <a:t>sequence = [1, 2, 0, 4, 6, 5, 2, 1]</a:t>
            </a:r>
          </a:p>
          <a:p>
            <a:pPr marL="914400" lvl="2" indent="0">
              <a:buNone/>
            </a:pPr>
            <a:r>
              <a:rPr lang="en-US" sz="1900" dirty="0" err="1"/>
              <a:t>total_until_t</a:t>
            </a:r>
            <a:r>
              <a:rPr lang="en-US" sz="1900" dirty="0"/>
              <a:t> = 0</a:t>
            </a:r>
          </a:p>
          <a:p>
            <a:pPr marL="914400" lvl="2" indent="0">
              <a:buNone/>
            </a:pPr>
            <a:r>
              <a:rPr lang="en-US" sz="1900" dirty="0">
                <a:solidFill>
                  <a:schemeClr val="bg2"/>
                </a:solidFill>
              </a:rPr>
              <a:t>for</a:t>
            </a:r>
            <a:r>
              <a:rPr lang="en-US" sz="1900" dirty="0"/>
              <a:t> value </a:t>
            </a:r>
            <a:r>
              <a:rPr lang="en-US" sz="1900" dirty="0">
                <a:solidFill>
                  <a:schemeClr val="bg2"/>
                </a:solidFill>
              </a:rPr>
              <a:t>in</a:t>
            </a:r>
            <a:r>
              <a:rPr lang="en-US" sz="1900" dirty="0"/>
              <a:t> sequence:</a:t>
            </a:r>
          </a:p>
          <a:p>
            <a:pPr marL="914400" lvl="2" indent="0">
              <a:buNone/>
            </a:pPr>
            <a:r>
              <a:rPr lang="en-US" sz="1900" dirty="0"/>
              <a:t>    </a:t>
            </a:r>
            <a:r>
              <a:rPr lang="en-US" sz="1900" dirty="0">
                <a:solidFill>
                  <a:schemeClr val="bg2"/>
                </a:solidFill>
              </a:rPr>
              <a:t>if</a:t>
            </a:r>
            <a:r>
              <a:rPr lang="en-US" sz="1900" dirty="0"/>
              <a:t> value == 5:</a:t>
            </a:r>
          </a:p>
          <a:p>
            <a:pPr marL="914400" lvl="2" indent="0">
              <a:buNone/>
            </a:pPr>
            <a:r>
              <a:rPr lang="en-US" sz="1900" dirty="0"/>
              <a:t>        </a:t>
            </a:r>
            <a:r>
              <a:rPr lang="en-US" sz="1900" b="1" dirty="0">
                <a:solidFill>
                  <a:schemeClr val="bg2"/>
                </a:solidFill>
              </a:rPr>
              <a:t>break</a:t>
            </a:r>
            <a:endParaRPr lang="en-US" sz="1900" b="1">
              <a:solidFill>
                <a:schemeClr val="bg2"/>
              </a:solidFill>
            </a:endParaRPr>
          </a:p>
          <a:p>
            <a:pPr marL="914400" lvl="2" indent="0">
              <a:buNone/>
            </a:pPr>
            <a:r>
              <a:rPr lang="en-US" sz="1900" dirty="0"/>
              <a:t>    </a:t>
            </a:r>
            <a:r>
              <a:rPr lang="en-US" sz="1900" dirty="0" err="1"/>
              <a:t>total_until_t</a:t>
            </a:r>
            <a:r>
              <a:rPr lang="en-US" sz="1900" dirty="0"/>
              <a:t> +=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09B19-B8BE-251C-991A-6FA7B99DC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645" y="-8034"/>
            <a:ext cx="857187" cy="8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96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10282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673352"/>
            <a:ext cx="9905998" cy="4662792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while</a:t>
            </a:r>
            <a:r>
              <a:rPr lang="en-US" sz="2400" dirty="0"/>
              <a:t> loops - start with a condition followed by a block of code.</a:t>
            </a:r>
          </a:p>
          <a:p>
            <a:r>
              <a:rPr lang="en-US" dirty="0"/>
              <a:t>Codes are </a:t>
            </a:r>
            <a:r>
              <a:rPr lang="en-US" sz="2400" dirty="0"/>
              <a:t>executed until condition becomes False or ends with break.</a:t>
            </a:r>
          </a:p>
          <a:p>
            <a:pPr lvl="1"/>
            <a:r>
              <a:rPr lang="en-US" sz="2000" dirty="0"/>
              <a:t>Example</a:t>
            </a:r>
          </a:p>
          <a:p>
            <a:pPr marL="914400" lvl="2" indent="0">
              <a:buNone/>
            </a:pPr>
            <a:r>
              <a:rPr lang="en-US" sz="1600" dirty="0"/>
              <a:t>x = 256</a:t>
            </a:r>
          </a:p>
          <a:p>
            <a:pPr marL="914400" lvl="2" indent="0">
              <a:buNone/>
            </a:pPr>
            <a:r>
              <a:rPr lang="en-US" sz="1600" dirty="0"/>
              <a:t>total = 0</a:t>
            </a:r>
          </a:p>
          <a:p>
            <a:pPr marL="914400" lvl="2" indent="0">
              <a:buNone/>
            </a:pPr>
            <a:r>
              <a:rPr lang="en-US" sz="1600" b="1" dirty="0">
                <a:solidFill>
                  <a:schemeClr val="bg2"/>
                </a:solidFill>
              </a:rPr>
              <a:t>while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accent2">
                    <a:lumMod val="49000"/>
                  </a:schemeClr>
                </a:solidFill>
              </a:rPr>
              <a:t>x &gt; 0</a:t>
            </a:r>
            <a:r>
              <a:rPr lang="en-US" sz="1600" dirty="0"/>
              <a:t>:</a:t>
            </a:r>
          </a:p>
          <a:p>
            <a:pPr marL="914400" lvl="2" indent="0">
              <a:buNone/>
            </a:pPr>
            <a:r>
              <a:rPr lang="en-US" sz="1600" dirty="0"/>
              <a:t>    </a:t>
            </a:r>
            <a:r>
              <a:rPr lang="en-US" sz="1600" dirty="0">
                <a:solidFill>
                  <a:srgbClr val="FFFFFF"/>
                </a:solidFill>
              </a:rPr>
              <a:t>if total &gt; 500:</a:t>
            </a:r>
          </a:p>
          <a:p>
            <a:pPr marL="914400" lvl="2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       break</a:t>
            </a:r>
          </a:p>
          <a:p>
            <a:pPr marL="914400" lvl="2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   total += x</a:t>
            </a:r>
          </a:p>
          <a:p>
            <a:pPr marL="914400" lvl="2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    x = x //2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3" y="-8034"/>
            <a:ext cx="846748" cy="803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C6EBB-E013-4E19-9828-E66E76B233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82"/>
          <a:stretch/>
        </p:blipFill>
        <p:spPr>
          <a:xfrm>
            <a:off x="5829221" y="2883634"/>
            <a:ext cx="3229453" cy="34871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ABEA49-67D7-DB3F-51E6-6F01604B8ECC}"/>
              </a:ext>
            </a:extLst>
          </p:cNvPr>
          <p:cNvSpPr txBox="1"/>
          <p:nvPr/>
        </p:nvSpPr>
        <p:spPr>
          <a:xfrm>
            <a:off x="7657777" y="6098193"/>
            <a:ext cx="14649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</a:rPr>
              <a:t>www.zenflowchart.com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19EC4E-477E-A3AA-2FFC-866D486C0F75}"/>
              </a:ext>
            </a:extLst>
          </p:cNvPr>
          <p:cNvSpPr/>
          <p:nvPr/>
        </p:nvSpPr>
        <p:spPr>
          <a:xfrm>
            <a:off x="2200321" y="4263122"/>
            <a:ext cx="1374219" cy="1470407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-Up 7">
            <a:extLst>
              <a:ext uri="{FF2B5EF4-FFF2-40B4-BE49-F238E27FC236}">
                <a16:creationId xmlns:a16="http://schemas.microsoft.com/office/drawing/2014/main" id="{238EA277-8238-B1CD-0FBC-5C7A94920A40}"/>
              </a:ext>
            </a:extLst>
          </p:cNvPr>
          <p:cNvSpPr/>
          <p:nvPr/>
        </p:nvSpPr>
        <p:spPr>
          <a:xfrm>
            <a:off x="3671429" y="4811452"/>
            <a:ext cx="4579776" cy="180254"/>
          </a:xfrm>
          <a:prstGeom prst="leftUp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5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755" y="618518"/>
            <a:ext cx="9540656" cy="844940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190" y="1704667"/>
            <a:ext cx="9530218" cy="4631477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</a:t>
            </a:r>
            <a:r>
              <a:rPr lang="en-US" sz="2400" b="1" dirty="0">
                <a:solidFill>
                  <a:srgbClr val="002060"/>
                </a:solidFill>
              </a:rPr>
              <a:t>ass</a:t>
            </a:r>
            <a:r>
              <a:rPr lang="en-US" sz="2400" dirty="0"/>
              <a:t> – keyword used as a </a:t>
            </a:r>
            <a:r>
              <a:rPr lang="en-US" sz="2400" dirty="0">
                <a:solidFill>
                  <a:srgbClr val="FF0000"/>
                </a:solidFill>
              </a:rPr>
              <a:t>placeholder</a:t>
            </a:r>
            <a:r>
              <a:rPr lang="en-US" sz="2400" dirty="0"/>
              <a:t> when code is not yet implemented.</a:t>
            </a:r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/>
              <a:t>if x &lt; 0: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/>
              <a:t>    print(‘negative!’)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 err="1"/>
              <a:t>elif</a:t>
            </a:r>
            <a:r>
              <a:rPr lang="en-US" dirty="0"/>
              <a:t> x == 0: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/>
              <a:t>    # TODO: put something smart here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002060"/>
                </a:solidFill>
              </a:rPr>
              <a:t>pass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/>
              <a:t>else: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/>
              <a:t>    print(‘positive!’)</a:t>
            </a:r>
          </a:p>
          <a:p>
            <a:endParaRPr lang="en-US" sz="1600" dirty="0"/>
          </a:p>
          <a:p>
            <a:pPr marL="455295" lvl="1" indent="0">
              <a:buNone/>
            </a:pPr>
            <a:endParaRPr lang="en-US" sz="2000" dirty="0"/>
          </a:p>
          <a:p>
            <a:pPr marL="914400" lvl="2" indent="0">
              <a:buNone/>
            </a:pPr>
            <a:endParaRPr lang="en-US" sz="1600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960" y="2404"/>
            <a:ext cx="815434" cy="824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ABEA49-67D7-DB3F-51E6-6F01604B8ECC}"/>
              </a:ext>
            </a:extLst>
          </p:cNvPr>
          <p:cNvSpPr txBox="1"/>
          <p:nvPr/>
        </p:nvSpPr>
        <p:spPr>
          <a:xfrm>
            <a:off x="7593769" y="5970177"/>
            <a:ext cx="146490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</a:rPr>
              <a:t>www.zenflowchart.com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45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84491"/>
            <a:ext cx="9905998" cy="826234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0013" y="1110725"/>
            <a:ext cx="10793346" cy="5398061"/>
          </a:xfrm>
          <a:ln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range</a:t>
            </a:r>
            <a:r>
              <a:rPr lang="en-US" sz="2000" dirty="0"/>
              <a:t> – generates an iterator that provides a sequence of integers; arguments: one, two, or three</a:t>
            </a:r>
            <a:r>
              <a:rPr lang="en-US" sz="1800" dirty="0">
                <a:latin typeface="Tw Cen MT"/>
              </a:rPr>
              <a:t> </a:t>
            </a:r>
            <a:endParaRPr lang="en-US">
              <a:solidFill>
                <a:srgbClr val="000000"/>
              </a:solidFill>
              <a:latin typeface="TW Cen MT"/>
            </a:endParaRPr>
          </a:p>
          <a:p>
            <a:pPr lvl="1"/>
            <a:r>
              <a:rPr lang="en-US" dirty="0">
                <a:latin typeface="Tw Cen MT"/>
              </a:rPr>
              <a:t>Syntax: </a:t>
            </a:r>
            <a:r>
              <a:rPr lang="en-US" dirty="0">
                <a:solidFill>
                  <a:schemeClr val="bg2"/>
                </a:solidFill>
                <a:latin typeface="TW Cen MT"/>
              </a:rPr>
              <a:t>range</a:t>
            </a:r>
            <a:r>
              <a:rPr lang="en-US" dirty="0">
                <a:latin typeface="TW Cen MT"/>
              </a:rPr>
              <a:t>(</a:t>
            </a:r>
            <a:r>
              <a:rPr lang="en-US" dirty="0">
                <a:solidFill>
                  <a:srgbClr val="FFFF00"/>
                </a:solidFill>
                <a:latin typeface="TW Cen MT"/>
              </a:rPr>
              <a:t>stop</a:t>
            </a:r>
            <a:r>
              <a:rPr lang="en-US" dirty="0">
                <a:latin typeface="TW Cen MT"/>
              </a:rPr>
              <a:t>); </a:t>
            </a:r>
            <a:r>
              <a:rPr lang="en-US" dirty="0">
                <a:solidFill>
                  <a:schemeClr val="bg2"/>
                </a:solidFill>
                <a:latin typeface="TW Cen MT"/>
              </a:rPr>
              <a:t>range</a:t>
            </a:r>
            <a:r>
              <a:rPr lang="en-US" dirty="0">
                <a:solidFill>
                  <a:srgbClr val="FFFFFF"/>
                </a:solidFill>
                <a:latin typeface="TW Cen MT"/>
              </a:rPr>
              <a:t>(</a:t>
            </a:r>
            <a:r>
              <a:rPr lang="en-US" dirty="0">
                <a:solidFill>
                  <a:srgbClr val="7030A0"/>
                </a:solidFill>
                <a:latin typeface="TW Cen MT"/>
              </a:rPr>
              <a:t>start</a:t>
            </a:r>
            <a:r>
              <a:rPr lang="en-US" dirty="0">
                <a:latin typeface="TW Cen MT"/>
              </a:rPr>
              <a:t>, </a:t>
            </a:r>
            <a:r>
              <a:rPr lang="en-US" dirty="0">
                <a:solidFill>
                  <a:srgbClr val="FFFF00"/>
                </a:solidFill>
                <a:latin typeface="TW Cen MT"/>
              </a:rPr>
              <a:t>stop</a:t>
            </a:r>
            <a:r>
              <a:rPr lang="en-US" dirty="0">
                <a:latin typeface="TW Cen MT"/>
              </a:rPr>
              <a:t>); </a:t>
            </a:r>
            <a:r>
              <a:rPr lang="en-US" dirty="0">
                <a:solidFill>
                  <a:schemeClr val="bg2"/>
                </a:solidFill>
                <a:latin typeface="TW Cen MT"/>
              </a:rPr>
              <a:t>range</a:t>
            </a:r>
            <a:r>
              <a:rPr lang="en-US" dirty="0">
                <a:latin typeface="TW Cen MT"/>
              </a:rPr>
              <a:t>(</a:t>
            </a:r>
            <a:r>
              <a:rPr lang="en-US" dirty="0">
                <a:solidFill>
                  <a:srgbClr val="7030A0"/>
                </a:solidFill>
                <a:latin typeface="TW Cen MT"/>
              </a:rPr>
              <a:t>start</a:t>
            </a:r>
            <a:r>
              <a:rPr lang="en-US" dirty="0">
                <a:latin typeface="TW Cen MT"/>
              </a:rPr>
              <a:t>, </a:t>
            </a:r>
            <a:r>
              <a:rPr lang="en-US" dirty="0">
                <a:solidFill>
                  <a:srgbClr val="FFFF00"/>
                </a:solidFill>
                <a:latin typeface="TW Cen MT"/>
              </a:rPr>
              <a:t>stop</a:t>
            </a:r>
            <a:r>
              <a:rPr lang="en-US" dirty="0">
                <a:latin typeface="TW Cen MT"/>
              </a:rPr>
              <a:t>, 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latin typeface="TW Cen MT"/>
              </a:rPr>
              <a:t>step</a:t>
            </a:r>
            <a:r>
              <a:rPr lang="en-US" dirty="0">
                <a:latin typeface="TW Cen MT"/>
              </a:rPr>
              <a:t>)</a:t>
            </a:r>
            <a:endParaRPr lang="en-US">
              <a:solidFill>
                <a:srgbClr val="000000"/>
              </a:solidFill>
              <a:latin typeface="TW Cen MT"/>
            </a:endParaRPr>
          </a:p>
          <a:p>
            <a:pPr lvl="1"/>
            <a:r>
              <a:rPr lang="en-US" sz="1800" dirty="0"/>
              <a:t>Examples:</a:t>
            </a:r>
          </a:p>
          <a:p>
            <a:pPr lvl="2"/>
            <a:r>
              <a:rPr lang="en-US" dirty="0">
                <a:solidFill>
                  <a:schemeClr val="bg2"/>
                </a:solidFill>
              </a:rPr>
              <a:t>range</a:t>
            </a:r>
            <a:r>
              <a:rPr lang="en-US" dirty="0"/>
              <a:t>(</a:t>
            </a:r>
            <a:r>
              <a:rPr lang="en-US" dirty="0">
                <a:solidFill>
                  <a:srgbClr val="FFFF00"/>
                </a:solidFill>
              </a:rPr>
              <a:t>10</a:t>
            </a:r>
            <a:r>
              <a:rPr lang="en-US" dirty="0"/>
              <a:t>): generates an iterator of whole number from 0 to 9; 10 </a:t>
            </a:r>
            <a:r>
              <a:rPr lang="en-US" dirty="0">
                <a:solidFill>
                  <a:srgbClr val="FFFF00"/>
                </a:solidFill>
              </a:rPr>
              <a:t>stop</a:t>
            </a:r>
            <a:r>
              <a:rPr lang="en-US" dirty="0"/>
              <a:t> point </a:t>
            </a:r>
            <a:r>
              <a:rPr lang="en-US" dirty="0">
                <a:solidFill>
                  <a:srgbClr val="FF0000"/>
                </a:solidFill>
                <a:latin typeface="TW Cen MT"/>
              </a:rPr>
              <a:t>(this is exclusive)</a:t>
            </a:r>
            <a:endParaRPr lang="en-US">
              <a:solidFill>
                <a:srgbClr val="000000"/>
              </a:solidFill>
              <a:latin typeface="TW Cen MT"/>
            </a:endParaRPr>
          </a:p>
          <a:p>
            <a:pPr lvl="2"/>
            <a:r>
              <a:rPr lang="en-US" dirty="0">
                <a:solidFill>
                  <a:schemeClr val="bg2"/>
                </a:solidFill>
              </a:rPr>
              <a:t>range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10</a:t>
            </a:r>
            <a:r>
              <a:rPr lang="en-US" dirty="0"/>
              <a:t>): same result as range(10); 0 </a:t>
            </a:r>
            <a:r>
              <a:rPr lang="en-US" dirty="0">
                <a:solidFill>
                  <a:schemeClr val="accent4">
                    <a:lumMod val="76000"/>
                  </a:schemeClr>
                </a:solidFill>
              </a:rPr>
              <a:t>start</a:t>
            </a:r>
            <a:r>
              <a:rPr lang="en-US" dirty="0"/>
              <a:t> point, 10 </a:t>
            </a:r>
            <a:r>
              <a:rPr lang="en-US" dirty="0">
                <a:solidFill>
                  <a:srgbClr val="FFFF00"/>
                </a:solidFill>
                <a:latin typeface="TW Cen MT"/>
              </a:rPr>
              <a:t>stop</a:t>
            </a:r>
            <a:r>
              <a:rPr lang="en-US" dirty="0">
                <a:solidFill>
                  <a:srgbClr val="FFFF00"/>
                </a:solidFill>
              </a:rPr>
              <a:t> </a:t>
            </a:r>
            <a:r>
              <a:rPr lang="en-US" dirty="0"/>
              <a:t>point </a:t>
            </a:r>
            <a:endParaRPr lang="en-US">
              <a:solidFill>
                <a:srgbClr val="FFFFFF"/>
              </a:solidFill>
            </a:endParaRPr>
          </a:p>
          <a:p>
            <a:pPr lvl="2"/>
            <a:r>
              <a:rPr lang="en-US" dirty="0">
                <a:solidFill>
                  <a:schemeClr val="bg2"/>
                </a:solidFill>
              </a:rPr>
              <a:t>range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0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20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</a:rPr>
              <a:t>3</a:t>
            </a:r>
            <a:r>
              <a:rPr lang="en-US" dirty="0"/>
              <a:t>): generates an iterator 0, 3, 6, 9, 12, 15, 18; 0 </a:t>
            </a:r>
            <a:r>
              <a:rPr lang="en-US" dirty="0">
                <a:solidFill>
                  <a:srgbClr val="7030A0"/>
                </a:solidFill>
              </a:rPr>
              <a:t>start </a:t>
            </a:r>
            <a:r>
              <a:rPr lang="en-US" dirty="0"/>
              <a:t>point, 10 </a:t>
            </a:r>
            <a:r>
              <a:rPr lang="en-US" dirty="0">
                <a:solidFill>
                  <a:srgbClr val="FFFF00"/>
                </a:solidFill>
                <a:latin typeface="TW Cen MT"/>
              </a:rPr>
              <a:t>stop</a:t>
            </a:r>
            <a:r>
              <a:rPr lang="en-US" dirty="0"/>
              <a:t> point, 3 </a:t>
            </a:r>
            <a:r>
              <a:rPr lang="en-US" dirty="0">
                <a:solidFill>
                  <a:srgbClr val="00B050"/>
                </a:solidFill>
              </a:rPr>
              <a:t>step size</a:t>
            </a:r>
            <a:endParaRPr lang="en-US">
              <a:solidFill>
                <a:srgbClr val="00B050"/>
              </a:solidFill>
            </a:endParaRPr>
          </a:p>
          <a:p>
            <a:pPr lvl="2"/>
            <a:r>
              <a:rPr lang="en-US" dirty="0">
                <a:solidFill>
                  <a:schemeClr val="bg2"/>
                </a:solidFill>
              </a:rPr>
              <a:t>range</a:t>
            </a: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5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0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49000"/>
                  </a:schemeClr>
                </a:solidFill>
              </a:rPr>
              <a:t>-1</a:t>
            </a:r>
            <a:r>
              <a:rPr lang="en-US" dirty="0"/>
              <a:t>): generates an iterator 5, 4, 3, 2, 1</a:t>
            </a:r>
          </a:p>
          <a:p>
            <a:pPr lvl="1"/>
            <a:r>
              <a:rPr lang="en-US" dirty="0"/>
              <a:t>Common practice: </a:t>
            </a:r>
            <a:r>
              <a:rPr lang="en-US" dirty="0">
                <a:solidFill>
                  <a:srgbClr val="002060"/>
                </a:solidFill>
              </a:rPr>
              <a:t>range()</a:t>
            </a:r>
            <a:r>
              <a:rPr lang="en-US" dirty="0"/>
              <a:t> is used with </a:t>
            </a:r>
            <a:r>
              <a:rPr lang="en-US" dirty="0" err="1">
                <a:solidFill>
                  <a:srgbClr val="002060"/>
                </a:solidFill>
              </a:rPr>
              <a:t>len</a:t>
            </a:r>
            <a:r>
              <a:rPr lang="en-US" dirty="0">
                <a:solidFill>
                  <a:srgbClr val="002060"/>
                </a:solidFill>
              </a:rPr>
              <a:t>()</a:t>
            </a:r>
            <a:r>
              <a:rPr lang="en-US" dirty="0"/>
              <a:t> to iterate through elements in a list/tuple.</a:t>
            </a:r>
          </a:p>
          <a:p>
            <a:pPr lvl="1"/>
            <a:r>
              <a:rPr lang="en-US" dirty="0" err="1">
                <a:solidFill>
                  <a:srgbClr val="002060"/>
                </a:solidFill>
              </a:rPr>
              <a:t>len</a:t>
            </a:r>
            <a:r>
              <a:rPr lang="en-US" dirty="0">
                <a:solidFill>
                  <a:srgbClr val="002060"/>
                </a:solidFill>
              </a:rPr>
              <a:t>() </a:t>
            </a:r>
            <a:r>
              <a:rPr lang="en-US" dirty="0"/>
              <a:t>- returns the</a:t>
            </a:r>
            <a:r>
              <a:rPr lang="en-US" dirty="0">
                <a:solidFill>
                  <a:srgbClr val="C00000"/>
                </a:solidFill>
              </a:rPr>
              <a:t> number of elements</a:t>
            </a:r>
            <a:r>
              <a:rPr lang="en-US" dirty="0"/>
              <a:t> in a list/tuple.</a:t>
            </a:r>
          </a:p>
          <a:p>
            <a:pPr lvl="1"/>
            <a:r>
              <a:rPr lang="en-US" dirty="0"/>
              <a:t>Example: seq = [1, 2, 3, 5]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sz="2000" dirty="0"/>
              <a:t> for </a:t>
            </a:r>
            <a:r>
              <a:rPr lang="en-US" sz="2000" err="1"/>
              <a:t>i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bg2">
                    <a:lumMod val="49000"/>
                  </a:schemeClr>
                </a:solidFill>
              </a:rPr>
              <a:t>range</a:t>
            </a:r>
            <a:r>
              <a:rPr lang="en-US" sz="2000" dirty="0"/>
              <a:t>(</a:t>
            </a:r>
            <a:r>
              <a:rPr lang="en-US" sz="2000" b="1" err="1">
                <a:solidFill>
                  <a:schemeClr val="bg2">
                    <a:lumMod val="49000"/>
                  </a:schemeClr>
                </a:solidFill>
              </a:rPr>
              <a:t>len</a:t>
            </a:r>
            <a:r>
              <a:rPr lang="en-US" sz="2000" dirty="0"/>
              <a:t>(seq)):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sz="2000" dirty="0"/>
              <a:t>      value = seq[</a:t>
            </a:r>
            <a:r>
              <a:rPr lang="en-US" sz="2000" err="1"/>
              <a:t>i</a:t>
            </a:r>
            <a:r>
              <a:rPr lang="en-US" sz="2000" dirty="0"/>
              <a:t>]**2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US" dirty="0"/>
          </a:p>
          <a:p>
            <a:endParaRPr lang="en-US" sz="1600" dirty="0"/>
          </a:p>
          <a:p>
            <a:pPr marL="455295" lvl="1" indent="0">
              <a:buNone/>
            </a:pPr>
            <a:endParaRPr lang="en-US" sz="2000" dirty="0"/>
          </a:p>
          <a:p>
            <a:pPr marL="914400" lvl="2" indent="0">
              <a:buNone/>
            </a:pPr>
            <a:endParaRPr lang="en-US" sz="1600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3" y="-8034"/>
            <a:ext cx="846749" cy="82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5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6234"/>
          </a:xfrm>
        </p:spPr>
        <p:txBody>
          <a:bodyPr/>
          <a:lstStyle/>
          <a:p>
            <a:r>
              <a:rPr lang="en-US" dirty="0"/>
              <a:t>Control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444752"/>
            <a:ext cx="10114854" cy="5064034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sz="2000" b="1" dirty="0">
                <a:solidFill>
                  <a:schemeClr val="bg2"/>
                </a:solidFill>
              </a:rPr>
              <a:t>Ternary expression</a:t>
            </a:r>
            <a:r>
              <a:rPr lang="en-US" sz="2000" dirty="0"/>
              <a:t> – </a:t>
            </a:r>
            <a:r>
              <a:rPr lang="en-US" sz="2000" dirty="0">
                <a:latin typeface="TW Cen MT"/>
              </a:rPr>
              <a:t>transforms </a:t>
            </a:r>
            <a:r>
              <a:rPr lang="en-US" sz="2000" dirty="0"/>
              <a:t>simple if-else block into a single line or expression</a:t>
            </a:r>
            <a:r>
              <a:rPr lang="en-US" sz="1800" dirty="0"/>
              <a:t>.</a:t>
            </a:r>
            <a:endParaRPr lang="en-US"/>
          </a:p>
          <a:p>
            <a:r>
              <a:rPr lang="en-US" sz="2000" b="1" dirty="0"/>
              <a:t>if-else block:</a:t>
            </a:r>
          </a:p>
          <a:p>
            <a:pPr marL="455295" lvl="1" indent="0">
              <a:lnSpc>
                <a:spcPct val="100000"/>
              </a:lnSpc>
              <a:buNone/>
            </a:pPr>
            <a:r>
              <a:rPr lang="en-US" dirty="0"/>
              <a:t>if condition:</a:t>
            </a:r>
          </a:p>
          <a:p>
            <a:pPr marL="455295" lvl="1" indent="0">
              <a:lnSpc>
                <a:spcPct val="100000"/>
              </a:lnSpc>
              <a:buNone/>
            </a:pPr>
            <a:r>
              <a:rPr lang="en-US" dirty="0"/>
              <a:t>    value = </a:t>
            </a:r>
            <a:r>
              <a:rPr lang="en-US" i="1" dirty="0" err="1"/>
              <a:t>true_expr</a:t>
            </a:r>
            <a:endParaRPr lang="en-US" i="1"/>
          </a:p>
          <a:p>
            <a:pPr marL="455295" lvl="1" indent="0">
              <a:lnSpc>
                <a:spcPct val="100000"/>
              </a:lnSpc>
              <a:buNone/>
            </a:pPr>
            <a:r>
              <a:rPr lang="en-US" dirty="0"/>
              <a:t>else:</a:t>
            </a:r>
          </a:p>
          <a:p>
            <a:pPr marL="455295" lvl="1" indent="0">
              <a:lnSpc>
                <a:spcPct val="100000"/>
              </a:lnSpc>
              <a:buNone/>
            </a:pPr>
            <a:r>
              <a:rPr lang="en-US" dirty="0"/>
              <a:t>    value = </a:t>
            </a:r>
            <a:r>
              <a:rPr lang="en-US" i="1" err="1"/>
              <a:t>false_expr</a:t>
            </a:r>
            <a:r>
              <a:rPr lang="en-US" dirty="0"/>
              <a:t> </a:t>
            </a:r>
          </a:p>
          <a:p>
            <a:r>
              <a:rPr lang="en-US" sz="2000" dirty="0"/>
              <a:t>Example:</a:t>
            </a:r>
          </a:p>
          <a:p>
            <a:pPr marL="455295" lvl="1" indent="0">
              <a:lnSpc>
                <a:spcPct val="100000"/>
              </a:lnSpc>
              <a:buNone/>
            </a:pPr>
            <a:r>
              <a:rPr lang="en-US" dirty="0"/>
              <a:t>x = 5</a:t>
            </a:r>
          </a:p>
          <a:p>
            <a:pPr marL="455295" lvl="1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bg2">
                    <a:lumMod val="76000"/>
                  </a:schemeClr>
                </a:solidFill>
              </a:rPr>
              <a:t>'Non-negative' if x &gt;= 0 else 'Negative'</a:t>
            </a:r>
          </a:p>
          <a:p>
            <a:r>
              <a:rPr lang="en-US" sz="2000" dirty="0"/>
              <a:t>Ternary expression - </a:t>
            </a:r>
            <a:r>
              <a:rPr lang="en-US" sz="2000" dirty="0">
                <a:solidFill>
                  <a:srgbClr val="C00000"/>
                </a:solidFill>
              </a:rPr>
              <a:t>not recommended</a:t>
            </a:r>
            <a:r>
              <a:rPr lang="en-US" sz="2000" dirty="0"/>
              <a:t> for </a:t>
            </a:r>
            <a:r>
              <a:rPr lang="en-US" sz="2000" dirty="0">
                <a:solidFill>
                  <a:srgbClr val="C00000"/>
                </a:solidFill>
              </a:rPr>
              <a:t>complex if-else blocks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577" y="-8034"/>
            <a:ext cx="919817" cy="824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2215DD-24F7-1C1A-B148-C19A9712777F}"/>
              </a:ext>
            </a:extLst>
          </p:cNvPr>
          <p:cNvSpPr txBox="1"/>
          <p:nvPr/>
        </p:nvSpPr>
        <p:spPr>
          <a:xfrm>
            <a:off x="5323497" y="2006781"/>
            <a:ext cx="6337652" cy="1172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 b="1" dirty="0">
                <a:latin typeface="TW Cen MT"/>
              </a:rPr>
              <a:t>Equivalent </a:t>
            </a:r>
            <a:r>
              <a:rPr lang="en-US" sz="2000" b="1" dirty="0">
                <a:solidFill>
                  <a:schemeClr val="bg2"/>
                </a:solidFill>
                <a:latin typeface="TW Cen MT"/>
              </a:rPr>
              <a:t>ternary expression</a:t>
            </a:r>
            <a:r>
              <a:rPr lang="en-US" sz="2000" b="1" dirty="0">
                <a:latin typeface="TW Cen MT"/>
              </a:rPr>
              <a:t> :</a:t>
            </a:r>
          </a:p>
          <a:p>
            <a:pPr marL="455295" lvl="1">
              <a:lnSpc>
                <a:spcPct val="120000"/>
              </a:lnSpc>
              <a:spcBef>
                <a:spcPts val="500"/>
              </a:spcBef>
            </a:pPr>
            <a:r>
              <a:rPr lang="en-US" sz="2000" dirty="0">
                <a:latin typeface="TW Cen MT"/>
              </a:rPr>
              <a:t>value = </a:t>
            </a:r>
            <a:r>
              <a:rPr lang="en-US" sz="2000" i="1" err="1">
                <a:solidFill>
                  <a:schemeClr val="bg2"/>
                </a:solidFill>
                <a:latin typeface="TW Cen MT"/>
              </a:rPr>
              <a:t>true_expr</a:t>
            </a:r>
            <a:r>
              <a:rPr lang="en-US" sz="2000" dirty="0">
                <a:solidFill>
                  <a:schemeClr val="bg2"/>
                </a:solidFill>
                <a:latin typeface="TW Cen MT"/>
              </a:rPr>
              <a:t> if condition else </a:t>
            </a:r>
            <a:r>
              <a:rPr lang="en-US" sz="2000" i="1" err="1">
                <a:solidFill>
                  <a:schemeClr val="bg2"/>
                </a:solidFill>
                <a:latin typeface="TW Cen MT"/>
              </a:rPr>
              <a:t>false_expr</a:t>
            </a:r>
            <a:endParaRPr lang="en-US" sz="2000">
              <a:solidFill>
                <a:schemeClr val="bg2"/>
              </a:solidFill>
              <a:latin typeface="TW Cen MT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124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E8E1-9D23-9CE7-5D84-FFFCE9AB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9A6B-7C20-F5ED-F3F9-C9B3719CC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55979" cy="3493588"/>
          </a:xfrm>
        </p:spPr>
        <p:txBody>
          <a:bodyPr>
            <a:normAutofit/>
          </a:bodyPr>
          <a:lstStyle/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94B4A30-EA5F-6867-74AF-6E01A52C8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163054-73BC-7ECF-4A2A-03769B76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2C2DC6-F462-3BA2-E52D-41F0A439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FA6ABF-C959-8D2B-7B38-DF77B18ED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7EF7AC3-C3E6-93CC-62BF-EE0260349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BBBF24B-66D8-566C-A664-78BE45CB5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255B2FE-9C82-E32B-79CA-BEB0683C8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D469D4-5943-58C1-C1BA-EE7DFBF18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431A24-07B4-C471-3516-BC18CA08B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C3C397-FEBD-1180-6455-DA2C0CFB9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BA4A28-4470-9620-D27B-4D85C10D0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6B6091F-1375-1AE2-DB5E-B82D4B6A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017C50-B095-C682-6269-113DD2459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4746541-3B6D-DE2B-4B80-5BFC8DA59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F61DC0C-EC0E-F354-1B99-B0D7B6AD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A59680-35C0-D127-97AE-DC3E055BA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1F0280-9F39-400C-C260-786380334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6D49A9E-7739-0B38-F652-74B7E3332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1EC541-A789-F7A5-3B12-7F0D2C2C1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38A3489-01F0-69AF-F39B-407E4383C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BE4B703-7459-1217-B7CD-BFDCD4F56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E8A3917-AE8D-5045-8A60-3B824BF21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2DD269B-345B-2B0D-2A0F-CCB333D6F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44DC1C4-5258-007B-71F0-5CE6213E6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70928D-B25B-8EE2-29A2-5C8AC2709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444B964-9837-A3DA-6021-7646DC3F1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EE5B20-1D9E-CC82-C408-B2214008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288AD5C-CBD1-E179-3B65-A550F1E5E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4103944-7C43-BD2E-5DF2-745E9AF2B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C05C291-EABE-25F1-06DF-64CCDF547018}"/>
              </a:ext>
            </a:extLst>
          </p:cNvPr>
          <p:cNvSpPr txBox="1">
            <a:spLocks/>
          </p:cNvSpPr>
          <p:nvPr/>
        </p:nvSpPr>
        <p:spPr>
          <a:xfrm>
            <a:off x="1141413" y="1082673"/>
            <a:ext cx="2869416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/>
              <a:t>references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008E67-CCE6-240E-A0A5-AC90313D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39E904-5817-CC25-B119-1FC34C203D7D}"/>
              </a:ext>
            </a:extLst>
          </p:cNvPr>
          <p:cNvSpPr txBox="1">
            <a:spLocks/>
          </p:cNvSpPr>
          <p:nvPr/>
        </p:nvSpPr>
        <p:spPr>
          <a:xfrm>
            <a:off x="5297763" y="1082673"/>
            <a:ext cx="5751237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EA15A5-A211-AFE5-F650-1F41F8CD7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5C43F8EC-A97B-B33F-14FB-DEC39621D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0AAE9F38-2561-0DC3-0B0C-6B725D4BF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366F0FD-85D3-8C46-1D93-21042F31F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F9BFC293-76D9-F1FA-6EAF-42810EFBA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EB638B3F-60CC-6EDE-30FA-E29F2C806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32E2C2DE-191E-0345-BFD9-B555F3503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77D005CD-9EAD-81CB-6431-7BB9CC0A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15BC8429-9DFA-94B9-32FA-D170E1098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8718898-2843-D991-2788-B23FECD5C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C878F859-5D9A-9B7A-B2EB-F328FD2D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7729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318</TotalTime>
  <Words>1685</Words>
  <Application>Microsoft Office PowerPoint</Application>
  <PresentationFormat>Widescreen</PresentationFormat>
  <Paragraphs>236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Circuit</vt:lpstr>
      <vt:lpstr>Module 1  Python Basics</vt:lpstr>
      <vt:lpstr>AGENDA</vt:lpstr>
      <vt:lpstr>Python for Data Analysis</vt:lpstr>
      <vt:lpstr>KINDS OF DATA</vt:lpstr>
      <vt:lpstr>Essential libraries</vt:lpstr>
      <vt:lpstr>Python language basics</vt:lpstr>
      <vt:lpstr> Language Semantics</vt:lpstr>
      <vt:lpstr>Language Semantics</vt:lpstr>
      <vt:lpstr>Language Semantics</vt:lpstr>
      <vt:lpstr>Language Semantics</vt:lpstr>
      <vt:lpstr>Language Semantics</vt:lpstr>
      <vt:lpstr>Language Semantics</vt:lpstr>
      <vt:lpstr>Language Semantics</vt:lpstr>
      <vt:lpstr>Scalar Types</vt:lpstr>
      <vt:lpstr>Control flows</vt:lpstr>
      <vt:lpstr>Control flows</vt:lpstr>
      <vt:lpstr>Control flows</vt:lpstr>
      <vt:lpstr>Control flows</vt:lpstr>
      <vt:lpstr>Control flows</vt:lpstr>
      <vt:lpstr>Control flows</vt:lpstr>
      <vt:lpstr>Control flows</vt:lpstr>
      <vt:lpstr>Control flows</vt:lpstr>
      <vt:lpstr>Control flows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 Python Basics</dc:title>
  <dc:creator>Catherine Ata</dc:creator>
  <cp:lastModifiedBy>Catherine Ata</cp:lastModifiedBy>
  <cp:revision>591</cp:revision>
  <dcterms:created xsi:type="dcterms:W3CDTF">2024-06-04T16:42:17Z</dcterms:created>
  <dcterms:modified xsi:type="dcterms:W3CDTF">2024-08-29T13:57:58Z</dcterms:modified>
</cp:coreProperties>
</file>