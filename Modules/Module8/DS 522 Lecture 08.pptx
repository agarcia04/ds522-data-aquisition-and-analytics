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notesMasterIdLst>
    <p:notesMasterId r:id="rId46"/>
  </p:notesMasterIdLst>
  <p:sldIdLst>
    <p:sldId id="256" r:id="rId2"/>
    <p:sldId id="257" r:id="rId3"/>
    <p:sldId id="310" r:id="rId4"/>
    <p:sldId id="308" r:id="rId5"/>
    <p:sldId id="281" r:id="rId6"/>
    <p:sldId id="282" r:id="rId7"/>
    <p:sldId id="283" r:id="rId8"/>
    <p:sldId id="285" r:id="rId9"/>
    <p:sldId id="258" r:id="rId10"/>
    <p:sldId id="309" r:id="rId11"/>
    <p:sldId id="287" r:id="rId12"/>
    <p:sldId id="311" r:id="rId13"/>
    <p:sldId id="261" r:id="rId14"/>
    <p:sldId id="289" r:id="rId15"/>
    <p:sldId id="290" r:id="rId16"/>
    <p:sldId id="291" r:id="rId17"/>
    <p:sldId id="312" r:id="rId18"/>
    <p:sldId id="292" r:id="rId19"/>
    <p:sldId id="294" r:id="rId20"/>
    <p:sldId id="293" r:id="rId21"/>
    <p:sldId id="263" r:id="rId22"/>
    <p:sldId id="318" r:id="rId23"/>
    <p:sldId id="319" r:id="rId24"/>
    <p:sldId id="320" r:id="rId25"/>
    <p:sldId id="321" r:id="rId26"/>
    <p:sldId id="322" r:id="rId27"/>
    <p:sldId id="284" r:id="rId28"/>
    <p:sldId id="323" r:id="rId29"/>
    <p:sldId id="324" r:id="rId30"/>
    <p:sldId id="325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13" r:id="rId43"/>
    <p:sldId id="317" r:id="rId44"/>
    <p:sldId id="279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093595-C055-4308-BB61-E07103F09BD2}" v="71" dt="2024-08-25T22:21:33.0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03" autoAdjust="0"/>
    <p:restoredTop sz="94660"/>
  </p:normalViewPr>
  <p:slideViewPr>
    <p:cSldViewPr snapToGrid="0">
      <p:cViewPr>
        <p:scale>
          <a:sx n="80" d="100"/>
          <a:sy n="80" d="100"/>
        </p:scale>
        <p:origin x="10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Ata" userId="4e21e26771b92a65" providerId="LiveId" clId="{A4E67066-B4E6-457E-8CC9-0D3BCEBFAF42}"/>
    <pc:docChg chg="delSld">
      <pc:chgData name="Catherine Ata" userId="4e21e26771b92a65" providerId="LiveId" clId="{A4E67066-B4E6-457E-8CC9-0D3BCEBFAF42}" dt="2024-08-25T15:02:25.130" v="0" actId="47"/>
      <pc:docMkLst>
        <pc:docMk/>
      </pc:docMkLst>
      <pc:sldChg chg="del">
        <pc:chgData name="Catherine Ata" userId="4e21e26771b92a65" providerId="LiveId" clId="{A4E67066-B4E6-457E-8CC9-0D3BCEBFAF42}" dt="2024-08-25T15:02:25.130" v="0" actId="47"/>
        <pc:sldMkLst>
          <pc:docMk/>
          <pc:sldMk cId="3921166562" sldId="264"/>
        </pc:sldMkLst>
      </pc:sldChg>
    </pc:docChg>
  </pc:docChgLst>
  <pc:docChgLst>
    <pc:chgData name="Ezra Ata" userId="c8268dc69760c301" providerId="Windows Live" clId="Web-{13C42E4D-493E-4F8D-BA0A-D06C1B3E7A6E}"/>
    <pc:docChg chg="delSld modSld">
      <pc:chgData name="Ezra Ata" userId="c8268dc69760c301" providerId="Windows Live" clId="Web-{13C42E4D-493E-4F8D-BA0A-D06C1B3E7A6E}" dt="2024-07-06T17:34:54.402" v="95"/>
      <pc:docMkLst>
        <pc:docMk/>
      </pc:docMkLst>
      <pc:sldChg chg="addSp delSp modSp">
        <pc:chgData name="Ezra Ata" userId="c8268dc69760c301" providerId="Windows Live" clId="Web-{13C42E4D-493E-4F8D-BA0A-D06C1B3E7A6E}" dt="2024-07-06T17:34:44.871" v="90" actId="1076"/>
        <pc:sldMkLst>
          <pc:docMk/>
          <pc:sldMk cId="2972582398" sldId="263"/>
        </pc:sldMkLst>
        <pc:spChg chg="mod">
          <ac:chgData name="Ezra Ata" userId="c8268dc69760c301" providerId="Windows Live" clId="Web-{13C42E4D-493E-4F8D-BA0A-D06C1B3E7A6E}" dt="2024-07-06T17:33:09.040" v="61" actId="20577"/>
          <ac:spMkLst>
            <pc:docMk/>
            <pc:sldMk cId="2972582398" sldId="263"/>
            <ac:spMk id="2" creationId="{8156B364-19B5-5070-704F-AE2745EB0F50}"/>
          </ac:spMkLst>
        </pc:spChg>
        <pc:spChg chg="del">
          <ac:chgData name="Ezra Ata" userId="c8268dc69760c301" providerId="Windows Live" clId="Web-{13C42E4D-493E-4F8D-BA0A-D06C1B3E7A6E}" dt="2024-07-06T17:33:16.806" v="63"/>
          <ac:spMkLst>
            <pc:docMk/>
            <pc:sldMk cId="2972582398" sldId="263"/>
            <ac:spMk id="5" creationId="{126DDA88-9CC9-CC45-60FB-CC93E79372C3}"/>
          </ac:spMkLst>
        </pc:spChg>
        <pc:spChg chg="mod">
          <ac:chgData name="Ezra Ata" userId="c8268dc69760c301" providerId="Windows Live" clId="Web-{13C42E4D-493E-4F8D-BA0A-D06C1B3E7A6E}" dt="2024-07-06T17:34:27.714" v="79" actId="20577"/>
          <ac:spMkLst>
            <pc:docMk/>
            <pc:sldMk cId="2972582398" sldId="263"/>
            <ac:spMk id="6" creationId="{B58AB795-24AF-5BDC-AF9F-0B7F7A5FF4FF}"/>
          </ac:spMkLst>
        </pc:spChg>
        <pc:graphicFrameChg chg="del">
          <ac:chgData name="Ezra Ata" userId="c8268dc69760c301" providerId="Windows Live" clId="Web-{13C42E4D-493E-4F8D-BA0A-D06C1B3E7A6E}" dt="2024-07-06T17:33:25.759" v="64"/>
          <ac:graphicFrameMkLst>
            <pc:docMk/>
            <pc:sldMk cId="2972582398" sldId="263"/>
            <ac:graphicFrameMk id="4" creationId="{7A765CCB-AC38-9204-D131-550E6F82D633}"/>
          </ac:graphicFrameMkLst>
        </pc:graphicFrameChg>
        <pc:picChg chg="add mod">
          <ac:chgData name="Ezra Ata" userId="c8268dc69760c301" providerId="Windows Live" clId="Web-{13C42E4D-493E-4F8D-BA0A-D06C1B3E7A6E}" dt="2024-07-06T17:34:44.871" v="90" actId="1076"/>
          <ac:picMkLst>
            <pc:docMk/>
            <pc:sldMk cId="2972582398" sldId="263"/>
            <ac:picMk id="3" creationId="{3DAE90E2-132E-18D5-8C57-9CEC709178B5}"/>
          </ac:picMkLst>
        </pc:picChg>
      </pc:sldChg>
      <pc:sldChg chg="addSp modSp">
        <pc:chgData name="Ezra Ata" userId="c8268dc69760c301" providerId="Windows Live" clId="Web-{13C42E4D-493E-4F8D-BA0A-D06C1B3E7A6E}" dt="2024-07-06T17:31:07.099" v="20" actId="1076"/>
        <pc:sldMkLst>
          <pc:docMk/>
          <pc:sldMk cId="3366650810" sldId="294"/>
        </pc:sldMkLst>
        <pc:spChg chg="mod">
          <ac:chgData name="Ezra Ata" userId="c8268dc69760c301" providerId="Windows Live" clId="Web-{13C42E4D-493E-4F8D-BA0A-D06C1B3E7A6E}" dt="2024-07-06T17:30:50.489" v="13" actId="1076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Ezra Ata" userId="c8268dc69760c301" providerId="Windows Live" clId="Web-{13C42E4D-493E-4F8D-BA0A-D06C1B3E7A6E}" dt="2024-07-06T17:30:57.052" v="16" actId="14100"/>
          <ac:spMkLst>
            <pc:docMk/>
            <pc:sldMk cId="3366650810" sldId="294"/>
            <ac:spMk id="4" creationId="{AE510471-877D-E8CD-62A0-16E26F909B3A}"/>
          </ac:spMkLst>
        </pc:spChg>
        <pc:picChg chg="add mod">
          <ac:chgData name="Ezra Ata" userId="c8268dc69760c301" providerId="Windows Live" clId="Web-{13C42E4D-493E-4F8D-BA0A-D06C1B3E7A6E}" dt="2024-07-06T17:31:07.099" v="20" actId="1076"/>
          <ac:picMkLst>
            <pc:docMk/>
            <pc:sldMk cId="3366650810" sldId="294"/>
            <ac:picMk id="3" creationId="{957DA509-2289-2BD2-F4F1-7ED59087C6FC}"/>
          </ac:picMkLst>
        </pc:picChg>
      </pc:sldChg>
      <pc:sldChg chg="addSp delSp modSp">
        <pc:chgData name="Ezra Ata" userId="c8268dc69760c301" providerId="Windows Live" clId="Web-{13C42E4D-493E-4F8D-BA0A-D06C1B3E7A6E}" dt="2024-07-06T17:32:55.930" v="59" actId="14100"/>
        <pc:sldMkLst>
          <pc:docMk/>
          <pc:sldMk cId="3711437500" sldId="295"/>
        </pc:sldMkLst>
        <pc:spChg chg="mod">
          <ac:chgData name="Ezra Ata" userId="c8268dc69760c301" providerId="Windows Live" clId="Web-{13C42E4D-493E-4F8D-BA0A-D06C1B3E7A6E}" dt="2024-07-06T17:31:21.381" v="22" actId="20577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Ezra Ata" userId="c8268dc69760c301" providerId="Windows Live" clId="Web-{13C42E4D-493E-4F8D-BA0A-D06C1B3E7A6E}" dt="2024-07-06T17:32:25.679" v="46" actId="1076"/>
          <ac:spMkLst>
            <pc:docMk/>
            <pc:sldMk cId="3711437500" sldId="295"/>
            <ac:spMk id="4" creationId="{AE510471-877D-E8CD-62A0-16E26F909B3A}"/>
          </ac:spMkLst>
        </pc:spChg>
        <pc:spChg chg="del">
          <ac:chgData name="Ezra Ata" userId="c8268dc69760c301" providerId="Windows Live" clId="Web-{13C42E4D-493E-4F8D-BA0A-D06C1B3E7A6E}" dt="2024-07-06T17:31:28.928" v="23"/>
          <ac:spMkLst>
            <pc:docMk/>
            <pc:sldMk cId="3711437500" sldId="295"/>
            <ac:spMk id="12" creationId="{07310B4C-2FFE-037A-F3D5-1AA439EF61A7}"/>
          </ac:spMkLst>
        </pc:spChg>
        <pc:picChg chg="add mod">
          <ac:chgData name="Ezra Ata" userId="c8268dc69760c301" providerId="Windows Live" clId="Web-{13C42E4D-493E-4F8D-BA0A-D06C1B3E7A6E}" dt="2024-07-06T17:32:55.930" v="59" actId="14100"/>
          <ac:picMkLst>
            <pc:docMk/>
            <pc:sldMk cId="3711437500" sldId="295"/>
            <ac:picMk id="3" creationId="{BED216BA-E60E-233B-F9E1-1A2A097C2C64}"/>
          </ac:picMkLst>
        </pc:picChg>
      </pc:sldChg>
      <pc:sldChg chg="del">
        <pc:chgData name="Ezra Ata" userId="c8268dc69760c301" providerId="Windows Live" clId="Web-{13C42E4D-493E-4F8D-BA0A-D06C1B3E7A6E}" dt="2024-07-06T17:34:51.043" v="91"/>
        <pc:sldMkLst>
          <pc:docMk/>
          <pc:sldMk cId="244083340" sldId="296"/>
        </pc:sldMkLst>
      </pc:sldChg>
      <pc:sldChg chg="del">
        <pc:chgData name="Ezra Ata" userId="c8268dc69760c301" providerId="Windows Live" clId="Web-{13C42E4D-493E-4F8D-BA0A-D06C1B3E7A6E}" dt="2024-07-06T17:34:52.121" v="92"/>
        <pc:sldMkLst>
          <pc:docMk/>
          <pc:sldMk cId="1972997762" sldId="297"/>
        </pc:sldMkLst>
      </pc:sldChg>
      <pc:sldChg chg="del">
        <pc:chgData name="Ezra Ata" userId="c8268dc69760c301" providerId="Windows Live" clId="Web-{13C42E4D-493E-4F8D-BA0A-D06C1B3E7A6E}" dt="2024-07-06T17:34:52.965" v="93"/>
        <pc:sldMkLst>
          <pc:docMk/>
          <pc:sldMk cId="1678274442" sldId="298"/>
        </pc:sldMkLst>
      </pc:sldChg>
      <pc:sldChg chg="del">
        <pc:chgData name="Ezra Ata" userId="c8268dc69760c301" providerId="Windows Live" clId="Web-{13C42E4D-493E-4F8D-BA0A-D06C1B3E7A6E}" dt="2024-07-06T17:34:53.715" v="94"/>
        <pc:sldMkLst>
          <pc:docMk/>
          <pc:sldMk cId="2413278030" sldId="299"/>
        </pc:sldMkLst>
      </pc:sldChg>
      <pc:sldChg chg="del">
        <pc:chgData name="Ezra Ata" userId="c8268dc69760c301" providerId="Windows Live" clId="Web-{13C42E4D-493E-4F8D-BA0A-D06C1B3E7A6E}" dt="2024-07-06T17:34:54.402" v="95"/>
        <pc:sldMkLst>
          <pc:docMk/>
          <pc:sldMk cId="3534905347" sldId="300"/>
        </pc:sldMkLst>
      </pc:sldChg>
    </pc:docChg>
  </pc:docChgLst>
  <pc:docChgLst>
    <pc:chgData name="Catherine Ata" userId="4e21e26771b92a65" providerId="LiveId" clId="{71093595-C055-4308-BB61-E07103F09BD2}"/>
    <pc:docChg chg="undo custSel addSld delSld modSld sldOrd">
      <pc:chgData name="Catherine Ata" userId="4e21e26771b92a65" providerId="LiveId" clId="{71093595-C055-4308-BB61-E07103F09BD2}" dt="2024-08-25T22:23:52.810" v="2547" actId="1076"/>
      <pc:docMkLst>
        <pc:docMk/>
      </pc:docMkLst>
      <pc:sldChg chg="modSp mod">
        <pc:chgData name="Catherine Ata" userId="4e21e26771b92a65" providerId="LiveId" clId="{71093595-C055-4308-BB61-E07103F09BD2}" dt="2024-08-25T15:21:41.228" v="0" actId="6549"/>
        <pc:sldMkLst>
          <pc:docMk/>
          <pc:sldMk cId="158767598" sldId="256"/>
        </pc:sldMkLst>
        <pc:spChg chg="mod">
          <ac:chgData name="Catherine Ata" userId="4e21e26771b92a65" providerId="LiveId" clId="{71093595-C055-4308-BB61-E07103F09BD2}" dt="2024-08-25T15:21:41.228" v="0" actId="6549"/>
          <ac:spMkLst>
            <pc:docMk/>
            <pc:sldMk cId="158767598" sldId="256"/>
            <ac:spMk id="2" creationId="{6B420F8C-B260-B061-FAEB-456B3F2929EC}"/>
          </ac:spMkLst>
        </pc:spChg>
      </pc:sldChg>
      <pc:sldChg chg="addSp delSp modSp mod">
        <pc:chgData name="Catherine Ata" userId="4e21e26771b92a65" providerId="LiveId" clId="{71093595-C055-4308-BB61-E07103F09BD2}" dt="2024-08-25T22:21:48.502" v="2544" actId="14100"/>
        <pc:sldMkLst>
          <pc:docMk/>
          <pc:sldMk cId="1316968593" sldId="257"/>
        </pc:sldMkLst>
        <pc:spChg chg="add del mod">
          <ac:chgData name="Catherine Ata" userId="4e21e26771b92a65" providerId="LiveId" clId="{71093595-C055-4308-BB61-E07103F09BD2}" dt="2024-08-25T22:13:51.003" v="2535" actId="478"/>
          <ac:spMkLst>
            <pc:docMk/>
            <pc:sldMk cId="1316968593" sldId="257"/>
            <ac:spMk id="5" creationId="{6A8E7738-B8F7-6D41-FC67-2BF05EA28746}"/>
          </ac:spMkLst>
        </pc:spChg>
        <pc:graphicFrameChg chg="add del mod">
          <ac:chgData name="Catherine Ata" userId="4e21e26771b92a65" providerId="LiveId" clId="{71093595-C055-4308-BB61-E07103F09BD2}" dt="2024-08-25T22:21:33.089" v="2543"/>
          <ac:graphicFrameMkLst>
            <pc:docMk/>
            <pc:sldMk cId="1316968593" sldId="257"/>
            <ac:graphicFrameMk id="53" creationId="{B3529599-F5B4-68D7-C3D3-833636480F09}"/>
          </ac:graphicFrameMkLst>
        </pc:graphicFrameChg>
        <pc:picChg chg="mod">
          <ac:chgData name="Catherine Ata" userId="4e21e26771b92a65" providerId="LiveId" clId="{71093595-C055-4308-BB61-E07103F09BD2}" dt="2024-08-25T22:21:48.502" v="2544" actId="14100"/>
          <ac:picMkLst>
            <pc:docMk/>
            <pc:sldMk cId="1316968593" sldId="257"/>
            <ac:picMk id="4" creationId="{CCBBE772-449F-732D-5D97-8C14264921DF}"/>
          </ac:picMkLst>
        </pc:picChg>
      </pc:sldChg>
      <pc:sldChg chg="addSp delSp modSp mod">
        <pc:chgData name="Catherine Ata" userId="4e21e26771b92a65" providerId="LiveId" clId="{71093595-C055-4308-BB61-E07103F09BD2}" dt="2024-08-25T16:27:41.520" v="686" actId="1076"/>
        <pc:sldMkLst>
          <pc:docMk/>
          <pc:sldMk cId="2251826545" sldId="258"/>
        </pc:sldMkLst>
        <pc:spChg chg="mod">
          <ac:chgData name="Catherine Ata" userId="4e21e26771b92a65" providerId="LiveId" clId="{71093595-C055-4308-BB61-E07103F09BD2}" dt="2024-08-25T16:20:59.280" v="653" actId="122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71093595-C055-4308-BB61-E07103F09BD2}" dt="2024-08-25T16:27:02.546" v="672" actId="6549"/>
          <ac:spMkLst>
            <pc:docMk/>
            <pc:sldMk cId="2251826545" sldId="258"/>
            <ac:spMk id="3" creationId="{6894B957-7D2F-464C-DB8B-5E3E8F5605E3}"/>
          </ac:spMkLst>
        </pc:spChg>
        <pc:picChg chg="del mod">
          <ac:chgData name="Catherine Ata" userId="4e21e26771b92a65" providerId="LiveId" clId="{71093595-C055-4308-BB61-E07103F09BD2}" dt="2024-08-25T16:24:49.487" v="664" actId="478"/>
          <ac:picMkLst>
            <pc:docMk/>
            <pc:sldMk cId="2251826545" sldId="258"/>
            <ac:picMk id="4" creationId="{62E254AA-7181-1470-D4EE-D38190A3F134}"/>
          </ac:picMkLst>
        </pc:picChg>
        <pc:picChg chg="mod">
          <ac:chgData name="Catherine Ata" userId="4e21e26771b92a65" providerId="LiveId" clId="{71093595-C055-4308-BB61-E07103F09BD2}" dt="2024-08-25T16:21:03.259" v="654" actId="14100"/>
          <ac:picMkLst>
            <pc:docMk/>
            <pc:sldMk cId="2251826545" sldId="258"/>
            <ac:picMk id="5" creationId="{B75D4CCE-DE58-FAC2-95E8-EC465A608BBD}"/>
          </ac:picMkLst>
        </pc:picChg>
        <pc:picChg chg="add mod">
          <ac:chgData name="Catherine Ata" userId="4e21e26771b92a65" providerId="LiveId" clId="{71093595-C055-4308-BB61-E07103F09BD2}" dt="2024-08-25T16:27:33.201" v="683" actId="1076"/>
          <ac:picMkLst>
            <pc:docMk/>
            <pc:sldMk cId="2251826545" sldId="258"/>
            <ac:picMk id="7" creationId="{5D37F137-28CA-9CC5-A8BF-AE359B228F28}"/>
          </ac:picMkLst>
        </pc:picChg>
        <pc:picChg chg="add mod">
          <ac:chgData name="Catherine Ata" userId="4e21e26771b92a65" providerId="LiveId" clId="{71093595-C055-4308-BB61-E07103F09BD2}" dt="2024-08-25T16:27:41.520" v="686" actId="1076"/>
          <ac:picMkLst>
            <pc:docMk/>
            <pc:sldMk cId="2251826545" sldId="258"/>
            <ac:picMk id="9" creationId="{CE1E816A-A574-71A0-BDE9-B59332AEC6F9}"/>
          </ac:picMkLst>
        </pc:picChg>
      </pc:sldChg>
      <pc:sldChg chg="modSp mod">
        <pc:chgData name="Catherine Ata" userId="4e21e26771b92a65" providerId="LiveId" clId="{71093595-C055-4308-BB61-E07103F09BD2}" dt="2024-08-25T16:58:24.642" v="1014" actId="20577"/>
        <pc:sldMkLst>
          <pc:docMk/>
          <pc:sldMk cId="3392761998" sldId="261"/>
        </pc:sldMkLst>
        <pc:spChg chg="mod">
          <ac:chgData name="Catherine Ata" userId="4e21e26771b92a65" providerId="LiveId" clId="{71093595-C055-4308-BB61-E07103F09BD2}" dt="2024-08-25T16:48:08.696" v="923" actId="122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71093595-C055-4308-BB61-E07103F09BD2}" dt="2024-08-25T16:58:24.642" v="1014" actId="20577"/>
          <ac:spMkLst>
            <pc:docMk/>
            <pc:sldMk cId="3392761998" sldId="261"/>
            <ac:spMk id="3" creationId="{FCE55FD6-D68C-6291-B312-70DC1097A5A1}"/>
          </ac:spMkLst>
        </pc:spChg>
      </pc:sldChg>
      <pc:sldChg chg="addSp delSp modSp mod">
        <pc:chgData name="Catherine Ata" userId="4e21e26771b92a65" providerId="LiveId" clId="{71093595-C055-4308-BB61-E07103F09BD2}" dt="2024-08-25T18:19:15.089" v="1374" actId="1076"/>
        <pc:sldMkLst>
          <pc:docMk/>
          <pc:sldMk cId="2972582398" sldId="263"/>
        </pc:sldMkLst>
        <pc:spChg chg="mod">
          <ac:chgData name="Catherine Ata" userId="4e21e26771b92a65" providerId="LiveId" clId="{71093595-C055-4308-BB61-E07103F09BD2}" dt="2024-08-25T18:17:35.034" v="1364" actId="20577"/>
          <ac:spMkLst>
            <pc:docMk/>
            <pc:sldMk cId="2972582398" sldId="263"/>
            <ac:spMk id="6" creationId="{B58AB795-24AF-5BDC-AF9F-0B7F7A5FF4FF}"/>
          </ac:spMkLst>
        </pc:spChg>
        <pc:picChg chg="del mod">
          <ac:chgData name="Catherine Ata" userId="4e21e26771b92a65" providerId="LiveId" clId="{71093595-C055-4308-BB61-E07103F09BD2}" dt="2024-08-25T18:15:48.593" v="1348" actId="478"/>
          <ac:picMkLst>
            <pc:docMk/>
            <pc:sldMk cId="2972582398" sldId="263"/>
            <ac:picMk id="3" creationId="{3DAE90E2-132E-18D5-8C57-9CEC709178B5}"/>
          </ac:picMkLst>
        </pc:picChg>
        <pc:picChg chg="add del mod">
          <ac:chgData name="Catherine Ata" userId="4e21e26771b92a65" providerId="LiveId" clId="{71093595-C055-4308-BB61-E07103F09BD2}" dt="2024-08-25T18:18:47.095" v="1367" actId="478"/>
          <ac:picMkLst>
            <pc:docMk/>
            <pc:sldMk cId="2972582398" sldId="263"/>
            <ac:picMk id="5" creationId="{6F2994D3-094B-F94D-DDBF-317A29844CC0}"/>
          </ac:picMkLst>
        </pc:picChg>
        <pc:picChg chg="add mod">
          <ac:chgData name="Catherine Ata" userId="4e21e26771b92a65" providerId="LiveId" clId="{71093595-C055-4308-BB61-E07103F09BD2}" dt="2024-08-25T18:19:15.089" v="1374" actId="1076"/>
          <ac:picMkLst>
            <pc:docMk/>
            <pc:sldMk cId="2972582398" sldId="263"/>
            <ac:picMk id="9" creationId="{ED3BC301-9900-374A-3668-D0B5E67FE041}"/>
          </ac:picMkLst>
        </pc:picChg>
        <pc:picChg chg="add mod">
          <ac:chgData name="Catherine Ata" userId="4e21e26771b92a65" providerId="LiveId" clId="{71093595-C055-4308-BB61-E07103F09BD2}" dt="2024-08-25T18:19:13.813" v="1373" actId="1076"/>
          <ac:picMkLst>
            <pc:docMk/>
            <pc:sldMk cId="2972582398" sldId="263"/>
            <ac:picMk id="11" creationId="{9F20CA5F-C07F-79C2-9CF4-93320EB43332}"/>
          </ac:picMkLst>
        </pc:picChg>
      </pc:sldChg>
      <pc:sldChg chg="del">
        <pc:chgData name="Catherine Ata" userId="4e21e26771b92a65" providerId="LiveId" clId="{71093595-C055-4308-BB61-E07103F09BD2}" dt="2024-08-25T19:03:31.086" v="1375" actId="47"/>
        <pc:sldMkLst>
          <pc:docMk/>
          <pc:sldMk cId="1918334880" sldId="280"/>
        </pc:sldMkLst>
      </pc:sldChg>
      <pc:sldChg chg="addSp delSp modSp mod">
        <pc:chgData name="Catherine Ata" userId="4e21e26771b92a65" providerId="LiveId" clId="{71093595-C055-4308-BB61-E07103F09BD2}" dt="2024-08-25T16:38:49.208" v="804" actId="6549"/>
        <pc:sldMkLst>
          <pc:docMk/>
          <pc:sldMk cId="1765310388" sldId="281"/>
        </pc:sldMkLst>
        <pc:spChg chg="mod">
          <ac:chgData name="Catherine Ata" userId="4e21e26771b92a65" providerId="LiveId" clId="{71093595-C055-4308-BB61-E07103F09BD2}" dt="2024-08-25T16:38:49.208" v="804" actId="6549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5:37:14.361" v="199" actId="14100"/>
          <ac:spMkLst>
            <pc:docMk/>
            <pc:sldMk cId="1765310388" sldId="281"/>
            <ac:spMk id="4" creationId="{CCE1343B-D448-0F3D-2A82-B1953503574C}"/>
          </ac:spMkLst>
        </pc:spChg>
        <pc:picChg chg="del mod">
          <ac:chgData name="Catherine Ata" userId="4e21e26771b92a65" providerId="LiveId" clId="{71093595-C055-4308-BB61-E07103F09BD2}" dt="2024-08-25T15:38:34.978" v="208" actId="478"/>
          <ac:picMkLst>
            <pc:docMk/>
            <pc:sldMk cId="1765310388" sldId="281"/>
            <ac:picMk id="5" creationId="{E251554B-7915-694C-BA76-3348EE326B72}"/>
          </ac:picMkLst>
        </pc:picChg>
        <pc:picChg chg="add mod">
          <ac:chgData name="Catherine Ata" userId="4e21e26771b92a65" providerId="LiveId" clId="{71093595-C055-4308-BB61-E07103F09BD2}" dt="2024-08-25T15:36:54.838" v="191" actId="14100"/>
          <ac:picMkLst>
            <pc:docMk/>
            <pc:sldMk cId="1765310388" sldId="281"/>
            <ac:picMk id="7" creationId="{8E219093-8056-D539-DAA4-E98EB7593E6D}"/>
          </ac:picMkLst>
        </pc:picChg>
        <pc:picChg chg="mod">
          <ac:chgData name="Catherine Ata" userId="4e21e26771b92a65" providerId="LiveId" clId="{71093595-C055-4308-BB61-E07103F09BD2}" dt="2024-08-25T15:25:29.315" v="39" actId="14100"/>
          <ac:picMkLst>
            <pc:docMk/>
            <pc:sldMk cId="1765310388" sldId="281"/>
            <ac:picMk id="8" creationId="{D63B66E4-6B46-A975-B873-4AD50E0AD109}"/>
          </ac:picMkLst>
        </pc:picChg>
        <pc:picChg chg="add mod">
          <ac:chgData name="Catherine Ata" userId="4e21e26771b92a65" providerId="LiveId" clId="{71093595-C055-4308-BB61-E07103F09BD2}" dt="2024-08-25T15:37:40.625" v="202" actId="14100"/>
          <ac:picMkLst>
            <pc:docMk/>
            <pc:sldMk cId="1765310388" sldId="281"/>
            <ac:picMk id="10" creationId="{A9023380-7AD2-E033-C7B8-D14FC7C0F6BE}"/>
          </ac:picMkLst>
        </pc:picChg>
        <pc:picChg chg="add mod">
          <ac:chgData name="Catherine Ata" userId="4e21e26771b92a65" providerId="LiveId" clId="{71093595-C055-4308-BB61-E07103F09BD2}" dt="2024-08-25T15:38:26.443" v="206" actId="1076"/>
          <ac:picMkLst>
            <pc:docMk/>
            <pc:sldMk cId="1765310388" sldId="281"/>
            <ac:picMk id="12" creationId="{A75BBE76-13CF-3BDB-C1A1-077691A867EE}"/>
          </ac:picMkLst>
        </pc:picChg>
        <pc:picChg chg="add mod modCrop">
          <ac:chgData name="Catherine Ata" userId="4e21e26771b92a65" providerId="LiveId" clId="{71093595-C055-4308-BB61-E07103F09BD2}" dt="2024-08-25T15:39:54.159" v="216" actId="732"/>
          <ac:picMkLst>
            <pc:docMk/>
            <pc:sldMk cId="1765310388" sldId="281"/>
            <ac:picMk id="14" creationId="{7BAAD23E-74FA-1811-430C-86C13C376EE3}"/>
          </ac:picMkLst>
        </pc:picChg>
      </pc:sldChg>
      <pc:sldChg chg="delSp modSp mod">
        <pc:chgData name="Catherine Ata" userId="4e21e26771b92a65" providerId="LiveId" clId="{71093595-C055-4308-BB61-E07103F09BD2}" dt="2024-08-25T16:41:03.980" v="826" actId="113"/>
        <pc:sldMkLst>
          <pc:docMk/>
          <pc:sldMk cId="3804984846" sldId="282"/>
        </pc:sldMkLst>
        <pc:spChg chg="mod">
          <ac:chgData name="Catherine Ata" userId="4e21e26771b92a65" providerId="LiveId" clId="{71093595-C055-4308-BB61-E07103F09BD2}" dt="2024-08-25T16:41:03.980" v="826" actId="113"/>
          <ac:spMkLst>
            <pc:docMk/>
            <pc:sldMk cId="3804984846" sldId="282"/>
            <ac:spMk id="2" creationId="{46CAA7C7-1B21-E4DE-A30C-992523F350E2}"/>
          </ac:spMkLst>
        </pc:spChg>
        <pc:spChg chg="del mod">
          <ac:chgData name="Catherine Ata" userId="4e21e26771b92a65" providerId="LiveId" clId="{71093595-C055-4308-BB61-E07103F09BD2}" dt="2024-08-25T15:41:12.721" v="218" actId="478"/>
          <ac:spMkLst>
            <pc:docMk/>
            <pc:sldMk cId="3804984846" sldId="282"/>
            <ac:spMk id="3" creationId="{2BF052D2-6CF3-75C7-9876-A8F3EBAC7DCC}"/>
          </ac:spMkLst>
        </pc:spChg>
      </pc:sldChg>
      <pc:sldChg chg="addSp delSp modSp mod">
        <pc:chgData name="Catherine Ata" userId="4e21e26771b92a65" providerId="LiveId" clId="{71093595-C055-4308-BB61-E07103F09BD2}" dt="2024-08-25T16:17:21.668" v="647" actId="1076"/>
        <pc:sldMkLst>
          <pc:docMk/>
          <pc:sldMk cId="1439247380" sldId="283"/>
        </pc:sldMkLst>
        <pc:spChg chg="mod">
          <ac:chgData name="Catherine Ata" userId="4e21e26771b92a65" providerId="LiveId" clId="{71093595-C055-4308-BB61-E07103F09BD2}" dt="2024-08-25T15:48:08.722" v="273" actId="14100"/>
          <ac:spMkLst>
            <pc:docMk/>
            <pc:sldMk cId="1439247380" sldId="283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6:16:56.397" v="639" actId="14100"/>
          <ac:spMkLst>
            <pc:docMk/>
            <pc:sldMk cId="1439247380" sldId="283"/>
            <ac:spMk id="4" creationId="{CCE1343B-D448-0F3D-2A82-B1953503574C}"/>
          </ac:spMkLst>
        </pc:spChg>
        <pc:picChg chg="add mod">
          <ac:chgData name="Catherine Ata" userId="4e21e26771b92a65" providerId="LiveId" clId="{71093595-C055-4308-BB61-E07103F09BD2}" dt="2024-08-25T16:17:14.337" v="644" actId="1076"/>
          <ac:picMkLst>
            <pc:docMk/>
            <pc:sldMk cId="1439247380" sldId="283"/>
            <ac:picMk id="5" creationId="{A718A416-0B97-EA97-8403-7D0B183A91C7}"/>
          </ac:picMkLst>
        </pc:picChg>
        <pc:picChg chg="del mod">
          <ac:chgData name="Catherine Ata" userId="4e21e26771b92a65" providerId="LiveId" clId="{71093595-C055-4308-BB61-E07103F09BD2}" dt="2024-08-25T15:50:58.020" v="302" actId="478"/>
          <ac:picMkLst>
            <pc:docMk/>
            <pc:sldMk cId="1439247380" sldId="283"/>
            <ac:picMk id="7" creationId="{A5C9F1BE-E71A-5543-52AA-A03EC7EC32C5}"/>
          </ac:picMkLst>
        </pc:picChg>
        <pc:picChg chg="mod">
          <ac:chgData name="Catherine Ata" userId="4e21e26771b92a65" providerId="LiveId" clId="{71093595-C055-4308-BB61-E07103F09BD2}" dt="2024-08-25T15:42:46.706" v="221" actId="14100"/>
          <ac:picMkLst>
            <pc:docMk/>
            <pc:sldMk cId="1439247380" sldId="283"/>
            <ac:picMk id="8" creationId="{4A82B68C-0727-3949-54BA-6389D3FC4980}"/>
          </ac:picMkLst>
        </pc:picChg>
        <pc:picChg chg="add mod">
          <ac:chgData name="Catherine Ata" userId="4e21e26771b92a65" providerId="LiveId" clId="{71093595-C055-4308-BB61-E07103F09BD2}" dt="2024-08-25T16:17:21.668" v="647" actId="1076"/>
          <ac:picMkLst>
            <pc:docMk/>
            <pc:sldMk cId="1439247380" sldId="283"/>
            <ac:picMk id="9" creationId="{A3856885-E352-5AFF-C4A4-E026B2FD3815}"/>
          </ac:picMkLst>
        </pc:picChg>
      </pc:sldChg>
      <pc:sldChg chg="addSp delSp modSp add del mod">
        <pc:chgData name="Catherine Ata" userId="4e21e26771b92a65" providerId="LiveId" clId="{71093595-C055-4308-BB61-E07103F09BD2}" dt="2024-08-25T20:01:41.058" v="1649" actId="1076"/>
        <pc:sldMkLst>
          <pc:docMk/>
          <pc:sldMk cId="2483628239" sldId="284"/>
        </pc:sldMkLst>
        <pc:spChg chg="mod">
          <ac:chgData name="Catherine Ata" userId="4e21e26771b92a65" providerId="LiveId" clId="{71093595-C055-4308-BB61-E07103F09BD2}" dt="2024-08-25T19:41:58.595" v="1627" actId="122"/>
          <ac:spMkLst>
            <pc:docMk/>
            <pc:sldMk cId="2483628239" sldId="284"/>
            <ac:spMk id="2" creationId="{37C1921E-EC87-3861-32D6-1C146BF8C53F}"/>
          </ac:spMkLst>
        </pc:spChg>
        <pc:spChg chg="del mod">
          <ac:chgData name="Catherine Ata" userId="4e21e26771b92a65" providerId="LiveId" clId="{71093595-C055-4308-BB61-E07103F09BD2}" dt="2024-08-25T20:00:05.555" v="1639" actId="478"/>
          <ac:spMkLst>
            <pc:docMk/>
            <pc:sldMk cId="2483628239" sldId="284"/>
            <ac:spMk id="5" creationId="{E72DC5BC-10ED-2137-7BE7-7B4F72BD6A5F}"/>
          </ac:spMkLst>
        </pc:spChg>
        <pc:spChg chg="mod">
          <ac:chgData name="Catherine Ata" userId="4e21e26771b92a65" providerId="LiveId" clId="{71093595-C055-4308-BB61-E07103F09BD2}" dt="2024-08-25T20:01:32.368" v="1645" actId="255"/>
          <ac:spMkLst>
            <pc:docMk/>
            <pc:sldMk cId="2483628239" sldId="284"/>
            <ac:spMk id="8" creationId="{1E6B4726-B887-AE65-79C3-09810318F35C}"/>
          </ac:spMkLst>
        </pc:spChg>
        <pc:graphicFrameChg chg="del">
          <ac:chgData name="Catherine Ata" userId="4e21e26771b92a65" providerId="LiveId" clId="{71093595-C055-4308-BB61-E07103F09BD2}" dt="2024-08-25T19:59:51.972" v="1633" actId="478"/>
          <ac:graphicFrameMkLst>
            <pc:docMk/>
            <pc:sldMk cId="2483628239" sldId="284"/>
            <ac:graphicFrameMk id="7" creationId="{1864823C-B87F-7EE3-2493-12CD566CBFE2}"/>
          </ac:graphicFrameMkLst>
        </pc:graphicFrameChg>
        <pc:picChg chg="del">
          <ac:chgData name="Catherine Ata" userId="4e21e26771b92a65" providerId="LiveId" clId="{71093595-C055-4308-BB61-E07103F09BD2}" dt="2024-08-25T16:12:45.678" v="615" actId="478"/>
          <ac:picMkLst>
            <pc:docMk/>
            <pc:sldMk cId="2483628239" sldId="284"/>
            <ac:picMk id="3" creationId="{8E1D01F3-F87C-499B-EFE0-5875050E408D}"/>
          </ac:picMkLst>
        </pc:picChg>
        <pc:picChg chg="mod">
          <ac:chgData name="Catherine Ata" userId="4e21e26771b92a65" providerId="LiveId" clId="{71093595-C055-4308-BB61-E07103F09BD2}" dt="2024-08-25T19:41:49.849" v="1624" actId="14100"/>
          <ac:picMkLst>
            <pc:docMk/>
            <pc:sldMk cId="2483628239" sldId="284"/>
            <ac:picMk id="4" creationId="{330E757E-87E4-74E0-D1A2-3C34B05AED08}"/>
          </ac:picMkLst>
        </pc:picChg>
        <pc:picChg chg="add mod">
          <ac:chgData name="Catherine Ata" userId="4e21e26771b92a65" providerId="LiveId" clId="{71093595-C055-4308-BB61-E07103F09BD2}" dt="2024-08-25T20:01:33.656" v="1646" actId="1076"/>
          <ac:picMkLst>
            <pc:docMk/>
            <pc:sldMk cId="2483628239" sldId="284"/>
            <ac:picMk id="6" creationId="{B89EF430-E7D4-022F-D020-C871C43EF2D2}"/>
          </ac:picMkLst>
        </pc:picChg>
        <pc:picChg chg="del mod">
          <ac:chgData name="Catherine Ata" userId="4e21e26771b92a65" providerId="LiveId" clId="{71093595-C055-4308-BB61-E07103F09BD2}" dt="2024-08-25T20:00:19.292" v="1640" actId="478"/>
          <ac:picMkLst>
            <pc:docMk/>
            <pc:sldMk cId="2483628239" sldId="284"/>
            <ac:picMk id="9" creationId="{3A9D655D-7A8B-1D3D-0FF0-F99D2D0CC6BD}"/>
          </ac:picMkLst>
        </pc:picChg>
        <pc:picChg chg="add mod">
          <ac:chgData name="Catherine Ata" userId="4e21e26771b92a65" providerId="LiveId" clId="{71093595-C055-4308-BB61-E07103F09BD2}" dt="2024-08-25T20:01:41.058" v="1649" actId="1076"/>
          <ac:picMkLst>
            <pc:docMk/>
            <pc:sldMk cId="2483628239" sldId="284"/>
            <ac:picMk id="11" creationId="{97F735FF-904E-9453-3258-856ECAE5C09A}"/>
          </ac:picMkLst>
        </pc:picChg>
        <pc:picChg chg="add mod">
          <ac:chgData name="Catherine Ata" userId="4e21e26771b92a65" providerId="LiveId" clId="{71093595-C055-4308-BB61-E07103F09BD2}" dt="2024-08-25T20:01:38.386" v="1648" actId="1076"/>
          <ac:picMkLst>
            <pc:docMk/>
            <pc:sldMk cId="2483628239" sldId="284"/>
            <ac:picMk id="13" creationId="{AC89F79A-CFDC-F539-5ABE-23AE9B47646E}"/>
          </ac:picMkLst>
        </pc:picChg>
      </pc:sldChg>
      <pc:sldChg chg="addSp delSp modSp mod">
        <pc:chgData name="Catherine Ata" userId="4e21e26771b92a65" providerId="LiveId" clId="{71093595-C055-4308-BB61-E07103F09BD2}" dt="2024-08-25T16:12:06.501" v="612" actId="1076"/>
        <pc:sldMkLst>
          <pc:docMk/>
          <pc:sldMk cId="1267315013" sldId="285"/>
        </pc:sldMkLst>
        <pc:spChg chg="mod">
          <ac:chgData name="Catherine Ata" userId="4e21e26771b92a65" providerId="LiveId" clId="{71093595-C055-4308-BB61-E07103F09BD2}" dt="2024-08-25T16:02:16.358" v="465" actId="122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Catherine Ata" userId="4e21e26771b92a65" providerId="LiveId" clId="{71093595-C055-4308-BB61-E07103F09BD2}" dt="2024-08-25T16:12:01.948" v="610" actId="20577"/>
          <ac:spMkLst>
            <pc:docMk/>
            <pc:sldMk cId="1267315013" sldId="285"/>
            <ac:spMk id="4" creationId="{D98D57D9-8B39-B36A-7BD4-957C49BECAD3}"/>
          </ac:spMkLst>
        </pc:spChg>
        <pc:picChg chg="del">
          <ac:chgData name="Catherine Ata" userId="4e21e26771b92a65" providerId="LiveId" clId="{71093595-C055-4308-BB61-E07103F09BD2}" dt="2024-08-25T16:03:04.836" v="470" actId="478"/>
          <ac:picMkLst>
            <pc:docMk/>
            <pc:sldMk cId="1267315013" sldId="285"/>
            <ac:picMk id="5" creationId="{B94A3242-18BB-5860-7BD3-EA06E79745EC}"/>
          </ac:picMkLst>
        </pc:picChg>
        <pc:picChg chg="mod">
          <ac:chgData name="Catherine Ata" userId="4e21e26771b92a65" providerId="LiveId" clId="{71093595-C055-4308-BB61-E07103F09BD2}" dt="2024-08-25T16:02:11.804" v="463" actId="14100"/>
          <ac:picMkLst>
            <pc:docMk/>
            <pc:sldMk cId="1267315013" sldId="285"/>
            <ac:picMk id="6" creationId="{5DD1E0AE-1261-D071-E917-87E13E7917CA}"/>
          </ac:picMkLst>
        </pc:picChg>
        <pc:picChg chg="add mod">
          <ac:chgData name="Catherine Ata" userId="4e21e26771b92a65" providerId="LiveId" clId="{71093595-C055-4308-BB61-E07103F09BD2}" dt="2024-08-25T16:12:04.205" v="611" actId="1076"/>
          <ac:picMkLst>
            <pc:docMk/>
            <pc:sldMk cId="1267315013" sldId="285"/>
            <ac:picMk id="7" creationId="{41B1AC16-ADA7-C4F0-793E-E10BD35C5C3C}"/>
          </ac:picMkLst>
        </pc:picChg>
        <pc:picChg chg="del">
          <ac:chgData name="Catherine Ata" userId="4e21e26771b92a65" providerId="LiveId" clId="{71093595-C055-4308-BB61-E07103F09BD2}" dt="2024-08-25T16:03:06.596" v="471" actId="478"/>
          <ac:picMkLst>
            <pc:docMk/>
            <pc:sldMk cId="1267315013" sldId="285"/>
            <ac:picMk id="8" creationId="{047C776D-9A0B-3677-CA6F-6D9A0AD3165F}"/>
          </ac:picMkLst>
        </pc:picChg>
        <pc:picChg chg="add mod">
          <ac:chgData name="Catherine Ata" userId="4e21e26771b92a65" providerId="LiveId" clId="{71093595-C055-4308-BB61-E07103F09BD2}" dt="2024-08-25T16:12:06.501" v="612" actId="1076"/>
          <ac:picMkLst>
            <pc:docMk/>
            <pc:sldMk cId="1267315013" sldId="285"/>
            <ac:picMk id="10" creationId="{31A02BFB-39B1-197B-A070-484F24E29AAE}"/>
          </ac:picMkLst>
        </pc:picChg>
      </pc:sldChg>
      <pc:sldChg chg="addSp delSp modSp mod modNotesTx">
        <pc:chgData name="Catherine Ata" userId="4e21e26771b92a65" providerId="LiveId" clId="{71093595-C055-4308-BB61-E07103F09BD2}" dt="2024-08-25T16:37:18.442" v="799" actId="1076"/>
        <pc:sldMkLst>
          <pc:docMk/>
          <pc:sldMk cId="1269482941" sldId="287"/>
        </pc:sldMkLst>
        <pc:spChg chg="mod">
          <ac:chgData name="Catherine Ata" userId="4e21e26771b92a65" providerId="LiveId" clId="{71093595-C055-4308-BB61-E07103F09BD2}" dt="2024-08-25T16:31:04.669" v="773" actId="14100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71093595-C055-4308-BB61-E07103F09BD2}" dt="2024-08-25T16:36:23.064" v="788" actId="14100"/>
          <ac:spMkLst>
            <pc:docMk/>
            <pc:sldMk cId="1269482941" sldId="287"/>
            <ac:spMk id="3" creationId="{6894B957-7D2F-464C-DB8B-5E3E8F5605E3}"/>
          </ac:spMkLst>
        </pc:spChg>
        <pc:picChg chg="del">
          <ac:chgData name="Catherine Ata" userId="4e21e26771b92a65" providerId="LiveId" clId="{71093595-C055-4308-BB61-E07103F09BD2}" dt="2024-08-25T16:36:08.677" v="782" actId="478"/>
          <ac:picMkLst>
            <pc:docMk/>
            <pc:sldMk cId="1269482941" sldId="287"/>
            <ac:picMk id="4" creationId="{F4AE8A09-0663-C87A-74F7-0109490057D4}"/>
          </ac:picMkLst>
        </pc:picChg>
        <pc:picChg chg="mod">
          <ac:chgData name="Catherine Ata" userId="4e21e26771b92a65" providerId="LiveId" clId="{71093595-C055-4308-BB61-E07103F09BD2}" dt="2024-08-25T16:31:09.061" v="774" actId="14100"/>
          <ac:picMkLst>
            <pc:docMk/>
            <pc:sldMk cId="1269482941" sldId="287"/>
            <ac:picMk id="5" creationId="{B75D4CCE-DE58-FAC2-95E8-EC465A608BBD}"/>
          </ac:picMkLst>
        </pc:picChg>
        <pc:picChg chg="add mod ord">
          <ac:chgData name="Catherine Ata" userId="4e21e26771b92a65" providerId="LiveId" clId="{71093595-C055-4308-BB61-E07103F09BD2}" dt="2024-08-25T16:37:18.442" v="799" actId="1076"/>
          <ac:picMkLst>
            <pc:docMk/>
            <pc:sldMk cId="1269482941" sldId="287"/>
            <ac:picMk id="7" creationId="{E85FC3CC-885E-35F8-D4D2-634DD365B14F}"/>
          </ac:picMkLst>
        </pc:picChg>
        <pc:picChg chg="add mod modCrop">
          <ac:chgData name="Catherine Ata" userId="4e21e26771b92a65" providerId="LiveId" clId="{71093595-C055-4308-BB61-E07103F09BD2}" dt="2024-08-25T16:37:15.888" v="798" actId="1076"/>
          <ac:picMkLst>
            <pc:docMk/>
            <pc:sldMk cId="1269482941" sldId="287"/>
            <ac:picMk id="9" creationId="{C22A4C26-90E1-208A-922E-81D690C9B8E3}"/>
          </ac:picMkLst>
        </pc:picChg>
      </pc:sldChg>
      <pc:sldChg chg="modSp add del mod">
        <pc:chgData name="Catherine Ata" userId="4e21e26771b92a65" providerId="LiveId" clId="{71093595-C055-4308-BB61-E07103F09BD2}" dt="2024-08-25T20:48:57.909" v="1988" actId="47"/>
        <pc:sldMkLst>
          <pc:docMk/>
          <pc:sldMk cId="3894976984" sldId="288"/>
        </pc:sldMkLst>
        <pc:spChg chg="mod">
          <ac:chgData name="Catherine Ata" userId="4e21e26771b92a65" providerId="LiveId" clId="{71093595-C055-4308-BB61-E07103F09BD2}" dt="2024-08-25T20:42:15.507" v="1924" actId="14100"/>
          <ac:spMkLst>
            <pc:docMk/>
            <pc:sldMk cId="3894976984" sldId="288"/>
            <ac:spMk id="4" creationId="{AE510471-877D-E8CD-62A0-16E26F909B3A}"/>
          </ac:spMkLst>
        </pc:spChg>
        <pc:picChg chg="mod">
          <ac:chgData name="Catherine Ata" userId="4e21e26771b92a65" providerId="LiveId" clId="{71093595-C055-4308-BB61-E07103F09BD2}" dt="2024-08-25T16:56:26.542" v="931" actId="1076"/>
          <ac:picMkLst>
            <pc:docMk/>
            <pc:sldMk cId="3894976984" sldId="288"/>
            <ac:picMk id="5" creationId="{68AA964E-1D59-1342-B67A-9D27D6CC8BE9}"/>
          </ac:picMkLst>
        </pc:picChg>
      </pc:sldChg>
      <pc:sldChg chg="addSp delSp modSp mod">
        <pc:chgData name="Catherine Ata" userId="4e21e26771b92a65" providerId="LiveId" clId="{71093595-C055-4308-BB61-E07103F09BD2}" dt="2024-08-25T19:25:28.005" v="1478" actId="14100"/>
        <pc:sldMkLst>
          <pc:docMk/>
          <pc:sldMk cId="1766831829" sldId="289"/>
        </pc:sldMkLst>
        <pc:spChg chg="mod">
          <ac:chgData name="Catherine Ata" userId="4e21e26771b92a65" providerId="LiveId" clId="{71093595-C055-4308-BB61-E07103F09BD2}" dt="2024-08-25T19:25:23.975" v="1477" actId="122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7:00:26.097" v="1022" actId="14100"/>
          <ac:spMkLst>
            <pc:docMk/>
            <pc:sldMk cId="1766831829" sldId="289"/>
            <ac:spMk id="4" creationId="{CCE1343B-D448-0F3D-2A82-B1953503574C}"/>
          </ac:spMkLst>
        </pc:spChg>
        <pc:picChg chg="mod">
          <ac:chgData name="Catherine Ata" userId="4e21e26771b92a65" providerId="LiveId" clId="{71093595-C055-4308-BB61-E07103F09BD2}" dt="2024-08-25T19:25:28.005" v="1478" actId="14100"/>
          <ac:picMkLst>
            <pc:docMk/>
            <pc:sldMk cId="1766831829" sldId="289"/>
            <ac:picMk id="5" creationId="{588E5B1E-25ED-E47C-9657-A6C76AB84E3E}"/>
          </ac:picMkLst>
        </pc:picChg>
        <pc:picChg chg="add mod">
          <ac:chgData name="Catherine Ata" userId="4e21e26771b92a65" providerId="LiveId" clId="{71093595-C055-4308-BB61-E07103F09BD2}" dt="2024-08-25T17:01:39.457" v="1029" actId="1076"/>
          <ac:picMkLst>
            <pc:docMk/>
            <pc:sldMk cId="1766831829" sldId="289"/>
            <ac:picMk id="6" creationId="{FB82CD34-DB1D-5908-E185-2A289323A0FB}"/>
          </ac:picMkLst>
        </pc:picChg>
        <pc:picChg chg="add mod">
          <ac:chgData name="Catherine Ata" userId="4e21e26771b92a65" providerId="LiveId" clId="{71093595-C055-4308-BB61-E07103F09BD2}" dt="2024-08-25T17:01:43.971" v="1030" actId="1076"/>
          <ac:picMkLst>
            <pc:docMk/>
            <pc:sldMk cId="1766831829" sldId="289"/>
            <ac:picMk id="8" creationId="{D61BEF2F-BC3E-09DC-BD77-20F5B3565AB2}"/>
          </ac:picMkLst>
        </pc:picChg>
        <pc:picChg chg="del mod">
          <ac:chgData name="Catherine Ata" userId="4e21e26771b92a65" providerId="LiveId" clId="{71093595-C055-4308-BB61-E07103F09BD2}" dt="2024-08-25T17:01:22.184" v="1025" actId="478"/>
          <ac:picMkLst>
            <pc:docMk/>
            <pc:sldMk cId="1766831829" sldId="289"/>
            <ac:picMk id="11" creationId="{303055D5-9016-EB7C-C370-6D2ECD2B68DC}"/>
          </ac:picMkLst>
        </pc:picChg>
      </pc:sldChg>
      <pc:sldChg chg="addSp delSp modSp mod">
        <pc:chgData name="Catherine Ata" userId="4e21e26771b92a65" providerId="LiveId" clId="{71093595-C055-4308-BB61-E07103F09BD2}" dt="2024-08-25T17:31:35.410" v="1141" actId="14100"/>
        <pc:sldMkLst>
          <pc:docMk/>
          <pc:sldMk cId="570267780" sldId="290"/>
        </pc:sldMkLst>
        <pc:spChg chg="mod">
          <ac:chgData name="Catherine Ata" userId="4e21e26771b92a65" providerId="LiveId" clId="{71093595-C055-4308-BB61-E07103F09BD2}" dt="2024-08-25T17:25:57.717" v="1035" actId="14100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17:30:24.186" v="1131" actId="5793"/>
          <ac:spMkLst>
            <pc:docMk/>
            <pc:sldMk cId="570267780" sldId="290"/>
            <ac:spMk id="6" creationId="{B58AB795-24AF-5BDC-AF9F-0B7F7A5FF4FF}"/>
          </ac:spMkLst>
        </pc:spChg>
        <pc:picChg chg="add mod">
          <ac:chgData name="Catherine Ata" userId="4e21e26771b92a65" providerId="LiveId" clId="{71093595-C055-4308-BB61-E07103F09BD2}" dt="2024-08-25T17:31:30.217" v="1139" actId="1076"/>
          <ac:picMkLst>
            <pc:docMk/>
            <pc:sldMk cId="570267780" sldId="290"/>
            <ac:picMk id="4" creationId="{51275D0F-E3DF-179C-17B0-620E2B2B210A}"/>
          </ac:picMkLst>
        </pc:picChg>
        <pc:picChg chg="mod">
          <ac:chgData name="Catherine Ata" userId="4e21e26771b92a65" providerId="LiveId" clId="{71093595-C055-4308-BB61-E07103F09BD2}" dt="2024-08-25T17:26:11.076" v="1041" actId="14100"/>
          <ac:picMkLst>
            <pc:docMk/>
            <pc:sldMk cId="570267780" sldId="290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17:31:35.410" v="1141" actId="14100"/>
          <ac:picMkLst>
            <pc:docMk/>
            <pc:sldMk cId="570267780" sldId="290"/>
            <ac:picMk id="8" creationId="{B9415485-00E2-E00C-CE13-EF4DFEF42E53}"/>
          </ac:picMkLst>
        </pc:picChg>
        <pc:picChg chg="del mod">
          <ac:chgData name="Catherine Ata" userId="4e21e26771b92a65" providerId="LiveId" clId="{71093595-C055-4308-BB61-E07103F09BD2}" dt="2024-08-25T17:31:12.467" v="1135" actId="478"/>
          <ac:picMkLst>
            <pc:docMk/>
            <pc:sldMk cId="570267780" sldId="290"/>
            <ac:picMk id="11" creationId="{39ADC2B3-3C74-E45C-7B6F-7A8EDDED7459}"/>
          </ac:picMkLst>
        </pc:picChg>
      </pc:sldChg>
      <pc:sldChg chg="addSp delSp modSp mod">
        <pc:chgData name="Catherine Ata" userId="4e21e26771b92a65" providerId="LiveId" clId="{71093595-C055-4308-BB61-E07103F09BD2}" dt="2024-08-25T17:35:42.618" v="1194" actId="1076"/>
        <pc:sldMkLst>
          <pc:docMk/>
          <pc:sldMk cId="3773754648" sldId="291"/>
        </pc:sldMkLst>
        <pc:spChg chg="mod">
          <ac:chgData name="Catherine Ata" userId="4e21e26771b92a65" providerId="LiveId" clId="{71093595-C055-4308-BB61-E07103F09BD2}" dt="2024-08-25T17:31:58.592" v="1142" actId="14100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17:35:38.146" v="1192" actId="20577"/>
          <ac:spMkLst>
            <pc:docMk/>
            <pc:sldMk cId="3773754648" sldId="291"/>
            <ac:spMk id="4" creationId="{AE510471-877D-E8CD-62A0-16E26F909B3A}"/>
          </ac:spMkLst>
        </pc:spChg>
        <pc:picChg chg="del">
          <ac:chgData name="Catherine Ata" userId="4e21e26771b92a65" providerId="LiveId" clId="{71093595-C055-4308-BB61-E07103F09BD2}" dt="2024-08-25T17:34:34.321" v="1181" actId="478"/>
          <ac:picMkLst>
            <pc:docMk/>
            <pc:sldMk cId="3773754648" sldId="291"/>
            <ac:picMk id="3" creationId="{F71702D6-26DA-52B3-B796-B461E814FC83}"/>
          </ac:picMkLst>
        </pc:picChg>
        <pc:picChg chg="add mod">
          <ac:chgData name="Catherine Ata" userId="4e21e26771b92a65" providerId="LiveId" clId="{71093595-C055-4308-BB61-E07103F09BD2}" dt="2024-08-25T17:35:42.618" v="1194" actId="1076"/>
          <ac:picMkLst>
            <pc:docMk/>
            <pc:sldMk cId="3773754648" sldId="291"/>
            <ac:picMk id="6" creationId="{0AFC9676-DF46-64AF-E244-C4B354DEA388}"/>
          </ac:picMkLst>
        </pc:picChg>
        <pc:picChg chg="mod">
          <ac:chgData name="Catherine Ata" userId="4e21e26771b92a65" providerId="LiveId" clId="{71093595-C055-4308-BB61-E07103F09BD2}" dt="2024-08-25T17:32:04.593" v="1143" actId="14100"/>
          <ac:picMkLst>
            <pc:docMk/>
            <pc:sldMk cId="3773754648" sldId="291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17:35:40.996" v="1193" actId="1076"/>
          <ac:picMkLst>
            <pc:docMk/>
            <pc:sldMk cId="3773754648" sldId="291"/>
            <ac:picMk id="9" creationId="{3FF5834E-2D55-7173-D058-296C74ED8645}"/>
          </ac:picMkLst>
        </pc:picChg>
      </pc:sldChg>
      <pc:sldChg chg="addSp delSp modSp mod">
        <pc:chgData name="Catherine Ata" userId="4e21e26771b92a65" providerId="LiveId" clId="{71093595-C055-4308-BB61-E07103F09BD2}" dt="2024-08-25T17:39:15.918" v="1223" actId="1076"/>
        <pc:sldMkLst>
          <pc:docMk/>
          <pc:sldMk cId="799708198" sldId="292"/>
        </pc:sldMkLst>
        <pc:spChg chg="mod">
          <ac:chgData name="Catherine Ata" userId="4e21e26771b92a65" providerId="LiveId" clId="{71093595-C055-4308-BB61-E07103F09BD2}" dt="2024-08-25T17:37:07.793" v="1209" actId="14100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17:37:43.536" v="1216" actId="5793"/>
          <ac:spMkLst>
            <pc:docMk/>
            <pc:sldMk cId="799708198" sldId="292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17:37:39.743" v="1213" actId="478"/>
          <ac:picMkLst>
            <pc:docMk/>
            <pc:sldMk cId="799708198" sldId="292"/>
            <ac:picMk id="3" creationId="{18D9DDFB-7AA0-F45C-976B-32EAF837A3CF}"/>
          </ac:picMkLst>
        </pc:picChg>
        <pc:picChg chg="add mod">
          <ac:chgData name="Catherine Ata" userId="4e21e26771b92a65" providerId="LiveId" clId="{71093595-C055-4308-BB61-E07103F09BD2}" dt="2024-08-25T17:39:15.918" v="1223" actId="1076"/>
          <ac:picMkLst>
            <pc:docMk/>
            <pc:sldMk cId="799708198" sldId="292"/>
            <ac:picMk id="6" creationId="{0ED2938E-6ED2-5A62-521D-6C138B260D46}"/>
          </ac:picMkLst>
        </pc:picChg>
        <pc:picChg chg="mod">
          <ac:chgData name="Catherine Ata" userId="4e21e26771b92a65" providerId="LiveId" clId="{71093595-C055-4308-BB61-E07103F09BD2}" dt="2024-08-25T17:37:03.124" v="1208" actId="1076"/>
          <ac:picMkLst>
            <pc:docMk/>
            <pc:sldMk cId="799708198" sldId="292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17:39:13.538" v="1222" actId="1076"/>
          <ac:picMkLst>
            <pc:docMk/>
            <pc:sldMk cId="799708198" sldId="292"/>
            <ac:picMk id="9" creationId="{6F5F989B-D9C0-D295-5A2D-E92596CF0B4A}"/>
          </ac:picMkLst>
        </pc:picChg>
      </pc:sldChg>
      <pc:sldChg chg="addSp delSp modSp mod">
        <pc:chgData name="Catherine Ata" userId="4e21e26771b92a65" providerId="LiveId" clId="{71093595-C055-4308-BB61-E07103F09BD2}" dt="2024-08-25T18:11:55.789" v="1343" actId="207"/>
        <pc:sldMkLst>
          <pc:docMk/>
          <pc:sldMk cId="4183094101" sldId="293"/>
        </pc:sldMkLst>
        <pc:spChg chg="mod">
          <ac:chgData name="Catherine Ata" userId="4e21e26771b92a65" providerId="LiveId" clId="{71093595-C055-4308-BB61-E07103F09BD2}" dt="2024-08-25T17:39:56.923" v="1227" actId="14100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18:11:55.789" v="1343" actId="207"/>
          <ac:spMkLst>
            <pc:docMk/>
            <pc:sldMk cId="4183094101" sldId="293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17:52:43.703" v="1257" actId="478"/>
          <ac:picMkLst>
            <pc:docMk/>
            <pc:sldMk cId="4183094101" sldId="293"/>
            <ac:picMk id="5" creationId="{F962E416-9CAB-EF31-02F4-F91D5625AB9F}"/>
          </ac:picMkLst>
        </pc:picChg>
        <pc:picChg chg="del mod">
          <ac:chgData name="Catherine Ata" userId="4e21e26771b92a65" providerId="LiveId" clId="{71093595-C055-4308-BB61-E07103F09BD2}" dt="2024-08-25T17:52:45.827" v="1258" actId="478"/>
          <ac:picMkLst>
            <pc:docMk/>
            <pc:sldMk cId="4183094101" sldId="293"/>
            <ac:picMk id="6" creationId="{66F0824C-C290-14DD-7752-3F574F9E5BEB}"/>
          </ac:picMkLst>
        </pc:picChg>
        <pc:picChg chg="mod">
          <ac:chgData name="Catherine Ata" userId="4e21e26771b92a65" providerId="LiveId" clId="{71093595-C055-4308-BB61-E07103F09BD2}" dt="2024-08-25T17:39:48.946" v="1225" actId="14100"/>
          <ac:picMkLst>
            <pc:docMk/>
            <pc:sldMk cId="4183094101" sldId="293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17:54:21.248" v="1274" actId="1076"/>
          <ac:picMkLst>
            <pc:docMk/>
            <pc:sldMk cId="4183094101" sldId="293"/>
            <ac:picMk id="8" creationId="{41AB0369-FA70-B868-AADE-0AACAEF577C4}"/>
          </ac:picMkLst>
        </pc:picChg>
        <pc:picChg chg="add mod">
          <ac:chgData name="Catherine Ata" userId="4e21e26771b92a65" providerId="LiveId" clId="{71093595-C055-4308-BB61-E07103F09BD2}" dt="2024-08-25T17:54:16.506" v="1273" actId="1076"/>
          <ac:picMkLst>
            <pc:docMk/>
            <pc:sldMk cId="4183094101" sldId="293"/>
            <ac:picMk id="10" creationId="{712A86A5-C25E-169C-3916-E93B9667BB36}"/>
          </ac:picMkLst>
        </pc:picChg>
      </pc:sldChg>
      <pc:sldChg chg="addSp delSp modSp mod ord">
        <pc:chgData name="Catherine Ata" userId="4e21e26771b92a65" providerId="LiveId" clId="{71093595-C055-4308-BB61-E07103F09BD2}" dt="2024-08-25T18:11:29.580" v="1340" actId="1076"/>
        <pc:sldMkLst>
          <pc:docMk/>
          <pc:sldMk cId="3366650810" sldId="294"/>
        </pc:sldMkLst>
        <pc:spChg chg="mod">
          <ac:chgData name="Catherine Ata" userId="4e21e26771b92a65" providerId="LiveId" clId="{71093595-C055-4308-BB61-E07103F09BD2}" dt="2024-08-25T18:04:54.422" v="1296" actId="14100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18:09:12.201" v="1321" actId="255"/>
          <ac:spMkLst>
            <pc:docMk/>
            <pc:sldMk cId="3366650810" sldId="294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18:02:47.810" v="1290" actId="478"/>
          <ac:picMkLst>
            <pc:docMk/>
            <pc:sldMk cId="3366650810" sldId="294"/>
            <ac:picMk id="3" creationId="{957DA509-2289-2BD2-F4F1-7ED59087C6FC}"/>
          </ac:picMkLst>
        </pc:picChg>
        <pc:picChg chg="add del mod">
          <ac:chgData name="Catherine Ata" userId="4e21e26771b92a65" providerId="LiveId" clId="{71093595-C055-4308-BB61-E07103F09BD2}" dt="2024-08-25T18:11:06.545" v="1334" actId="478"/>
          <ac:picMkLst>
            <pc:docMk/>
            <pc:sldMk cId="3366650810" sldId="294"/>
            <ac:picMk id="6" creationId="{DA559335-C275-D4F6-77B3-85964FD297D2}"/>
          </ac:picMkLst>
        </pc:picChg>
        <pc:picChg chg="mod">
          <ac:chgData name="Catherine Ata" userId="4e21e26771b92a65" providerId="LiveId" clId="{71093595-C055-4308-BB61-E07103F09BD2}" dt="2024-08-25T17:55:01.695" v="1279" actId="14100"/>
          <ac:picMkLst>
            <pc:docMk/>
            <pc:sldMk cId="3366650810" sldId="294"/>
            <ac:picMk id="7" creationId="{B6D19169-4245-3E95-65A1-3D4BEDE60767}"/>
          </ac:picMkLst>
        </pc:picChg>
        <pc:picChg chg="add del mod">
          <ac:chgData name="Catherine Ata" userId="4e21e26771b92a65" providerId="LiveId" clId="{71093595-C055-4308-BB61-E07103F09BD2}" dt="2024-08-25T18:11:06.545" v="1334" actId="478"/>
          <ac:picMkLst>
            <pc:docMk/>
            <pc:sldMk cId="3366650810" sldId="294"/>
            <ac:picMk id="9" creationId="{1FDF20F6-C167-532D-40E1-86F5ABAE6471}"/>
          </ac:picMkLst>
        </pc:picChg>
        <pc:picChg chg="add mod">
          <ac:chgData name="Catherine Ata" userId="4e21e26771b92a65" providerId="LiveId" clId="{71093595-C055-4308-BB61-E07103F09BD2}" dt="2024-08-25T18:11:29.580" v="1340" actId="1076"/>
          <ac:picMkLst>
            <pc:docMk/>
            <pc:sldMk cId="3366650810" sldId="294"/>
            <ac:picMk id="11" creationId="{C34E4FF3-3C69-CE4C-35AC-D3E61FCE0ACE}"/>
          </ac:picMkLst>
        </pc:picChg>
        <pc:picChg chg="add mod">
          <ac:chgData name="Catherine Ata" userId="4e21e26771b92a65" providerId="LiveId" clId="{71093595-C055-4308-BB61-E07103F09BD2}" dt="2024-08-25T18:11:22.418" v="1338" actId="1076"/>
          <ac:picMkLst>
            <pc:docMk/>
            <pc:sldMk cId="3366650810" sldId="294"/>
            <ac:picMk id="13" creationId="{785D6964-803E-6A3D-2AE1-44A5483F4780}"/>
          </ac:picMkLst>
        </pc:picChg>
      </pc:sldChg>
      <pc:sldChg chg="del">
        <pc:chgData name="Catherine Ata" userId="4e21e26771b92a65" providerId="LiveId" clId="{71093595-C055-4308-BB61-E07103F09BD2}" dt="2024-08-25T19:26:11.542" v="1479" actId="2696"/>
        <pc:sldMkLst>
          <pc:docMk/>
          <pc:sldMk cId="3711437500" sldId="295"/>
        </pc:sldMkLst>
      </pc:sldChg>
      <pc:sldChg chg="addSp modSp mod">
        <pc:chgData name="Catherine Ata" userId="4e21e26771b92a65" providerId="LiveId" clId="{71093595-C055-4308-BB61-E07103F09BD2}" dt="2024-08-25T15:32:33.617" v="109" actId="1076"/>
        <pc:sldMkLst>
          <pc:docMk/>
          <pc:sldMk cId="349740764" sldId="308"/>
        </pc:sldMkLst>
        <pc:spChg chg="mod">
          <ac:chgData name="Catherine Ata" userId="4e21e26771b92a65" providerId="LiveId" clId="{71093595-C055-4308-BB61-E07103F09BD2}" dt="2024-08-25T15:23:01.497" v="1" actId="14100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71093595-C055-4308-BB61-E07103F09BD2}" dt="2024-08-25T15:32:29.036" v="108" actId="14100"/>
          <ac:spMkLst>
            <pc:docMk/>
            <pc:sldMk cId="349740764" sldId="308"/>
            <ac:spMk id="3" creationId="{B65FEB2A-9723-77BC-B7D8-112D3C437235}"/>
          </ac:spMkLst>
        </pc:spChg>
        <pc:picChg chg="add mod">
          <ac:chgData name="Catherine Ata" userId="4e21e26771b92a65" providerId="LiveId" clId="{71093595-C055-4308-BB61-E07103F09BD2}" dt="2024-08-25T15:32:33.617" v="109" actId="1076"/>
          <ac:picMkLst>
            <pc:docMk/>
            <pc:sldMk cId="349740764" sldId="308"/>
            <ac:picMk id="5" creationId="{AF9B9CB7-DE77-A770-3392-46CF9C9F51F8}"/>
          </ac:picMkLst>
        </pc:picChg>
        <pc:picChg chg="mod">
          <ac:chgData name="Catherine Ata" userId="4e21e26771b92a65" providerId="LiveId" clId="{71093595-C055-4308-BB61-E07103F09BD2}" dt="2024-08-25T15:23:09.683" v="2" actId="14100"/>
          <ac:picMkLst>
            <pc:docMk/>
            <pc:sldMk cId="349740764" sldId="308"/>
            <ac:picMk id="8" creationId="{6C917C48-7CCA-0736-87CB-003E8EB32DD2}"/>
          </ac:picMkLst>
        </pc:picChg>
      </pc:sldChg>
      <pc:sldChg chg="addSp delSp modSp add mod">
        <pc:chgData name="Catherine Ata" userId="4e21e26771b92a65" providerId="LiveId" clId="{71093595-C055-4308-BB61-E07103F09BD2}" dt="2024-08-25T16:30:39.266" v="770" actId="1076"/>
        <pc:sldMkLst>
          <pc:docMk/>
          <pc:sldMk cId="1704708634" sldId="309"/>
        </pc:sldMkLst>
        <pc:spChg chg="mod">
          <ac:chgData name="Catherine Ata" userId="4e21e26771b92a65" providerId="LiveId" clId="{71093595-C055-4308-BB61-E07103F09BD2}" dt="2024-08-25T16:29:21.531" v="764" actId="255"/>
          <ac:spMkLst>
            <pc:docMk/>
            <pc:sldMk cId="1704708634" sldId="309"/>
            <ac:spMk id="3" creationId="{6894B957-7D2F-464C-DB8B-5E3E8F5605E3}"/>
          </ac:spMkLst>
        </pc:spChg>
        <pc:picChg chg="add mod">
          <ac:chgData name="Catherine Ata" userId="4e21e26771b92a65" providerId="LiveId" clId="{71093595-C055-4308-BB61-E07103F09BD2}" dt="2024-08-25T16:29:56.027" v="766" actId="1076"/>
          <ac:picMkLst>
            <pc:docMk/>
            <pc:sldMk cId="1704708634" sldId="309"/>
            <ac:picMk id="6" creationId="{3425C3B1-9BE6-A431-E913-8741A1B126CE}"/>
          </ac:picMkLst>
        </pc:picChg>
        <pc:picChg chg="del">
          <ac:chgData name="Catherine Ata" userId="4e21e26771b92a65" providerId="LiveId" clId="{71093595-C055-4308-BB61-E07103F09BD2}" dt="2024-08-25T16:27:52.841" v="687" actId="478"/>
          <ac:picMkLst>
            <pc:docMk/>
            <pc:sldMk cId="1704708634" sldId="309"/>
            <ac:picMk id="7" creationId="{5D37F137-28CA-9CC5-A8BF-AE359B228F28}"/>
          </ac:picMkLst>
        </pc:picChg>
        <pc:picChg chg="del">
          <ac:chgData name="Catherine Ata" userId="4e21e26771b92a65" providerId="LiveId" clId="{71093595-C055-4308-BB61-E07103F09BD2}" dt="2024-08-25T16:27:59.623" v="688" actId="478"/>
          <ac:picMkLst>
            <pc:docMk/>
            <pc:sldMk cId="1704708634" sldId="309"/>
            <ac:picMk id="9" creationId="{CE1E816A-A574-71A0-BDE9-B59332AEC6F9}"/>
          </ac:picMkLst>
        </pc:picChg>
        <pc:picChg chg="add mod">
          <ac:chgData name="Catherine Ata" userId="4e21e26771b92a65" providerId="LiveId" clId="{71093595-C055-4308-BB61-E07103F09BD2}" dt="2024-08-25T16:30:39.266" v="770" actId="1076"/>
          <ac:picMkLst>
            <pc:docMk/>
            <pc:sldMk cId="1704708634" sldId="309"/>
            <ac:picMk id="10" creationId="{C5C95F54-2194-BE13-2354-62DC622AAC30}"/>
          </ac:picMkLst>
        </pc:picChg>
      </pc:sldChg>
      <pc:sldChg chg="new del">
        <pc:chgData name="Catherine Ata" userId="4e21e26771b92a65" providerId="LiveId" clId="{71093595-C055-4308-BB61-E07103F09BD2}" dt="2024-08-25T16:26:29.325" v="670" actId="680"/>
        <pc:sldMkLst>
          <pc:docMk/>
          <pc:sldMk cId="1755568053" sldId="309"/>
        </pc:sldMkLst>
      </pc:sldChg>
      <pc:sldChg chg="modSp add mod">
        <pc:chgData name="Catherine Ata" userId="4e21e26771b92a65" providerId="LiveId" clId="{71093595-C055-4308-BB61-E07103F09BD2}" dt="2024-08-25T16:40:56.114" v="825" actId="255"/>
        <pc:sldMkLst>
          <pc:docMk/>
          <pc:sldMk cId="1101970213" sldId="310"/>
        </pc:sldMkLst>
        <pc:spChg chg="mod">
          <ac:chgData name="Catherine Ata" userId="4e21e26771b92a65" providerId="LiveId" clId="{71093595-C055-4308-BB61-E07103F09BD2}" dt="2024-08-25T16:40:56.114" v="825" actId="255"/>
          <ac:spMkLst>
            <pc:docMk/>
            <pc:sldMk cId="1101970213" sldId="310"/>
            <ac:spMk id="2" creationId="{46CAA7C7-1B21-E4DE-A30C-992523F350E2}"/>
          </ac:spMkLst>
        </pc:spChg>
        <pc:picChg chg="mod">
          <ac:chgData name="Catherine Ata" userId="4e21e26771b92a65" providerId="LiveId" clId="{71093595-C055-4308-BB61-E07103F09BD2}" dt="2024-08-25T16:40:40.483" v="824" actId="14100"/>
          <ac:picMkLst>
            <pc:docMk/>
            <pc:sldMk cId="1101970213" sldId="310"/>
            <ac:picMk id="5" creationId="{719856DE-EB4C-E1E6-078D-CC52E70FD237}"/>
          </ac:picMkLst>
        </pc:picChg>
      </pc:sldChg>
      <pc:sldChg chg="modSp add mod">
        <pc:chgData name="Catherine Ata" userId="4e21e26771b92a65" providerId="LiveId" clId="{71093595-C055-4308-BB61-E07103F09BD2}" dt="2024-08-25T16:41:37.421" v="851" actId="14100"/>
        <pc:sldMkLst>
          <pc:docMk/>
          <pc:sldMk cId="1334990831" sldId="311"/>
        </pc:sldMkLst>
        <pc:spChg chg="mod">
          <ac:chgData name="Catherine Ata" userId="4e21e26771b92a65" providerId="LiveId" clId="{71093595-C055-4308-BB61-E07103F09BD2}" dt="2024-08-25T16:41:34.007" v="850" actId="14100"/>
          <ac:spMkLst>
            <pc:docMk/>
            <pc:sldMk cId="1334990831" sldId="311"/>
            <ac:spMk id="2" creationId="{46CAA7C7-1B21-E4DE-A30C-992523F350E2}"/>
          </ac:spMkLst>
        </pc:spChg>
        <pc:picChg chg="mod">
          <ac:chgData name="Catherine Ata" userId="4e21e26771b92a65" providerId="LiveId" clId="{71093595-C055-4308-BB61-E07103F09BD2}" dt="2024-08-25T16:41:37.421" v="851" actId="14100"/>
          <ac:picMkLst>
            <pc:docMk/>
            <pc:sldMk cId="1334990831" sldId="311"/>
            <ac:picMk id="5" creationId="{719856DE-EB4C-E1E6-078D-CC52E70FD237}"/>
          </ac:picMkLst>
        </pc:picChg>
      </pc:sldChg>
      <pc:sldChg chg="modSp add mod">
        <pc:chgData name="Catherine Ata" userId="4e21e26771b92a65" providerId="LiveId" clId="{71093595-C055-4308-BB61-E07103F09BD2}" dt="2024-08-25T17:36:37.333" v="1203" actId="14100"/>
        <pc:sldMkLst>
          <pc:docMk/>
          <pc:sldMk cId="1223572820" sldId="312"/>
        </pc:sldMkLst>
        <pc:spChg chg="mod">
          <ac:chgData name="Catherine Ata" userId="4e21e26771b92a65" providerId="LiveId" clId="{71093595-C055-4308-BB61-E07103F09BD2}" dt="2024-08-25T17:36:37.333" v="1203" actId="14100"/>
          <ac:spMkLst>
            <pc:docMk/>
            <pc:sldMk cId="1223572820" sldId="312"/>
            <ac:spMk id="2" creationId="{46CAA7C7-1B21-E4DE-A30C-992523F350E2}"/>
          </ac:spMkLst>
        </pc:spChg>
      </pc:sldChg>
      <pc:sldChg chg="modSp add mod">
        <pc:chgData name="Catherine Ata" userId="4e21e26771b92a65" providerId="LiveId" clId="{71093595-C055-4308-BB61-E07103F09BD2}" dt="2024-08-25T21:48:40.895" v="2526" actId="14100"/>
        <pc:sldMkLst>
          <pc:docMk/>
          <pc:sldMk cId="3786356368" sldId="313"/>
        </pc:sldMkLst>
        <pc:spChg chg="mod">
          <ac:chgData name="Catherine Ata" userId="4e21e26771b92a65" providerId="LiveId" clId="{71093595-C055-4308-BB61-E07103F09BD2}" dt="2024-08-25T21:45:15.604" v="2512" actId="14100"/>
          <ac:spMkLst>
            <pc:docMk/>
            <pc:sldMk cId="3786356368" sldId="313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48:40.895" v="2526" actId="14100"/>
          <ac:spMkLst>
            <pc:docMk/>
            <pc:sldMk cId="3786356368" sldId="313"/>
            <ac:spMk id="6" creationId="{B58AB795-24AF-5BDC-AF9F-0B7F7A5FF4FF}"/>
          </ac:spMkLst>
        </pc:spChg>
        <pc:picChg chg="mod">
          <ac:chgData name="Catherine Ata" userId="4e21e26771b92a65" providerId="LiveId" clId="{71093595-C055-4308-BB61-E07103F09BD2}" dt="2024-08-25T21:45:18.855" v="2513" actId="14100"/>
          <ac:picMkLst>
            <pc:docMk/>
            <pc:sldMk cId="3786356368" sldId="313"/>
            <ac:picMk id="7" creationId="{B6D19169-4245-3E95-65A1-3D4BEDE60767}"/>
          </ac:picMkLst>
        </pc:picChg>
      </pc:sldChg>
      <pc:sldChg chg="modSp add mod">
        <pc:chgData name="Catherine Ata" userId="4e21e26771b92a65" providerId="LiveId" clId="{71093595-C055-4308-BB61-E07103F09BD2}" dt="2024-08-25T19:22:38.027" v="1473" actId="14100"/>
        <pc:sldMkLst>
          <pc:docMk/>
          <pc:sldMk cId="3462386069" sldId="318"/>
        </pc:sldMkLst>
        <pc:spChg chg="mod">
          <ac:chgData name="Catherine Ata" userId="4e21e26771b92a65" providerId="LiveId" clId="{71093595-C055-4308-BB61-E07103F09BD2}" dt="2024-08-25T19:22:38.027" v="1473" actId="14100"/>
          <ac:spMkLst>
            <pc:docMk/>
            <pc:sldMk cId="3462386069" sldId="318"/>
            <ac:spMk id="2" creationId="{46CAA7C7-1B21-E4DE-A30C-992523F350E2}"/>
          </ac:spMkLst>
        </pc:spChg>
      </pc:sldChg>
      <pc:sldChg chg="modSp add mod">
        <pc:chgData name="Catherine Ata" userId="4e21e26771b92a65" providerId="LiveId" clId="{71093595-C055-4308-BB61-E07103F09BD2}" dt="2024-08-25T19:21:45.071" v="1452" actId="113"/>
        <pc:sldMkLst>
          <pc:docMk/>
          <pc:sldMk cId="96253171" sldId="319"/>
        </pc:sldMkLst>
        <pc:spChg chg="mod">
          <ac:chgData name="Catherine Ata" userId="4e21e26771b92a65" providerId="LiveId" clId="{71093595-C055-4308-BB61-E07103F09BD2}" dt="2024-08-25T19:21:23.936" v="1449" actId="14100"/>
          <ac:spMkLst>
            <pc:docMk/>
            <pc:sldMk cId="96253171" sldId="319"/>
            <ac:spMk id="2" creationId="{FA0C35CC-F0EF-AED8-D2AE-3F8520947628}"/>
          </ac:spMkLst>
        </pc:spChg>
        <pc:spChg chg="mod">
          <ac:chgData name="Catherine Ata" userId="4e21e26771b92a65" providerId="LiveId" clId="{71093595-C055-4308-BB61-E07103F09BD2}" dt="2024-08-25T19:21:45.071" v="1452" actId="113"/>
          <ac:spMkLst>
            <pc:docMk/>
            <pc:sldMk cId="96253171" sldId="319"/>
            <ac:spMk id="3" creationId="{B65FEB2A-9723-77BC-B7D8-112D3C437235}"/>
          </ac:spMkLst>
        </pc:spChg>
        <pc:picChg chg="mod">
          <ac:chgData name="Catherine Ata" userId="4e21e26771b92a65" providerId="LiveId" clId="{71093595-C055-4308-BB61-E07103F09BD2}" dt="2024-08-25T19:21:25.752" v="1450" actId="1076"/>
          <ac:picMkLst>
            <pc:docMk/>
            <pc:sldMk cId="96253171" sldId="319"/>
            <ac:picMk id="7" creationId="{78DC89D9-C1B0-8849-C42B-928BC74A3379}"/>
          </ac:picMkLst>
        </pc:picChg>
      </pc:sldChg>
      <pc:sldChg chg="addSp delSp modSp add mod">
        <pc:chgData name="Catherine Ata" userId="4e21e26771b92a65" providerId="LiveId" clId="{71093595-C055-4308-BB61-E07103F09BD2}" dt="2024-08-25T19:30:59.806" v="1533" actId="1076"/>
        <pc:sldMkLst>
          <pc:docMk/>
          <pc:sldMk cId="3751926149" sldId="320"/>
        </pc:sldMkLst>
        <pc:spChg chg="mod">
          <ac:chgData name="Catherine Ata" userId="4e21e26771b92a65" providerId="LiveId" clId="{71093595-C055-4308-BB61-E07103F09BD2}" dt="2024-08-25T19:26:27.222" v="1481" actId="122"/>
          <ac:spMkLst>
            <pc:docMk/>
            <pc:sldMk cId="3751926149" sldId="320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9:30:59.806" v="1533" actId="1076"/>
          <ac:spMkLst>
            <pc:docMk/>
            <pc:sldMk cId="3751926149" sldId="320"/>
            <ac:spMk id="3" creationId="{3A568A40-3D18-D624-4D00-48777451A1E7}"/>
          </ac:spMkLst>
        </pc:spChg>
        <pc:spChg chg="mod">
          <ac:chgData name="Catherine Ata" userId="4e21e26771b92a65" providerId="LiveId" clId="{71093595-C055-4308-BB61-E07103F09BD2}" dt="2024-08-25T19:29:28.465" v="1505" actId="14100"/>
          <ac:spMkLst>
            <pc:docMk/>
            <pc:sldMk cId="3751926149" sldId="320"/>
            <ac:spMk id="4" creationId="{CCE1343B-D448-0F3D-2A82-B1953503574C}"/>
          </ac:spMkLst>
        </pc:spChg>
        <pc:picChg chg="del mod">
          <ac:chgData name="Catherine Ata" userId="4e21e26771b92a65" providerId="LiveId" clId="{71093595-C055-4308-BB61-E07103F09BD2}" dt="2024-08-25T19:27:14.322" v="1485" actId="478"/>
          <ac:picMkLst>
            <pc:docMk/>
            <pc:sldMk cId="3751926149" sldId="320"/>
            <ac:picMk id="6" creationId="{D0F52DF6-1FE0-8F3F-0065-EB3552211BEE}"/>
          </ac:picMkLst>
        </pc:picChg>
        <pc:picChg chg="add mod">
          <ac:chgData name="Catherine Ata" userId="4e21e26771b92a65" providerId="LiveId" clId="{71093595-C055-4308-BB61-E07103F09BD2}" dt="2024-08-25T19:29:30.489" v="1506" actId="1076"/>
          <ac:picMkLst>
            <pc:docMk/>
            <pc:sldMk cId="3751926149" sldId="320"/>
            <ac:picMk id="7" creationId="{D3E6DBBD-A956-DB5F-AD69-19A122C291A4}"/>
          </ac:picMkLst>
        </pc:picChg>
        <pc:picChg chg="add mod">
          <ac:chgData name="Catherine Ata" userId="4e21e26771b92a65" providerId="LiveId" clId="{71093595-C055-4308-BB61-E07103F09BD2}" dt="2024-08-25T19:29:45.701" v="1511" actId="1076"/>
          <ac:picMkLst>
            <pc:docMk/>
            <pc:sldMk cId="3751926149" sldId="320"/>
            <ac:picMk id="10" creationId="{E6949988-DAF6-2FC7-36C3-9F4E660A608A}"/>
          </ac:picMkLst>
        </pc:picChg>
      </pc:sldChg>
      <pc:sldChg chg="addSp delSp modSp add mod">
        <pc:chgData name="Catherine Ata" userId="4e21e26771b92a65" providerId="LiveId" clId="{71093595-C055-4308-BB61-E07103F09BD2}" dt="2024-08-25T19:34:20.887" v="1562" actId="14100"/>
        <pc:sldMkLst>
          <pc:docMk/>
          <pc:sldMk cId="409215051" sldId="321"/>
        </pc:sldMkLst>
        <pc:spChg chg="mod">
          <ac:chgData name="Catherine Ata" userId="4e21e26771b92a65" providerId="LiveId" clId="{71093595-C055-4308-BB61-E07103F09BD2}" dt="2024-08-25T19:31:33.056" v="1540" actId="122"/>
          <ac:spMkLst>
            <pc:docMk/>
            <pc:sldMk cId="409215051" sldId="321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9:34:07.864" v="1559" actId="948"/>
          <ac:spMkLst>
            <pc:docMk/>
            <pc:sldMk cId="409215051" sldId="321"/>
            <ac:spMk id="4" creationId="{CCE1343B-D448-0F3D-2A82-B1953503574C}"/>
          </ac:spMkLst>
        </pc:spChg>
        <pc:graphicFrameChg chg="del">
          <ac:chgData name="Catherine Ata" userId="4e21e26771b92a65" providerId="LiveId" clId="{71093595-C055-4308-BB61-E07103F09BD2}" dt="2024-08-25T19:31:37.479" v="1541" actId="478"/>
          <ac:graphicFrameMkLst>
            <pc:docMk/>
            <pc:sldMk cId="409215051" sldId="321"/>
            <ac:graphicFrameMk id="9" creationId="{366D16A0-61C8-84CF-7544-D981D0A97DB6}"/>
          </ac:graphicFrameMkLst>
        </pc:graphicFrameChg>
        <pc:picChg chg="del mod">
          <ac:chgData name="Catherine Ata" userId="4e21e26771b92a65" providerId="LiveId" clId="{71093595-C055-4308-BB61-E07103F09BD2}" dt="2024-08-25T19:32:17.449" v="1548" actId="478"/>
          <ac:picMkLst>
            <pc:docMk/>
            <pc:sldMk cId="409215051" sldId="321"/>
            <ac:picMk id="5" creationId="{0A4C8DB2-28F3-5E73-1D30-857C426803F2}"/>
          </ac:picMkLst>
        </pc:picChg>
        <pc:picChg chg="add mod">
          <ac:chgData name="Catherine Ata" userId="4e21e26771b92a65" providerId="LiveId" clId="{71093595-C055-4308-BB61-E07103F09BD2}" dt="2024-08-25T19:34:12.863" v="1560" actId="1076"/>
          <ac:picMkLst>
            <pc:docMk/>
            <pc:sldMk cId="409215051" sldId="321"/>
            <ac:picMk id="6" creationId="{C6F0894C-D347-57D9-2D94-829982487C19}"/>
          </ac:picMkLst>
        </pc:picChg>
        <pc:picChg chg="mod">
          <ac:chgData name="Catherine Ata" userId="4e21e26771b92a65" providerId="LiveId" clId="{71093595-C055-4308-BB61-E07103F09BD2}" dt="2024-08-25T19:31:18.298" v="1534" actId="14100"/>
          <ac:picMkLst>
            <pc:docMk/>
            <pc:sldMk cId="409215051" sldId="321"/>
            <ac:picMk id="8" creationId="{D63B66E4-6B46-A975-B873-4AD50E0AD109}"/>
          </ac:picMkLst>
        </pc:picChg>
        <pc:picChg chg="add mod">
          <ac:chgData name="Catherine Ata" userId="4e21e26771b92a65" providerId="LiveId" clId="{71093595-C055-4308-BB61-E07103F09BD2}" dt="2024-08-25T19:34:20.887" v="1562" actId="14100"/>
          <ac:picMkLst>
            <pc:docMk/>
            <pc:sldMk cId="409215051" sldId="321"/>
            <ac:picMk id="10" creationId="{3AAC7D76-D237-EE75-7C7D-2DB40BE000D3}"/>
          </ac:picMkLst>
        </pc:picChg>
      </pc:sldChg>
      <pc:sldChg chg="addSp delSp modSp add mod">
        <pc:chgData name="Catherine Ata" userId="4e21e26771b92a65" providerId="LiveId" clId="{71093595-C055-4308-BB61-E07103F09BD2}" dt="2024-08-25T19:41:21.544" v="1623" actId="1076"/>
        <pc:sldMkLst>
          <pc:docMk/>
          <pc:sldMk cId="1528145198" sldId="322"/>
        </pc:sldMkLst>
        <pc:spChg chg="mod">
          <ac:chgData name="Catherine Ata" userId="4e21e26771b92a65" providerId="LiveId" clId="{71093595-C055-4308-BB61-E07103F09BD2}" dt="2024-08-25T19:35:35.439" v="1567" actId="1076"/>
          <ac:spMkLst>
            <pc:docMk/>
            <pc:sldMk cId="1528145198" sldId="322"/>
            <ac:spMk id="2" creationId="{3B3F58F4-F002-0A63-FDA5-2FE8E17AB734}"/>
          </ac:spMkLst>
        </pc:spChg>
        <pc:spChg chg="mod">
          <ac:chgData name="Catherine Ata" userId="4e21e26771b92a65" providerId="LiveId" clId="{71093595-C055-4308-BB61-E07103F09BD2}" dt="2024-08-25T19:40:08.130" v="1615"/>
          <ac:spMkLst>
            <pc:docMk/>
            <pc:sldMk cId="1528145198" sldId="322"/>
            <ac:spMk id="4" creationId="{CCE1343B-D448-0F3D-2A82-B1953503574C}"/>
          </ac:spMkLst>
        </pc:spChg>
        <pc:picChg chg="del mod">
          <ac:chgData name="Catherine Ata" userId="4e21e26771b92a65" providerId="LiveId" clId="{71093595-C055-4308-BB61-E07103F09BD2}" dt="2024-08-25T19:40:21.415" v="1616" actId="478"/>
          <ac:picMkLst>
            <pc:docMk/>
            <pc:sldMk cId="1528145198" sldId="322"/>
            <ac:picMk id="3" creationId="{D0470B2A-B5B9-EAB4-7676-B66ECF2B0FB6}"/>
          </ac:picMkLst>
        </pc:picChg>
        <pc:picChg chg="add mod">
          <ac:chgData name="Catherine Ata" userId="4e21e26771b92a65" providerId="LiveId" clId="{71093595-C055-4308-BB61-E07103F09BD2}" dt="2024-08-25T19:41:21.544" v="1623" actId="1076"/>
          <ac:picMkLst>
            <pc:docMk/>
            <pc:sldMk cId="1528145198" sldId="322"/>
            <ac:picMk id="6" creationId="{3F337BBD-FFBD-11A5-D9FA-FE9FB80FF5C6}"/>
          </ac:picMkLst>
        </pc:picChg>
        <pc:picChg chg="mod">
          <ac:chgData name="Catherine Ata" userId="4e21e26771b92a65" providerId="LiveId" clId="{71093595-C055-4308-BB61-E07103F09BD2}" dt="2024-08-25T19:34:30.217" v="1563" actId="14100"/>
          <ac:picMkLst>
            <pc:docMk/>
            <pc:sldMk cId="1528145198" sldId="322"/>
            <ac:picMk id="8" creationId="{4A82B68C-0727-3949-54BA-6389D3FC4980}"/>
          </ac:picMkLst>
        </pc:picChg>
        <pc:picChg chg="add mod">
          <ac:chgData name="Catherine Ata" userId="4e21e26771b92a65" providerId="LiveId" clId="{71093595-C055-4308-BB61-E07103F09BD2}" dt="2024-08-25T19:41:19.997" v="1622" actId="14100"/>
          <ac:picMkLst>
            <pc:docMk/>
            <pc:sldMk cId="1528145198" sldId="322"/>
            <ac:picMk id="9" creationId="{C84ACA98-EA00-8B7E-2F87-4DB31A02CB45}"/>
          </ac:picMkLst>
        </pc:picChg>
      </pc:sldChg>
      <pc:sldChg chg="addSp delSp modSp add mod">
        <pc:chgData name="Catherine Ata" userId="4e21e26771b92a65" providerId="LiveId" clId="{71093595-C055-4308-BB61-E07103F09BD2}" dt="2024-08-25T20:07:47.497" v="1714" actId="14100"/>
        <pc:sldMkLst>
          <pc:docMk/>
          <pc:sldMk cId="3364383523" sldId="323"/>
        </pc:sldMkLst>
        <pc:spChg chg="mod">
          <ac:chgData name="Catherine Ata" userId="4e21e26771b92a65" providerId="LiveId" clId="{71093595-C055-4308-BB61-E07103F09BD2}" dt="2024-08-25T20:02:02.167" v="1655" actId="122"/>
          <ac:spMkLst>
            <pc:docMk/>
            <pc:sldMk cId="3364383523" sldId="323"/>
            <ac:spMk id="2" creationId="{5F53288F-D697-1CA2-B76D-F82174DE241A}"/>
          </ac:spMkLst>
        </pc:spChg>
        <pc:spChg chg="mod">
          <ac:chgData name="Catherine Ata" userId="4e21e26771b92a65" providerId="LiveId" clId="{71093595-C055-4308-BB61-E07103F09BD2}" dt="2024-08-25T20:03:28.515" v="1706" actId="6549"/>
          <ac:spMkLst>
            <pc:docMk/>
            <pc:sldMk cId="3364383523" sldId="323"/>
            <ac:spMk id="4" creationId="{D98D57D9-8B39-B36A-7BD4-957C49BECAD3}"/>
          </ac:spMkLst>
        </pc:spChg>
        <pc:graphicFrameChg chg="del">
          <ac:chgData name="Catherine Ata" userId="4e21e26771b92a65" providerId="LiveId" clId="{71093595-C055-4308-BB61-E07103F09BD2}" dt="2024-08-25T20:02:12.917" v="1656" actId="478"/>
          <ac:graphicFrameMkLst>
            <pc:docMk/>
            <pc:sldMk cId="3364383523" sldId="323"/>
            <ac:graphicFrameMk id="9" creationId="{E4895A41-1E05-B6DC-9DEE-51D1B0B494E7}"/>
          </ac:graphicFrameMkLst>
        </pc:graphicFrameChg>
        <pc:picChg chg="del">
          <ac:chgData name="Catherine Ata" userId="4e21e26771b92a65" providerId="LiveId" clId="{71093595-C055-4308-BB61-E07103F09BD2}" dt="2024-08-25T20:06:31.458" v="1711" actId="478"/>
          <ac:picMkLst>
            <pc:docMk/>
            <pc:sldMk cId="3364383523" sldId="323"/>
            <ac:picMk id="3" creationId="{5020E6DE-FD3B-A81B-5619-EC43589D6C72}"/>
          </ac:picMkLst>
        </pc:picChg>
        <pc:picChg chg="mod">
          <ac:chgData name="Catherine Ata" userId="4e21e26771b92a65" providerId="LiveId" clId="{71093595-C055-4308-BB61-E07103F09BD2}" dt="2024-08-25T20:01:49.403" v="1650" actId="14100"/>
          <ac:picMkLst>
            <pc:docMk/>
            <pc:sldMk cId="3364383523" sldId="323"/>
            <ac:picMk id="6" creationId="{5DD1E0AE-1261-D071-E917-87E13E7917CA}"/>
          </ac:picMkLst>
        </pc:picChg>
        <pc:picChg chg="add mod">
          <ac:chgData name="Catherine Ata" userId="4e21e26771b92a65" providerId="LiveId" clId="{71093595-C055-4308-BB61-E07103F09BD2}" dt="2024-08-25T20:07:47.497" v="1714" actId="14100"/>
          <ac:picMkLst>
            <pc:docMk/>
            <pc:sldMk cId="3364383523" sldId="323"/>
            <ac:picMk id="7" creationId="{17E97D12-5280-24A1-20E7-45B56894BEAD}"/>
          </ac:picMkLst>
        </pc:picChg>
        <pc:picChg chg="add mod">
          <ac:chgData name="Catherine Ata" userId="4e21e26771b92a65" providerId="LiveId" clId="{71093595-C055-4308-BB61-E07103F09BD2}" dt="2024-08-25T20:07:44.178" v="1713" actId="1076"/>
          <ac:picMkLst>
            <pc:docMk/>
            <pc:sldMk cId="3364383523" sldId="323"/>
            <ac:picMk id="10" creationId="{9F00F254-70B5-9C3B-F8B0-F896FA8B3D5C}"/>
          </ac:picMkLst>
        </pc:picChg>
      </pc:sldChg>
      <pc:sldChg chg="addSp delSp modSp add mod">
        <pc:chgData name="Catherine Ata" userId="4e21e26771b92a65" providerId="LiveId" clId="{71093595-C055-4308-BB61-E07103F09BD2}" dt="2024-08-25T20:35:05.746" v="1886" actId="1076"/>
        <pc:sldMkLst>
          <pc:docMk/>
          <pc:sldMk cId="3434200877" sldId="324"/>
        </pc:sldMkLst>
        <pc:spChg chg="mod">
          <ac:chgData name="Catherine Ata" userId="4e21e26771b92a65" providerId="LiveId" clId="{71093595-C055-4308-BB61-E07103F09BD2}" dt="2024-08-25T20:21:14.015" v="1787" actId="1076"/>
          <ac:spMkLst>
            <pc:docMk/>
            <pc:sldMk cId="3434200877" sldId="324"/>
            <ac:spMk id="2" creationId="{D4065369-7529-3EBB-DDFC-7BE7CEFA1D6C}"/>
          </ac:spMkLst>
        </pc:spChg>
        <pc:spChg chg="mod">
          <ac:chgData name="Catherine Ata" userId="4e21e26771b92a65" providerId="LiveId" clId="{71093595-C055-4308-BB61-E07103F09BD2}" dt="2024-08-25T20:22:23.931" v="1810" actId="27636"/>
          <ac:spMkLst>
            <pc:docMk/>
            <pc:sldMk cId="3434200877" sldId="324"/>
            <ac:spMk id="3" creationId="{6894B957-7D2F-464C-DB8B-5E3E8F5605E3}"/>
          </ac:spMkLst>
        </pc:spChg>
        <pc:spChg chg="add mod">
          <ac:chgData name="Catherine Ata" userId="4e21e26771b92a65" providerId="LiveId" clId="{71093595-C055-4308-BB61-E07103F09BD2}" dt="2024-08-25T20:35:05.746" v="1886" actId="1076"/>
          <ac:spMkLst>
            <pc:docMk/>
            <pc:sldMk cId="3434200877" sldId="324"/>
            <ac:spMk id="16" creationId="{9F6910F0-3A8F-6953-73B5-59BD475A46B0}"/>
          </ac:spMkLst>
        </pc:spChg>
        <pc:spChg chg="add mod">
          <ac:chgData name="Catherine Ata" userId="4e21e26771b92a65" providerId="LiveId" clId="{71093595-C055-4308-BB61-E07103F09BD2}" dt="2024-08-25T20:34:29.565" v="1879" actId="14100"/>
          <ac:spMkLst>
            <pc:docMk/>
            <pc:sldMk cId="3434200877" sldId="324"/>
            <ac:spMk id="17" creationId="{93A758A8-5B5C-A588-A68D-C5FAD4F1A779}"/>
          </ac:spMkLst>
        </pc:spChg>
        <pc:spChg chg="add mod">
          <ac:chgData name="Catherine Ata" userId="4e21e26771b92a65" providerId="LiveId" clId="{71093595-C055-4308-BB61-E07103F09BD2}" dt="2024-08-25T20:34:39.801" v="1882" actId="20577"/>
          <ac:spMkLst>
            <pc:docMk/>
            <pc:sldMk cId="3434200877" sldId="324"/>
            <ac:spMk id="18" creationId="{6F6CCA08-6856-517D-1093-0B720C4E0E1D}"/>
          </ac:spMkLst>
        </pc:spChg>
        <pc:graphicFrameChg chg="del">
          <ac:chgData name="Catherine Ata" userId="4e21e26771b92a65" providerId="LiveId" clId="{71093595-C055-4308-BB61-E07103F09BD2}" dt="2024-08-25T20:09:40.898" v="1717" actId="478"/>
          <ac:graphicFrameMkLst>
            <pc:docMk/>
            <pc:sldMk cId="3434200877" sldId="324"/>
            <ac:graphicFrameMk id="7" creationId="{EC53377B-C6D5-F0BB-4A20-D2043A5CB76A}"/>
          </ac:graphicFrameMkLst>
        </pc:graphicFrameChg>
        <pc:picChg chg="mod">
          <ac:chgData name="Catherine Ata" userId="4e21e26771b92a65" providerId="LiveId" clId="{71093595-C055-4308-BB61-E07103F09BD2}" dt="2024-08-25T20:10:08.246" v="1723" actId="14100"/>
          <ac:picMkLst>
            <pc:docMk/>
            <pc:sldMk cId="3434200877" sldId="324"/>
            <ac:picMk id="5" creationId="{B75D4CCE-DE58-FAC2-95E8-EC465A608BBD}"/>
          </ac:picMkLst>
        </pc:picChg>
        <pc:picChg chg="add mod ord">
          <ac:chgData name="Catherine Ata" userId="4e21e26771b92a65" providerId="LiveId" clId="{71093595-C055-4308-BB61-E07103F09BD2}" dt="2024-08-25T20:34:45.646" v="1883" actId="1076"/>
          <ac:picMkLst>
            <pc:docMk/>
            <pc:sldMk cId="3434200877" sldId="324"/>
            <ac:picMk id="6" creationId="{1E531CC6-10B6-CA1B-6B54-CD525651ABD9}"/>
          </ac:picMkLst>
        </pc:picChg>
        <pc:picChg chg="add del mod">
          <ac:chgData name="Catherine Ata" userId="4e21e26771b92a65" providerId="LiveId" clId="{71093595-C055-4308-BB61-E07103F09BD2}" dt="2024-08-25T20:32:24.694" v="1852" actId="478"/>
          <ac:picMkLst>
            <pc:docMk/>
            <pc:sldMk cId="3434200877" sldId="324"/>
            <ac:picMk id="9" creationId="{0C28313C-5C16-EADF-D873-5903F8496B72}"/>
          </ac:picMkLst>
        </pc:picChg>
        <pc:picChg chg="add del mod">
          <ac:chgData name="Catherine Ata" userId="4e21e26771b92a65" providerId="LiveId" clId="{71093595-C055-4308-BB61-E07103F09BD2}" dt="2024-08-25T20:33:08.444" v="1857" actId="478"/>
          <ac:picMkLst>
            <pc:docMk/>
            <pc:sldMk cId="3434200877" sldId="324"/>
            <ac:picMk id="11" creationId="{C81805E3-9DE5-B371-1803-4C73D93986E1}"/>
          </ac:picMkLst>
        </pc:picChg>
        <pc:picChg chg="add mod">
          <ac:chgData name="Catherine Ata" userId="4e21e26771b92a65" providerId="LiveId" clId="{71093595-C055-4308-BB61-E07103F09BD2}" dt="2024-08-25T20:33:31.036" v="1865" actId="1076"/>
          <ac:picMkLst>
            <pc:docMk/>
            <pc:sldMk cId="3434200877" sldId="324"/>
            <ac:picMk id="13" creationId="{B0CFE0F4-C84A-EE6D-03F0-64BEF760DC5E}"/>
          </ac:picMkLst>
        </pc:picChg>
        <pc:picChg chg="add mod">
          <ac:chgData name="Catherine Ata" userId="4e21e26771b92a65" providerId="LiveId" clId="{71093595-C055-4308-BB61-E07103F09BD2}" dt="2024-08-25T20:33:17.589" v="1861" actId="1076"/>
          <ac:picMkLst>
            <pc:docMk/>
            <pc:sldMk cId="3434200877" sldId="324"/>
            <ac:picMk id="15" creationId="{3CF4952C-C1D1-5AC7-13DB-1663A303A822}"/>
          </ac:picMkLst>
        </pc:picChg>
      </pc:sldChg>
      <pc:sldChg chg="addSp delSp modSp add mod">
        <pc:chgData name="Catherine Ata" userId="4e21e26771b92a65" providerId="LiveId" clId="{71093595-C055-4308-BB61-E07103F09BD2}" dt="2024-08-25T20:46:37.377" v="1957" actId="21"/>
        <pc:sldMkLst>
          <pc:docMk/>
          <pc:sldMk cId="2190064801" sldId="325"/>
        </pc:sldMkLst>
        <pc:spChg chg="mod">
          <ac:chgData name="Catherine Ata" userId="4e21e26771b92a65" providerId="LiveId" clId="{71093595-C055-4308-BB61-E07103F09BD2}" dt="2024-08-25T20:23:36.255" v="1816" actId="122"/>
          <ac:spMkLst>
            <pc:docMk/>
            <pc:sldMk cId="2190064801" sldId="325"/>
            <ac:spMk id="2" creationId="{D4065369-7529-3EBB-DDFC-7BE7CEFA1D6C}"/>
          </ac:spMkLst>
        </pc:spChg>
        <pc:spChg chg="del mod">
          <ac:chgData name="Catherine Ata" userId="4e21e26771b92a65" providerId="LiveId" clId="{71093595-C055-4308-BB61-E07103F09BD2}" dt="2024-08-25T20:15:46.587" v="1763" actId="478"/>
          <ac:spMkLst>
            <pc:docMk/>
            <pc:sldMk cId="2190064801" sldId="325"/>
            <ac:spMk id="3" creationId="{6894B957-7D2F-464C-DB8B-5E3E8F5605E3}"/>
          </ac:spMkLst>
        </pc:spChg>
        <pc:spChg chg="add del mod">
          <ac:chgData name="Catherine Ata" userId="4e21e26771b92a65" providerId="LiveId" clId="{71093595-C055-4308-BB61-E07103F09BD2}" dt="2024-08-25T20:15:49.152" v="1764" actId="478"/>
          <ac:spMkLst>
            <pc:docMk/>
            <pc:sldMk cId="2190064801" sldId="325"/>
            <ac:spMk id="6" creationId="{0D21DAA4-57F1-B365-83DA-8FF2AC59FFC0}"/>
          </ac:spMkLst>
        </pc:spChg>
        <pc:spChg chg="del mod">
          <ac:chgData name="Catherine Ata" userId="4e21e26771b92a65" providerId="LiveId" clId="{71093595-C055-4308-BB61-E07103F09BD2}" dt="2024-08-25T20:19:47.677" v="1779"/>
          <ac:spMkLst>
            <pc:docMk/>
            <pc:sldMk cId="2190064801" sldId="325"/>
            <ac:spMk id="8" creationId="{F6AFB0C1-5140-A35C-1667-BEC3F375349C}"/>
          </ac:spMkLst>
        </pc:spChg>
        <pc:spChg chg="add mod">
          <ac:chgData name="Catherine Ata" userId="4e21e26771b92a65" providerId="LiveId" clId="{71093595-C055-4308-BB61-E07103F09BD2}" dt="2024-08-25T20:46:37.377" v="1957" actId="21"/>
          <ac:spMkLst>
            <pc:docMk/>
            <pc:sldMk cId="2190064801" sldId="325"/>
            <ac:spMk id="11" creationId="{4B40F44C-24E8-907E-4725-BB8A9973AEC6}"/>
          </ac:spMkLst>
        </pc:spChg>
        <pc:graphicFrameChg chg="del">
          <ac:chgData name="Catherine Ata" userId="4e21e26771b92a65" providerId="LiveId" clId="{71093595-C055-4308-BB61-E07103F09BD2}" dt="2024-08-25T20:13:07.873" v="1741" actId="478"/>
          <ac:graphicFrameMkLst>
            <pc:docMk/>
            <pc:sldMk cId="2190064801" sldId="325"/>
            <ac:graphicFrameMk id="7" creationId="{46B1B728-FD9A-1E87-36EE-E3506DF972DB}"/>
          </ac:graphicFrameMkLst>
        </pc:graphicFrameChg>
        <pc:graphicFrameChg chg="del modGraphic">
          <ac:chgData name="Catherine Ata" userId="4e21e26771b92a65" providerId="LiveId" clId="{71093595-C055-4308-BB61-E07103F09BD2}" dt="2024-08-25T20:23:26.631" v="1812" actId="478"/>
          <ac:graphicFrameMkLst>
            <pc:docMk/>
            <pc:sldMk cId="2190064801" sldId="325"/>
            <ac:graphicFrameMk id="10" creationId="{D69A756E-F44A-120C-5DE2-1A38DFF20B99}"/>
          </ac:graphicFrameMkLst>
        </pc:graphicFrameChg>
        <pc:picChg chg="mod">
          <ac:chgData name="Catherine Ata" userId="4e21e26771b92a65" providerId="LiveId" clId="{71093595-C055-4308-BB61-E07103F09BD2}" dt="2024-08-25T20:18:51.390" v="1774" actId="14100"/>
          <ac:picMkLst>
            <pc:docMk/>
            <pc:sldMk cId="2190064801" sldId="325"/>
            <ac:picMk id="5" creationId="{B75D4CCE-DE58-FAC2-95E8-EC465A608BBD}"/>
          </ac:picMkLst>
        </pc:picChg>
        <pc:picChg chg="add del mod">
          <ac:chgData name="Catherine Ata" userId="4e21e26771b92a65" providerId="LiveId" clId="{71093595-C055-4308-BB61-E07103F09BD2}" dt="2024-08-25T20:28:36.933" v="1844" actId="478"/>
          <ac:picMkLst>
            <pc:docMk/>
            <pc:sldMk cId="2190064801" sldId="325"/>
            <ac:picMk id="13" creationId="{6584391D-C823-DF81-9AD8-4B6D2A834B73}"/>
          </ac:picMkLst>
        </pc:picChg>
        <pc:picChg chg="add del mod">
          <ac:chgData name="Catherine Ata" userId="4e21e26771b92a65" providerId="LiveId" clId="{71093595-C055-4308-BB61-E07103F09BD2}" dt="2024-08-25T20:28:42.805" v="1847" actId="478"/>
          <ac:picMkLst>
            <pc:docMk/>
            <pc:sldMk cId="2190064801" sldId="325"/>
            <ac:picMk id="15" creationId="{E4B84EA2-6E09-F450-4510-E5F5DCABD3A5}"/>
          </ac:picMkLst>
        </pc:picChg>
        <pc:picChg chg="add del mod">
          <ac:chgData name="Catherine Ata" userId="4e21e26771b92a65" providerId="LiveId" clId="{71093595-C055-4308-BB61-E07103F09BD2}" dt="2024-08-25T20:35:51.114" v="1887" actId="478"/>
          <ac:picMkLst>
            <pc:docMk/>
            <pc:sldMk cId="2190064801" sldId="325"/>
            <ac:picMk id="17" creationId="{4C62C41B-780C-B114-3D77-B52459EBBE49}"/>
          </ac:picMkLst>
        </pc:picChg>
        <pc:picChg chg="add mod">
          <ac:chgData name="Catherine Ata" userId="4e21e26771b92a65" providerId="LiveId" clId="{71093595-C055-4308-BB61-E07103F09BD2}" dt="2024-08-25T20:36:15.891" v="1894" actId="1076"/>
          <ac:picMkLst>
            <pc:docMk/>
            <pc:sldMk cId="2190064801" sldId="325"/>
            <ac:picMk id="19" creationId="{D286FA0C-7CA5-2BDF-6DAD-77DE4C208425}"/>
          </ac:picMkLst>
        </pc:picChg>
        <pc:picChg chg="add del mod">
          <ac:chgData name="Catherine Ata" userId="4e21e26771b92a65" providerId="LiveId" clId="{71093595-C055-4308-BB61-E07103F09BD2}" dt="2024-08-25T20:36:25.451" v="1895" actId="478"/>
          <ac:picMkLst>
            <pc:docMk/>
            <pc:sldMk cId="2190064801" sldId="325"/>
            <ac:picMk id="21" creationId="{3AE2575A-66C8-FA73-2907-2B7C1177B6A7}"/>
          </ac:picMkLst>
        </pc:picChg>
        <pc:picChg chg="add mod">
          <ac:chgData name="Catherine Ata" userId="4e21e26771b92a65" providerId="LiveId" clId="{71093595-C055-4308-BB61-E07103F09BD2}" dt="2024-08-25T20:36:12.858" v="1893" actId="1076"/>
          <ac:picMkLst>
            <pc:docMk/>
            <pc:sldMk cId="2190064801" sldId="325"/>
            <ac:picMk id="23" creationId="{8E80F3A2-A915-CC80-FB8D-9A3B19BE208E}"/>
          </ac:picMkLst>
        </pc:picChg>
        <pc:picChg chg="add del mod">
          <ac:chgData name="Catherine Ata" userId="4e21e26771b92a65" providerId="LiveId" clId="{71093595-C055-4308-BB61-E07103F09BD2}" dt="2024-08-25T20:37:20.411" v="1898" actId="478"/>
          <ac:picMkLst>
            <pc:docMk/>
            <pc:sldMk cId="2190064801" sldId="325"/>
            <ac:picMk id="25" creationId="{DA0C8A6E-C2F6-5B19-3BBB-6E92C7C64E58}"/>
          </ac:picMkLst>
        </pc:picChg>
        <pc:picChg chg="add mod">
          <ac:chgData name="Catherine Ata" userId="4e21e26771b92a65" providerId="LiveId" clId="{71093595-C055-4308-BB61-E07103F09BD2}" dt="2024-08-25T20:37:28.096" v="1902" actId="1076"/>
          <ac:picMkLst>
            <pc:docMk/>
            <pc:sldMk cId="2190064801" sldId="325"/>
            <ac:picMk id="27" creationId="{3BF3D909-484B-8F90-D9A7-5EF8EE785254}"/>
          </ac:picMkLst>
        </pc:picChg>
      </pc:sldChg>
      <pc:sldChg chg="delSp modSp add del mod">
        <pc:chgData name="Catherine Ata" userId="4e21e26771b92a65" providerId="LiveId" clId="{71093595-C055-4308-BB61-E07103F09BD2}" dt="2024-08-25T20:37:40.884" v="1903" actId="2696"/>
        <pc:sldMkLst>
          <pc:docMk/>
          <pc:sldMk cId="1823197322" sldId="326"/>
        </pc:sldMkLst>
        <pc:spChg chg="mod">
          <ac:chgData name="Catherine Ata" userId="4e21e26771b92a65" providerId="LiveId" clId="{71093595-C055-4308-BB61-E07103F09BD2}" dt="2024-08-25T20:24:29.347" v="1820" actId="21"/>
          <ac:spMkLst>
            <pc:docMk/>
            <pc:sldMk cId="1823197322" sldId="326"/>
            <ac:spMk id="3" creationId="{FCE55FD6-D68C-6291-B312-70DC1097A5A1}"/>
          </ac:spMkLst>
        </pc:spChg>
        <pc:graphicFrameChg chg="del">
          <ac:chgData name="Catherine Ata" userId="4e21e26771b92a65" providerId="LiveId" clId="{71093595-C055-4308-BB61-E07103F09BD2}" dt="2024-08-25T20:24:19.615" v="1818" actId="478"/>
          <ac:graphicFrameMkLst>
            <pc:docMk/>
            <pc:sldMk cId="1823197322" sldId="326"/>
            <ac:graphicFrameMk id="7" creationId="{2BA225F1-17E2-DF6C-BE34-67A4423BD97E}"/>
          </ac:graphicFrameMkLst>
        </pc:graphicFrameChg>
      </pc:sldChg>
      <pc:sldChg chg="addSp delSp modSp add mod">
        <pc:chgData name="Catherine Ata" userId="4e21e26771b92a65" providerId="LiveId" clId="{71093595-C055-4308-BB61-E07103F09BD2}" dt="2024-08-25T22:23:52.810" v="2547" actId="1076"/>
        <pc:sldMkLst>
          <pc:docMk/>
          <pc:sldMk cId="892433414" sldId="327"/>
        </pc:sldMkLst>
        <pc:spChg chg="mod">
          <ac:chgData name="Catherine Ata" userId="4e21e26771b92a65" providerId="LiveId" clId="{71093595-C055-4308-BB61-E07103F09BD2}" dt="2024-08-25T20:37:56.537" v="1907" actId="14100"/>
          <ac:spMkLst>
            <pc:docMk/>
            <pc:sldMk cId="892433414" sldId="327"/>
            <ac:spMk id="2" creationId="{3B3F58F4-F002-0A63-FDA5-2FE8E17AB734}"/>
          </ac:spMkLst>
        </pc:spChg>
        <pc:spChg chg="add del mod">
          <ac:chgData name="Catherine Ata" userId="4e21e26771b92a65" providerId="LiveId" clId="{71093595-C055-4308-BB61-E07103F09BD2}" dt="2024-08-25T20:48:35.228" v="1987" actId="14100"/>
          <ac:spMkLst>
            <pc:docMk/>
            <pc:sldMk cId="892433414" sldId="327"/>
            <ac:spMk id="4" creationId="{CCE1343B-D448-0F3D-2A82-B1953503574C}"/>
          </ac:spMkLst>
        </pc:spChg>
        <pc:spChg chg="add del mod">
          <ac:chgData name="Catherine Ata" userId="4e21e26771b92a65" providerId="LiveId" clId="{71093595-C055-4308-BB61-E07103F09BD2}" dt="2024-08-25T20:38:19.310" v="1911" actId="478"/>
          <ac:spMkLst>
            <pc:docMk/>
            <pc:sldMk cId="892433414" sldId="327"/>
            <ac:spMk id="7" creationId="{B916AE0F-0218-6ABE-8DC0-F339D87F2936}"/>
          </ac:spMkLst>
        </pc:spChg>
        <pc:graphicFrameChg chg="add del modGraphic">
          <ac:chgData name="Catherine Ata" userId="4e21e26771b92a65" providerId="LiveId" clId="{71093595-C055-4308-BB61-E07103F09BD2}" dt="2024-08-25T20:38:27.677" v="1913" actId="478"/>
          <ac:graphicFrameMkLst>
            <pc:docMk/>
            <pc:sldMk cId="892433414" sldId="327"/>
            <ac:graphicFrameMk id="6" creationId="{D698B11D-E37A-95B2-60DD-39FD2BE096D7}"/>
          </ac:graphicFrameMkLst>
        </pc:graphicFrameChg>
        <pc:picChg chg="mod">
          <ac:chgData name="Catherine Ata" userId="4e21e26771b92a65" providerId="LiveId" clId="{71093595-C055-4308-BB61-E07103F09BD2}" dt="2024-08-25T20:37:51.097" v="1905" actId="14100"/>
          <ac:picMkLst>
            <pc:docMk/>
            <pc:sldMk cId="892433414" sldId="327"/>
            <ac:picMk id="5" creationId="{588E5B1E-25ED-E47C-9657-A6C76AB84E3E}"/>
          </ac:picMkLst>
        </pc:picChg>
        <pc:picChg chg="add del mod">
          <ac:chgData name="Catherine Ata" userId="4e21e26771b92a65" providerId="LiveId" clId="{71093595-C055-4308-BB61-E07103F09BD2}" dt="2024-08-25T20:43:23.617" v="1925" actId="478"/>
          <ac:picMkLst>
            <pc:docMk/>
            <pc:sldMk cId="892433414" sldId="327"/>
            <ac:picMk id="9" creationId="{E5357CB8-AA81-E56A-02E4-EA4C2256B9CA}"/>
          </ac:picMkLst>
        </pc:picChg>
        <pc:picChg chg="add mod">
          <ac:chgData name="Catherine Ata" userId="4e21e26771b92a65" providerId="LiveId" clId="{71093595-C055-4308-BB61-E07103F09BD2}" dt="2024-08-25T20:48:23.517" v="1984" actId="1076"/>
          <ac:picMkLst>
            <pc:docMk/>
            <pc:sldMk cId="892433414" sldId="327"/>
            <ac:picMk id="11" creationId="{E5582222-F1E9-E3F3-5CCA-17EA558FF96B}"/>
          </ac:picMkLst>
        </pc:picChg>
        <pc:picChg chg="add mod">
          <ac:chgData name="Catherine Ata" userId="4e21e26771b92a65" providerId="LiveId" clId="{71093595-C055-4308-BB61-E07103F09BD2}" dt="2024-08-25T20:47:59.577" v="1980" actId="1076"/>
          <ac:picMkLst>
            <pc:docMk/>
            <pc:sldMk cId="892433414" sldId="327"/>
            <ac:picMk id="13" creationId="{9035E7C4-811B-5E8A-0D43-817145F285A9}"/>
          </ac:picMkLst>
        </pc:picChg>
        <pc:picChg chg="add mod">
          <ac:chgData name="Catherine Ata" userId="4e21e26771b92a65" providerId="LiveId" clId="{71093595-C055-4308-BB61-E07103F09BD2}" dt="2024-08-25T20:48:01.361" v="1981" actId="1076"/>
          <ac:picMkLst>
            <pc:docMk/>
            <pc:sldMk cId="892433414" sldId="327"/>
            <ac:picMk id="15" creationId="{C03094F1-2C85-3039-5BBD-C221099A87FA}"/>
          </ac:picMkLst>
        </pc:picChg>
        <pc:picChg chg="add mod">
          <ac:chgData name="Catherine Ata" userId="4e21e26771b92a65" providerId="LiveId" clId="{71093595-C055-4308-BB61-E07103F09BD2}" dt="2024-08-25T22:23:52.810" v="2547" actId="1076"/>
          <ac:picMkLst>
            <pc:docMk/>
            <pc:sldMk cId="892433414" sldId="327"/>
            <ac:picMk id="17" creationId="{C6DEE243-43AF-3430-6C14-B4E831BF6E2E}"/>
          </ac:picMkLst>
        </pc:picChg>
      </pc:sldChg>
      <pc:sldChg chg="addSp delSp modSp add mod">
        <pc:chgData name="Catherine Ata" userId="4e21e26771b92a65" providerId="LiveId" clId="{71093595-C055-4308-BB61-E07103F09BD2}" dt="2024-08-25T21:03:04.364" v="2070" actId="14100"/>
        <pc:sldMkLst>
          <pc:docMk/>
          <pc:sldMk cId="3033347496" sldId="328"/>
        </pc:sldMkLst>
        <pc:spChg chg="mod">
          <ac:chgData name="Catherine Ata" userId="4e21e26771b92a65" providerId="LiveId" clId="{71093595-C055-4308-BB61-E07103F09BD2}" dt="2024-08-25T20:49:11.211" v="1989" actId="14100"/>
          <ac:spMkLst>
            <pc:docMk/>
            <pc:sldMk cId="3033347496" sldId="328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03:04.364" v="2070" actId="14100"/>
          <ac:spMkLst>
            <pc:docMk/>
            <pc:sldMk cId="3033347496" sldId="328"/>
            <ac:spMk id="6" creationId="{B58AB795-24AF-5BDC-AF9F-0B7F7A5FF4FF}"/>
          </ac:spMkLst>
        </pc:spChg>
        <pc:picChg chg="del mod">
          <ac:chgData name="Catherine Ata" userId="4e21e26771b92a65" providerId="LiveId" clId="{71093595-C055-4308-BB61-E07103F09BD2}" dt="2024-08-25T21:02:19.501" v="2061" actId="478"/>
          <ac:picMkLst>
            <pc:docMk/>
            <pc:sldMk cId="3033347496" sldId="328"/>
            <ac:picMk id="3" creationId="{69BB0639-9BB0-665D-230D-E047C9966966}"/>
          </ac:picMkLst>
        </pc:picChg>
        <pc:picChg chg="del">
          <ac:chgData name="Catherine Ata" userId="4e21e26771b92a65" providerId="LiveId" clId="{71093595-C055-4308-BB61-E07103F09BD2}" dt="2024-08-25T20:59:47.654" v="2056" actId="478"/>
          <ac:picMkLst>
            <pc:docMk/>
            <pc:sldMk cId="3033347496" sldId="328"/>
            <ac:picMk id="4" creationId="{03288237-1674-3C22-2076-21201A6FAF92}"/>
          </ac:picMkLst>
        </pc:picChg>
        <pc:picChg chg="mod">
          <ac:chgData name="Catherine Ata" userId="4e21e26771b92a65" providerId="LiveId" clId="{71093595-C055-4308-BB61-E07103F09BD2}" dt="2024-08-25T20:49:14.779" v="1990" actId="14100"/>
          <ac:picMkLst>
            <pc:docMk/>
            <pc:sldMk cId="3033347496" sldId="328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02:57.085" v="2067" actId="1076"/>
          <ac:picMkLst>
            <pc:docMk/>
            <pc:sldMk cId="3033347496" sldId="328"/>
            <ac:picMk id="8" creationId="{42BF0A57-066C-BC45-4FB5-3DA3B4F2DE56}"/>
          </ac:picMkLst>
        </pc:picChg>
        <pc:picChg chg="add mod">
          <ac:chgData name="Catherine Ata" userId="4e21e26771b92a65" providerId="LiveId" clId="{71093595-C055-4308-BB61-E07103F09BD2}" dt="2024-08-25T21:02:58.616" v="2068" actId="1076"/>
          <ac:picMkLst>
            <pc:docMk/>
            <pc:sldMk cId="3033347496" sldId="328"/>
            <ac:picMk id="10" creationId="{62B8C5BF-4387-828D-41F5-39FFA711BA8B}"/>
          </ac:picMkLst>
        </pc:picChg>
      </pc:sldChg>
      <pc:sldChg chg="addSp delSp modSp add mod">
        <pc:chgData name="Catherine Ata" userId="4e21e26771b92a65" providerId="LiveId" clId="{71093595-C055-4308-BB61-E07103F09BD2}" dt="2024-08-25T21:06:39.564" v="2118" actId="1076"/>
        <pc:sldMkLst>
          <pc:docMk/>
          <pc:sldMk cId="1856853385" sldId="329"/>
        </pc:sldMkLst>
        <pc:spChg chg="mod">
          <ac:chgData name="Catherine Ata" userId="4e21e26771b92a65" providerId="LiveId" clId="{71093595-C055-4308-BB61-E07103F09BD2}" dt="2024-08-25T21:03:26.236" v="2072" actId="14100"/>
          <ac:spMkLst>
            <pc:docMk/>
            <pc:sldMk cId="1856853385" sldId="329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06:30.830" v="2115" actId="1076"/>
          <ac:spMkLst>
            <pc:docMk/>
            <pc:sldMk cId="1856853385" sldId="329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21:04:59.509" v="2105" actId="478"/>
          <ac:picMkLst>
            <pc:docMk/>
            <pc:sldMk cId="1856853385" sldId="329"/>
            <ac:picMk id="5" creationId="{4A825CC4-86B2-C29A-BBB3-9C5A5204AB16}"/>
          </ac:picMkLst>
        </pc:picChg>
        <pc:picChg chg="add mod">
          <ac:chgData name="Catherine Ata" userId="4e21e26771b92a65" providerId="LiveId" clId="{71093595-C055-4308-BB61-E07103F09BD2}" dt="2024-08-25T21:06:09.785" v="2112" actId="1076"/>
          <ac:picMkLst>
            <pc:docMk/>
            <pc:sldMk cId="1856853385" sldId="329"/>
            <ac:picMk id="6" creationId="{9D3319B1-D427-2732-FD1B-65E9DCD6C345}"/>
          </ac:picMkLst>
        </pc:picChg>
        <pc:picChg chg="mod">
          <ac:chgData name="Catherine Ata" userId="4e21e26771b92a65" providerId="LiveId" clId="{71093595-C055-4308-BB61-E07103F09BD2}" dt="2024-08-25T21:03:31.861" v="2073" actId="14100"/>
          <ac:picMkLst>
            <pc:docMk/>
            <pc:sldMk cId="1856853385" sldId="329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06:39.564" v="2118" actId="1076"/>
          <ac:picMkLst>
            <pc:docMk/>
            <pc:sldMk cId="1856853385" sldId="329"/>
            <ac:picMk id="9" creationId="{E6FDFDC8-F9F2-3815-2372-86EE7A0C777B}"/>
          </ac:picMkLst>
        </pc:picChg>
      </pc:sldChg>
      <pc:sldChg chg="addSp delSp modSp add mod">
        <pc:chgData name="Catherine Ata" userId="4e21e26771b92a65" providerId="LiveId" clId="{71093595-C055-4308-BB61-E07103F09BD2}" dt="2024-08-25T21:12:35.095" v="2167" actId="14100"/>
        <pc:sldMkLst>
          <pc:docMk/>
          <pc:sldMk cId="1311626530" sldId="330"/>
        </pc:sldMkLst>
        <pc:spChg chg="mod">
          <ac:chgData name="Catherine Ata" userId="4e21e26771b92a65" providerId="LiveId" clId="{71093595-C055-4308-BB61-E07103F09BD2}" dt="2024-08-25T21:06:58.091" v="2122" actId="122"/>
          <ac:spMkLst>
            <pc:docMk/>
            <pc:sldMk cId="1311626530" sldId="330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12:35.095" v="2167" actId="14100"/>
          <ac:spMkLst>
            <pc:docMk/>
            <pc:sldMk cId="1311626530" sldId="330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21:12:23.699" v="2162" actId="478"/>
          <ac:picMkLst>
            <pc:docMk/>
            <pc:sldMk cId="1311626530" sldId="330"/>
            <ac:picMk id="3" creationId="{81E50EE8-BD81-78D5-D7CE-5D25F3FC0F18}"/>
          </ac:picMkLst>
        </pc:picChg>
        <pc:picChg chg="add mod">
          <ac:chgData name="Catherine Ata" userId="4e21e26771b92a65" providerId="LiveId" clId="{71093595-C055-4308-BB61-E07103F09BD2}" dt="2024-08-25T21:12:31.091" v="2166" actId="1076"/>
          <ac:picMkLst>
            <pc:docMk/>
            <pc:sldMk cId="1311626530" sldId="330"/>
            <ac:picMk id="6" creationId="{471861D2-33A8-A455-040A-848B644311D3}"/>
          </ac:picMkLst>
        </pc:picChg>
        <pc:picChg chg="mod">
          <ac:chgData name="Catherine Ata" userId="4e21e26771b92a65" providerId="LiveId" clId="{71093595-C055-4308-BB61-E07103F09BD2}" dt="2024-08-25T21:06:49.916" v="2119" actId="14100"/>
          <ac:picMkLst>
            <pc:docMk/>
            <pc:sldMk cId="1311626530" sldId="330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12:29.217" v="2165" actId="1076"/>
          <ac:picMkLst>
            <pc:docMk/>
            <pc:sldMk cId="1311626530" sldId="330"/>
            <ac:picMk id="9" creationId="{C264A3CE-1F8C-430E-5C27-9B9AC13F6C07}"/>
          </ac:picMkLst>
        </pc:picChg>
        <pc:picChg chg="add mod">
          <ac:chgData name="Catherine Ata" userId="4e21e26771b92a65" providerId="LiveId" clId="{71093595-C055-4308-BB61-E07103F09BD2}" dt="2024-08-25T21:12:27.524" v="2164" actId="1076"/>
          <ac:picMkLst>
            <pc:docMk/>
            <pc:sldMk cId="1311626530" sldId="330"/>
            <ac:picMk id="11" creationId="{2FECBDB2-F3C4-3547-BF8D-4983DF30E4B3}"/>
          </ac:picMkLst>
        </pc:picChg>
      </pc:sldChg>
      <pc:sldChg chg="addSp delSp modSp add mod">
        <pc:chgData name="Catherine Ata" userId="4e21e26771b92a65" providerId="LiveId" clId="{71093595-C055-4308-BB61-E07103F09BD2}" dt="2024-08-25T21:17:13.273" v="2186" actId="1076"/>
        <pc:sldMkLst>
          <pc:docMk/>
          <pc:sldMk cId="3684189750" sldId="331"/>
        </pc:sldMkLst>
        <pc:spChg chg="mod">
          <ac:chgData name="Catherine Ata" userId="4e21e26771b92a65" providerId="LiveId" clId="{71093595-C055-4308-BB61-E07103F09BD2}" dt="2024-08-25T21:13:02.885" v="2168" actId="14100"/>
          <ac:spMkLst>
            <pc:docMk/>
            <pc:sldMk cId="3684189750" sldId="331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15:00.109" v="2174" actId="14100"/>
          <ac:spMkLst>
            <pc:docMk/>
            <pc:sldMk cId="3684189750" sldId="331"/>
            <ac:spMk id="4" creationId="{AE510471-877D-E8CD-62A0-16E26F909B3A}"/>
          </ac:spMkLst>
        </pc:spChg>
        <pc:picChg chg="add del">
          <ac:chgData name="Catherine Ata" userId="4e21e26771b92a65" providerId="LiveId" clId="{71093595-C055-4308-BB61-E07103F09BD2}" dt="2024-08-25T21:16:59.323" v="2181" actId="478"/>
          <ac:picMkLst>
            <pc:docMk/>
            <pc:sldMk cId="3684189750" sldId="331"/>
            <ac:picMk id="3" creationId="{2C5A53C6-3501-8FD8-6251-D8E20F548E7E}"/>
          </ac:picMkLst>
        </pc:picChg>
        <pc:picChg chg="add del mod">
          <ac:chgData name="Catherine Ata" userId="4e21e26771b92a65" providerId="LiveId" clId="{71093595-C055-4308-BB61-E07103F09BD2}" dt="2024-08-25T21:17:13.273" v="2186" actId="1076"/>
          <ac:picMkLst>
            <pc:docMk/>
            <pc:sldMk cId="3684189750" sldId="331"/>
            <ac:picMk id="6" creationId="{23DEAD25-E63B-517A-B63B-171B769CA209}"/>
          </ac:picMkLst>
        </pc:picChg>
        <pc:picChg chg="mod">
          <ac:chgData name="Catherine Ata" userId="4e21e26771b92a65" providerId="LiveId" clId="{71093595-C055-4308-BB61-E07103F09BD2}" dt="2024-08-25T21:13:06.430" v="2169" actId="14100"/>
          <ac:picMkLst>
            <pc:docMk/>
            <pc:sldMk cId="3684189750" sldId="331"/>
            <ac:picMk id="7" creationId="{B6D19169-4245-3E95-65A1-3D4BEDE60767}"/>
          </ac:picMkLst>
        </pc:picChg>
        <pc:picChg chg="add del">
          <ac:chgData name="Catherine Ata" userId="4e21e26771b92a65" providerId="LiveId" clId="{71093595-C055-4308-BB61-E07103F09BD2}" dt="2024-08-25T21:16:55.629" v="2179" actId="22"/>
          <ac:picMkLst>
            <pc:docMk/>
            <pc:sldMk cId="3684189750" sldId="331"/>
            <ac:picMk id="9" creationId="{12576784-BF21-45C5-65C1-889C01C9A104}"/>
          </ac:picMkLst>
        </pc:picChg>
        <pc:picChg chg="add mod">
          <ac:chgData name="Catherine Ata" userId="4e21e26771b92a65" providerId="LiveId" clId="{71093595-C055-4308-BB61-E07103F09BD2}" dt="2024-08-25T21:17:07.956" v="2185" actId="1076"/>
          <ac:picMkLst>
            <pc:docMk/>
            <pc:sldMk cId="3684189750" sldId="331"/>
            <ac:picMk id="11" creationId="{D1133507-3059-EE89-AC49-66A4283C4BC9}"/>
          </ac:picMkLst>
        </pc:picChg>
      </pc:sldChg>
      <pc:sldChg chg="addSp delSp modSp add mod">
        <pc:chgData name="Catherine Ata" userId="4e21e26771b92a65" providerId="LiveId" clId="{71093595-C055-4308-BB61-E07103F09BD2}" dt="2024-08-25T21:19:35.045" v="2202" actId="14100"/>
        <pc:sldMkLst>
          <pc:docMk/>
          <pc:sldMk cId="43466894" sldId="332"/>
        </pc:sldMkLst>
        <pc:spChg chg="mod">
          <ac:chgData name="Catherine Ata" userId="4e21e26771b92a65" providerId="LiveId" clId="{71093595-C055-4308-BB61-E07103F09BD2}" dt="2024-08-25T21:18:41.340" v="2195" actId="20577"/>
          <ac:spMkLst>
            <pc:docMk/>
            <pc:sldMk cId="43466894" sldId="332"/>
            <ac:spMk id="4" creationId="{AE510471-877D-E8CD-62A0-16E26F909B3A}"/>
          </ac:spMkLst>
        </pc:spChg>
        <pc:graphicFrameChg chg="del">
          <ac:chgData name="Catherine Ata" userId="4e21e26771b92a65" providerId="LiveId" clId="{71093595-C055-4308-BB61-E07103F09BD2}" dt="2024-08-25T21:18:46.420" v="2196" actId="478"/>
          <ac:graphicFrameMkLst>
            <pc:docMk/>
            <pc:sldMk cId="43466894" sldId="332"/>
            <ac:graphicFrameMk id="6" creationId="{28E05BAB-F7A6-5319-06AF-2EC41823BCD4}"/>
          </ac:graphicFrameMkLst>
        </pc:graphicFrameChg>
        <pc:picChg chg="add mod">
          <ac:chgData name="Catherine Ata" userId="4e21e26771b92a65" providerId="LiveId" clId="{71093595-C055-4308-BB61-E07103F09BD2}" dt="2024-08-25T21:19:32.205" v="2201" actId="1076"/>
          <ac:picMkLst>
            <pc:docMk/>
            <pc:sldMk cId="43466894" sldId="332"/>
            <ac:picMk id="5" creationId="{86A8C60D-C786-87A1-C119-D37FA70FE9C1}"/>
          </ac:picMkLst>
        </pc:picChg>
        <pc:picChg chg="mod">
          <ac:chgData name="Catherine Ata" userId="4e21e26771b92a65" providerId="LiveId" clId="{71093595-C055-4308-BB61-E07103F09BD2}" dt="2024-08-25T21:19:35.045" v="2202" actId="14100"/>
          <ac:picMkLst>
            <pc:docMk/>
            <pc:sldMk cId="43466894" sldId="332"/>
            <ac:picMk id="7" creationId="{B6D19169-4245-3E95-65A1-3D4BEDE60767}"/>
          </ac:picMkLst>
        </pc:picChg>
      </pc:sldChg>
      <pc:sldChg chg="addSp delSp modSp add mod">
        <pc:chgData name="Catherine Ata" userId="4e21e26771b92a65" providerId="LiveId" clId="{71093595-C055-4308-BB61-E07103F09BD2}" dt="2024-08-25T21:26:46.562" v="2253" actId="1076"/>
        <pc:sldMkLst>
          <pc:docMk/>
          <pc:sldMk cId="1263804969" sldId="333"/>
        </pc:sldMkLst>
        <pc:spChg chg="mod">
          <ac:chgData name="Catherine Ata" userId="4e21e26771b92a65" providerId="LiveId" clId="{71093595-C055-4308-BB61-E07103F09BD2}" dt="2024-08-25T21:19:42.663" v="2203" actId="14100"/>
          <ac:spMkLst>
            <pc:docMk/>
            <pc:sldMk cId="1263804969" sldId="333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26:22.872" v="2247" actId="255"/>
          <ac:spMkLst>
            <pc:docMk/>
            <pc:sldMk cId="1263804969" sldId="333"/>
            <ac:spMk id="4" creationId="{AE510471-877D-E8CD-62A0-16E26F909B3A}"/>
          </ac:spMkLst>
        </pc:spChg>
        <pc:picChg chg="del mod">
          <ac:chgData name="Catherine Ata" userId="4e21e26771b92a65" providerId="LiveId" clId="{71093595-C055-4308-BB61-E07103F09BD2}" dt="2024-08-25T21:25:45.428" v="2231" actId="478"/>
          <ac:picMkLst>
            <pc:docMk/>
            <pc:sldMk cId="1263804969" sldId="333"/>
            <ac:picMk id="5" creationId="{490E45B0-6D4E-441B-C25A-C1C6A8CE4032}"/>
          </ac:picMkLst>
        </pc:picChg>
        <pc:picChg chg="add mod">
          <ac:chgData name="Catherine Ata" userId="4e21e26771b92a65" providerId="LiveId" clId="{71093595-C055-4308-BB61-E07103F09BD2}" dt="2024-08-25T21:26:46.562" v="2253" actId="1076"/>
          <ac:picMkLst>
            <pc:docMk/>
            <pc:sldMk cId="1263804969" sldId="333"/>
            <ac:picMk id="6" creationId="{7F3B562F-19D4-D341-6AD3-2C6DE5DB3CAA}"/>
          </ac:picMkLst>
        </pc:picChg>
        <pc:picChg chg="mod">
          <ac:chgData name="Catherine Ata" userId="4e21e26771b92a65" providerId="LiveId" clId="{71093595-C055-4308-BB61-E07103F09BD2}" dt="2024-08-25T21:19:47.038" v="2204" actId="14100"/>
          <ac:picMkLst>
            <pc:docMk/>
            <pc:sldMk cId="1263804969" sldId="333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26:42.046" v="2251" actId="1076"/>
          <ac:picMkLst>
            <pc:docMk/>
            <pc:sldMk cId="1263804969" sldId="333"/>
            <ac:picMk id="9" creationId="{4246B91F-7159-F948-C4BC-4D98BE09DD89}"/>
          </ac:picMkLst>
        </pc:picChg>
      </pc:sldChg>
      <pc:sldChg chg="addSp delSp modSp add mod">
        <pc:chgData name="Catherine Ata" userId="4e21e26771b92a65" providerId="LiveId" clId="{71093595-C055-4308-BB61-E07103F09BD2}" dt="2024-08-25T21:32:57.458" v="2387" actId="14100"/>
        <pc:sldMkLst>
          <pc:docMk/>
          <pc:sldMk cId="1210654548" sldId="334"/>
        </pc:sldMkLst>
        <pc:spChg chg="mod">
          <ac:chgData name="Catherine Ata" userId="4e21e26771b92a65" providerId="LiveId" clId="{71093595-C055-4308-BB61-E07103F09BD2}" dt="2024-08-25T21:27:15.998" v="2256" actId="14100"/>
          <ac:spMkLst>
            <pc:docMk/>
            <pc:sldMk cId="1210654548" sldId="334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32:45.395" v="2382" actId="14100"/>
          <ac:spMkLst>
            <pc:docMk/>
            <pc:sldMk cId="1210654548" sldId="334"/>
            <ac:spMk id="6" creationId="{B58AB795-24AF-5BDC-AF9F-0B7F7A5FF4FF}"/>
          </ac:spMkLst>
        </pc:spChg>
        <pc:picChg chg="del">
          <ac:chgData name="Catherine Ata" userId="4e21e26771b92a65" providerId="LiveId" clId="{71093595-C055-4308-BB61-E07103F09BD2}" dt="2024-08-25T21:32:29.591" v="2377" actId="478"/>
          <ac:picMkLst>
            <pc:docMk/>
            <pc:sldMk cId="1210654548" sldId="334"/>
            <ac:picMk id="4" creationId="{4C872DF1-D406-B68C-821C-7C66ADC4731D}"/>
          </ac:picMkLst>
        </pc:picChg>
        <pc:picChg chg="add mod">
          <ac:chgData name="Catherine Ata" userId="4e21e26771b92a65" providerId="LiveId" clId="{71093595-C055-4308-BB61-E07103F09BD2}" dt="2024-08-25T21:32:42.433" v="2381" actId="1076"/>
          <ac:picMkLst>
            <pc:docMk/>
            <pc:sldMk cId="1210654548" sldId="334"/>
            <ac:picMk id="5" creationId="{EAA35CFF-728F-B891-6D4B-1F87482C3678}"/>
          </ac:picMkLst>
        </pc:picChg>
        <pc:picChg chg="mod">
          <ac:chgData name="Catherine Ata" userId="4e21e26771b92a65" providerId="LiveId" clId="{71093595-C055-4308-BB61-E07103F09BD2}" dt="2024-08-25T21:27:08.884" v="2254" actId="14100"/>
          <ac:picMkLst>
            <pc:docMk/>
            <pc:sldMk cId="1210654548" sldId="334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32:57.458" v="2387" actId="14100"/>
          <ac:picMkLst>
            <pc:docMk/>
            <pc:sldMk cId="1210654548" sldId="334"/>
            <ac:picMk id="9" creationId="{90DCB360-A89B-7B1C-788C-EE7C7489AF03}"/>
          </ac:picMkLst>
        </pc:picChg>
      </pc:sldChg>
      <pc:sldChg chg="addSp delSp modSp add mod">
        <pc:chgData name="Catherine Ata" userId="4e21e26771b92a65" providerId="LiveId" clId="{71093595-C055-4308-BB61-E07103F09BD2}" dt="2024-08-25T21:37:40.668" v="2441" actId="1076"/>
        <pc:sldMkLst>
          <pc:docMk/>
          <pc:sldMk cId="2888728915" sldId="335"/>
        </pc:sldMkLst>
        <pc:spChg chg="mod">
          <ac:chgData name="Catherine Ata" userId="4e21e26771b92a65" providerId="LiveId" clId="{71093595-C055-4308-BB61-E07103F09BD2}" dt="2024-08-25T21:33:07.864" v="2388" actId="14100"/>
          <ac:spMkLst>
            <pc:docMk/>
            <pc:sldMk cId="2888728915" sldId="335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36:54.534" v="2435" actId="20577"/>
          <ac:spMkLst>
            <pc:docMk/>
            <pc:sldMk cId="2888728915" sldId="335"/>
            <ac:spMk id="6" creationId="{B58AB795-24AF-5BDC-AF9F-0B7F7A5FF4FF}"/>
          </ac:spMkLst>
        </pc:spChg>
        <pc:picChg chg="del mod">
          <ac:chgData name="Catherine Ata" userId="4e21e26771b92a65" providerId="LiveId" clId="{71093595-C055-4308-BB61-E07103F09BD2}" dt="2024-08-25T21:37:06.631" v="2436" actId="478"/>
          <ac:picMkLst>
            <pc:docMk/>
            <pc:sldMk cId="2888728915" sldId="335"/>
            <ac:picMk id="3" creationId="{C7721B23-35CE-9DCE-C5CB-1005CED8F7A5}"/>
          </ac:picMkLst>
        </pc:picChg>
        <pc:picChg chg="add mod">
          <ac:chgData name="Catherine Ata" userId="4e21e26771b92a65" providerId="LiveId" clId="{71093595-C055-4308-BB61-E07103F09BD2}" dt="2024-08-25T21:36:51.754" v="2434" actId="1076"/>
          <ac:picMkLst>
            <pc:docMk/>
            <pc:sldMk cId="2888728915" sldId="335"/>
            <ac:picMk id="5" creationId="{FA566C9E-77C6-8E3A-523E-7438782C2B2C}"/>
          </ac:picMkLst>
        </pc:picChg>
        <pc:picChg chg="mod">
          <ac:chgData name="Catherine Ata" userId="4e21e26771b92a65" providerId="LiveId" clId="{71093595-C055-4308-BB61-E07103F09BD2}" dt="2024-08-25T21:33:11.026" v="2389" actId="14100"/>
          <ac:picMkLst>
            <pc:docMk/>
            <pc:sldMk cId="2888728915" sldId="335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37:40.668" v="2441" actId="1076"/>
          <ac:picMkLst>
            <pc:docMk/>
            <pc:sldMk cId="2888728915" sldId="335"/>
            <ac:picMk id="9" creationId="{0B8A9295-19B6-64BD-8880-5DD3A01DC645}"/>
          </ac:picMkLst>
        </pc:picChg>
      </pc:sldChg>
      <pc:sldChg chg="addSp delSp modSp add mod">
        <pc:chgData name="Catherine Ata" userId="4e21e26771b92a65" providerId="LiveId" clId="{71093595-C055-4308-BB61-E07103F09BD2}" dt="2024-08-25T21:44:58.122" v="2511" actId="14100"/>
        <pc:sldMkLst>
          <pc:docMk/>
          <pc:sldMk cId="1471142155" sldId="336"/>
        </pc:sldMkLst>
        <pc:spChg chg="mod">
          <ac:chgData name="Catherine Ata" userId="4e21e26771b92a65" providerId="LiveId" clId="{71093595-C055-4308-BB61-E07103F09BD2}" dt="2024-08-25T21:37:59.773" v="2442" actId="14100"/>
          <ac:spMkLst>
            <pc:docMk/>
            <pc:sldMk cId="1471142155" sldId="336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40:52.334" v="2457" actId="1076"/>
          <ac:spMkLst>
            <pc:docMk/>
            <pc:sldMk cId="1471142155" sldId="336"/>
            <ac:spMk id="6" creationId="{B58AB795-24AF-5BDC-AF9F-0B7F7A5FF4FF}"/>
          </ac:spMkLst>
        </pc:spChg>
        <pc:picChg chg="del mod">
          <ac:chgData name="Catherine Ata" userId="4e21e26771b92a65" providerId="LiveId" clId="{71093595-C055-4308-BB61-E07103F09BD2}" dt="2024-08-25T21:44:49.100" v="2508" actId="478"/>
          <ac:picMkLst>
            <pc:docMk/>
            <pc:sldMk cId="1471142155" sldId="336"/>
            <ac:picMk id="3" creationId="{FC53AEDB-E4F5-D71B-3452-A7CC744801CD}"/>
          </ac:picMkLst>
        </pc:picChg>
        <pc:picChg chg="add mod">
          <ac:chgData name="Catherine Ata" userId="4e21e26771b92a65" providerId="LiveId" clId="{71093595-C055-4308-BB61-E07103F09BD2}" dt="2024-08-25T21:40:55.013" v="2458" actId="1076"/>
          <ac:picMkLst>
            <pc:docMk/>
            <pc:sldMk cId="1471142155" sldId="336"/>
            <ac:picMk id="5" creationId="{0FDFB0D2-414B-D915-AD1C-9C593DA7BC7B}"/>
          </ac:picMkLst>
        </pc:picChg>
        <pc:picChg chg="mod">
          <ac:chgData name="Catherine Ata" userId="4e21e26771b92a65" providerId="LiveId" clId="{71093595-C055-4308-BB61-E07103F09BD2}" dt="2024-08-25T21:38:03.757" v="2443" actId="14100"/>
          <ac:picMkLst>
            <pc:docMk/>
            <pc:sldMk cId="1471142155" sldId="336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44:58.122" v="2511" actId="14100"/>
          <ac:picMkLst>
            <pc:docMk/>
            <pc:sldMk cId="1471142155" sldId="336"/>
            <ac:picMk id="9" creationId="{58639A92-D0ED-5DEF-7C4E-FAA3CA0A60AC}"/>
          </ac:picMkLst>
        </pc:picChg>
      </pc:sldChg>
      <pc:sldChg chg="addSp delSp modSp add mod modNotesTx">
        <pc:chgData name="Catherine Ata" userId="4e21e26771b92a65" providerId="LiveId" clId="{71093595-C055-4308-BB61-E07103F09BD2}" dt="2024-08-25T21:44:12.821" v="2507" actId="20577"/>
        <pc:sldMkLst>
          <pc:docMk/>
          <pc:sldMk cId="2366819879" sldId="337"/>
        </pc:sldMkLst>
        <pc:spChg chg="mod">
          <ac:chgData name="Catherine Ata" userId="4e21e26771b92a65" providerId="LiveId" clId="{71093595-C055-4308-BB61-E07103F09BD2}" dt="2024-08-25T21:41:12.533" v="2460" actId="14100"/>
          <ac:spMkLst>
            <pc:docMk/>
            <pc:sldMk cId="2366819879" sldId="337"/>
            <ac:spMk id="2" creationId="{8156B364-19B5-5070-704F-AE2745EB0F50}"/>
          </ac:spMkLst>
        </pc:spChg>
        <pc:spChg chg="mod">
          <ac:chgData name="Catherine Ata" userId="4e21e26771b92a65" providerId="LiveId" clId="{71093595-C055-4308-BB61-E07103F09BD2}" dt="2024-08-25T21:44:12.821" v="2507" actId="20577"/>
          <ac:spMkLst>
            <pc:docMk/>
            <pc:sldMk cId="2366819879" sldId="337"/>
            <ac:spMk id="6" creationId="{B58AB795-24AF-5BDC-AF9F-0B7F7A5FF4FF}"/>
          </ac:spMkLst>
        </pc:spChg>
        <pc:picChg chg="del">
          <ac:chgData name="Catherine Ata" userId="4e21e26771b92a65" providerId="LiveId" clId="{71093595-C055-4308-BB61-E07103F09BD2}" dt="2024-08-25T21:43:50.189" v="2498" actId="478"/>
          <ac:picMkLst>
            <pc:docMk/>
            <pc:sldMk cId="2366819879" sldId="337"/>
            <ac:picMk id="3" creationId="{4DAA79AC-8F78-C70A-0DCC-2F24986CE4D8}"/>
          </ac:picMkLst>
        </pc:picChg>
        <pc:picChg chg="add mod">
          <ac:chgData name="Catherine Ata" userId="4e21e26771b92a65" providerId="LiveId" clId="{71093595-C055-4308-BB61-E07103F09BD2}" dt="2024-08-25T21:44:08.793" v="2506" actId="1076"/>
          <ac:picMkLst>
            <pc:docMk/>
            <pc:sldMk cId="2366819879" sldId="337"/>
            <ac:picMk id="5" creationId="{1A8FEB13-E62E-6366-8CDD-FF900755FF3F}"/>
          </ac:picMkLst>
        </pc:picChg>
        <pc:picChg chg="mod">
          <ac:chgData name="Catherine Ata" userId="4e21e26771b92a65" providerId="LiveId" clId="{71093595-C055-4308-BB61-E07103F09BD2}" dt="2024-08-25T21:41:06.984" v="2459" actId="14100"/>
          <ac:picMkLst>
            <pc:docMk/>
            <pc:sldMk cId="2366819879" sldId="337"/>
            <ac:picMk id="7" creationId="{B6D19169-4245-3E95-65A1-3D4BEDE60767}"/>
          </ac:picMkLst>
        </pc:picChg>
        <pc:picChg chg="add mod">
          <ac:chgData name="Catherine Ata" userId="4e21e26771b92a65" providerId="LiveId" clId="{71093595-C055-4308-BB61-E07103F09BD2}" dt="2024-08-25T21:43:58.024" v="2502" actId="1076"/>
          <ac:picMkLst>
            <pc:docMk/>
            <pc:sldMk cId="2366819879" sldId="337"/>
            <ac:picMk id="9" creationId="{BED92BC5-9502-F4A2-5F73-F93FF55D9896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B874C9-3014-4490-9AC4-5C24FD37A959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 </a:t>
          </a:r>
          <a:r>
            <a:rPr lang="en-US" dirty="0"/>
            <a:t>Plotting and Visualization using </a:t>
          </a:r>
          <a:r>
            <a:rPr lang="en-US" dirty="0">
              <a:latin typeface="Tw Cen MT" panose="020B0602020104020603"/>
            </a:rPr>
            <a:t>matplotlib</a:t>
          </a:r>
        </a:p>
      </dgm:t>
    </dgm:pt>
    <dgm:pt modelId="{707ADA3D-BDDE-4ADE-BEE7-4BA098C865D4}" type="parTrans" cxnId="{D14A74C3-93FC-43E5-9087-CA086052F0B4}">
      <dgm:prSet/>
      <dgm:spPr/>
      <dgm:t>
        <a:bodyPr/>
        <a:lstStyle/>
        <a:p>
          <a:endParaRPr lang="en-US"/>
        </a:p>
      </dgm:t>
    </dgm:pt>
    <dgm:pt modelId="{DB83E0E1-6322-42A4-8936-D16C195688CD}" type="sibTrans" cxnId="{D14A74C3-93FC-43E5-9087-CA086052F0B4}">
      <dgm:prSet/>
      <dgm:spPr/>
      <dgm:t>
        <a:bodyPr/>
        <a:lstStyle/>
        <a:p>
          <a:endParaRPr lang="en-US"/>
        </a:p>
      </dgm:t>
    </dgm:pt>
    <dgm:pt modelId="{31243E42-9E59-4BDE-A917-BB511DF6AF2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Tw Cen MT" panose="020B0602020104020603"/>
            </a:rPr>
            <a:t> Figures</a:t>
          </a:r>
          <a:r>
            <a:rPr lang="en-US"/>
            <a:t> and Subplots</a:t>
          </a:r>
          <a:r>
            <a:rPr lang="en-US">
              <a:latin typeface="Tw Cen MT" panose="020B0602020104020603"/>
            </a:rPr>
            <a:t> </a:t>
          </a:r>
        </a:p>
      </dgm:t>
    </dgm:pt>
    <dgm:pt modelId="{4FCCAB5C-B50B-434E-A47C-36227CFE5CA9}" type="parTrans" cxnId="{2B58E2ED-6DCE-4E58-B259-DD0B3ACBDAC4}">
      <dgm:prSet/>
      <dgm:spPr/>
      <dgm:t>
        <a:bodyPr/>
        <a:lstStyle/>
        <a:p>
          <a:endParaRPr lang="en-US"/>
        </a:p>
      </dgm:t>
    </dgm:pt>
    <dgm:pt modelId="{1A1ED6F1-1EB4-4514-B67A-1A47238E255C}" type="sibTrans" cxnId="{2B58E2ED-6DCE-4E58-B259-DD0B3ACBDAC4}">
      <dgm:prSet/>
      <dgm:spPr/>
      <dgm:t>
        <a:bodyPr/>
        <a:lstStyle/>
        <a:p>
          <a:endParaRPr lang="en-US"/>
        </a:p>
      </dgm:t>
    </dgm:pt>
    <dgm:pt modelId="{A67FA0CF-8AFD-4E3B-90B0-557CEDBBE77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Tw Cen MT" panose="020B0602020104020603"/>
            </a:rPr>
            <a:t> </a:t>
          </a:r>
          <a:r>
            <a:rPr lang="en-US" dirty="0"/>
            <a:t>Colors, Markers, and Line Styles </a:t>
          </a:r>
          <a:endParaRPr lang="en-US" dirty="0">
            <a:latin typeface="Tw Cen MT" panose="020B0602020104020603"/>
          </a:endParaRPr>
        </a:p>
      </dgm:t>
    </dgm:pt>
    <dgm:pt modelId="{E0887B6B-CDF4-44F3-A41D-EEE4FE5E6C35}" type="parTrans" cxnId="{992CC366-649F-4C6B-AB59-BFFD2561BC31}">
      <dgm:prSet/>
      <dgm:spPr/>
      <dgm:t>
        <a:bodyPr/>
        <a:lstStyle/>
        <a:p>
          <a:endParaRPr lang="en-US"/>
        </a:p>
      </dgm:t>
    </dgm:pt>
    <dgm:pt modelId="{73FEB2B8-A732-4710-AAD7-1DEC8D394A87}" type="sibTrans" cxnId="{992CC366-649F-4C6B-AB59-BFFD2561BC31}">
      <dgm:prSet/>
      <dgm:spPr/>
      <dgm:t>
        <a:bodyPr/>
        <a:lstStyle/>
        <a:p>
          <a:endParaRPr lang="en-US"/>
        </a:p>
      </dgm:t>
    </dgm:pt>
    <dgm:pt modelId="{5788BFED-D3C7-48C7-A66C-AB492233EA57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Ticks, Labels, and Legends</a:t>
          </a:r>
        </a:p>
      </dgm:t>
    </dgm:pt>
    <dgm:pt modelId="{6449584B-55BB-4272-AA6E-1B211E5D822E}" type="parTrans" cxnId="{4F14D23A-C70B-46AE-853B-66585260212F}">
      <dgm:prSet/>
      <dgm:spPr/>
      <dgm:t>
        <a:bodyPr/>
        <a:lstStyle/>
        <a:p>
          <a:endParaRPr lang="en-US"/>
        </a:p>
      </dgm:t>
    </dgm:pt>
    <dgm:pt modelId="{682C5FBC-6CEB-4997-BC46-368221090497}" type="sibTrans" cxnId="{4F14D23A-C70B-46AE-853B-66585260212F}">
      <dgm:prSet/>
      <dgm:spPr/>
      <dgm:t>
        <a:bodyPr/>
        <a:lstStyle/>
        <a:p>
          <a:endParaRPr lang="en-US"/>
        </a:p>
      </dgm:t>
    </dgm:pt>
    <dgm:pt modelId="{ACF021C2-D94F-40B2-87C1-4072E2A1A34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Plotting with Pandas and Seaborn</a:t>
          </a:r>
        </a:p>
      </dgm:t>
    </dgm:pt>
    <dgm:pt modelId="{92F6C0A4-6AB1-4B28-B8B4-B10A76239F44}" type="parTrans" cxnId="{330E8C77-495A-4543-9860-9F52EDAAD43E}">
      <dgm:prSet/>
      <dgm:spPr/>
      <dgm:t>
        <a:bodyPr/>
        <a:lstStyle/>
        <a:p>
          <a:endParaRPr lang="en-US"/>
        </a:p>
      </dgm:t>
    </dgm:pt>
    <dgm:pt modelId="{29834BF6-BB9F-4F82-B298-F3EFC16F6C3C}" type="sibTrans" cxnId="{330E8C77-495A-4543-9860-9F52EDAAD43E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300C8B6D-C706-4F62-A07E-7965A134FFE2}" type="pres">
      <dgm:prSet presAssocID="{0DB874C9-3014-4490-9AC4-5C24FD37A959}" presName="compNode" presStyleCnt="0"/>
      <dgm:spPr/>
    </dgm:pt>
    <dgm:pt modelId="{06F2599A-CB10-463D-9AC5-90C42EC91CCA}" type="pres">
      <dgm:prSet presAssocID="{0DB874C9-3014-4490-9AC4-5C24FD37A95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B049172-C1D0-4D6C-B000-9B09EF32DC5A}" type="pres">
      <dgm:prSet presAssocID="{0DB874C9-3014-4490-9AC4-5C24FD37A959}" presName="spaceRect" presStyleCnt="0"/>
      <dgm:spPr/>
    </dgm:pt>
    <dgm:pt modelId="{99C995EA-7342-4253-8AFC-564D73C7E024}" type="pres">
      <dgm:prSet presAssocID="{0DB874C9-3014-4490-9AC4-5C24FD37A959}" presName="textRect" presStyleLbl="revTx" presStyleIdx="0" presStyleCnt="5">
        <dgm:presLayoutVars>
          <dgm:chMax val="1"/>
          <dgm:chPref val="1"/>
        </dgm:presLayoutVars>
      </dgm:prSet>
      <dgm:spPr/>
    </dgm:pt>
    <dgm:pt modelId="{15AAAA43-2355-4E6C-9E34-BFB13EFF59E1}" type="pres">
      <dgm:prSet presAssocID="{DB83E0E1-6322-42A4-8936-D16C195688CD}" presName="sibTrans" presStyleCnt="0"/>
      <dgm:spPr/>
    </dgm:pt>
    <dgm:pt modelId="{B1215ABA-5579-4621-9DB6-375AF768394A}" type="pres">
      <dgm:prSet presAssocID="{31243E42-9E59-4BDE-A917-BB511DF6AF24}" presName="compNode" presStyleCnt="0"/>
      <dgm:spPr/>
    </dgm:pt>
    <dgm:pt modelId="{F8041D42-EB5F-468C-924D-1E86ED8F3BE8}" type="pres">
      <dgm:prSet presAssocID="{31243E42-9E59-4BDE-A917-BB511DF6AF24}" presName="iconRect" presStyleLbl="node1" presStyleIdx="1" presStyleCnt="5"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  <dgm:pt modelId="{66708383-5E7C-4406-B6BA-65149445848B}" type="pres">
      <dgm:prSet presAssocID="{31243E42-9E59-4BDE-A917-BB511DF6AF24}" presName="spaceRect" presStyleCnt="0"/>
      <dgm:spPr/>
    </dgm:pt>
    <dgm:pt modelId="{AAB7438C-6370-4212-9D84-A5D099014CC6}" type="pres">
      <dgm:prSet presAssocID="{31243E42-9E59-4BDE-A917-BB511DF6AF24}" presName="textRect" presStyleLbl="revTx" presStyleIdx="1" presStyleCnt="5">
        <dgm:presLayoutVars>
          <dgm:chMax val="1"/>
          <dgm:chPref val="1"/>
        </dgm:presLayoutVars>
      </dgm:prSet>
      <dgm:spPr/>
    </dgm:pt>
    <dgm:pt modelId="{2F9C1DDB-21A1-4CA5-841D-8EE15A63D3A6}" type="pres">
      <dgm:prSet presAssocID="{1A1ED6F1-1EB4-4514-B67A-1A47238E255C}" presName="sibTrans" presStyleCnt="0"/>
      <dgm:spPr/>
    </dgm:pt>
    <dgm:pt modelId="{F30BB992-4717-4993-AC9A-45314DF1FC34}" type="pres">
      <dgm:prSet presAssocID="{A67FA0CF-8AFD-4E3B-90B0-557CEDBBE777}" presName="compNode" presStyleCnt="0"/>
      <dgm:spPr/>
    </dgm:pt>
    <dgm:pt modelId="{00AC9848-D545-4360-A473-89DC3BC7C860}" type="pres">
      <dgm:prSet presAssocID="{A67FA0CF-8AFD-4E3B-90B0-557CEDBBE777}" presName="iconRect" presStyleLbl="node1" presStyleIdx="2" presStyleCnt="5"/>
      <dgm:spPr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</dgm:spPr>
    </dgm:pt>
    <dgm:pt modelId="{46017D77-DD62-48E6-998A-FEF03B78FFCC}" type="pres">
      <dgm:prSet presAssocID="{A67FA0CF-8AFD-4E3B-90B0-557CEDBBE777}" presName="spaceRect" presStyleCnt="0"/>
      <dgm:spPr/>
    </dgm:pt>
    <dgm:pt modelId="{256E8949-6A94-46E8-B011-6F150BBD1A4C}" type="pres">
      <dgm:prSet presAssocID="{A67FA0CF-8AFD-4E3B-90B0-557CEDBBE777}" presName="textRect" presStyleLbl="revTx" presStyleIdx="2" presStyleCnt="5">
        <dgm:presLayoutVars>
          <dgm:chMax val="1"/>
          <dgm:chPref val="1"/>
        </dgm:presLayoutVars>
      </dgm:prSet>
      <dgm:spPr/>
    </dgm:pt>
    <dgm:pt modelId="{665E2B24-564B-49B7-A6DC-D75A32B81668}" type="pres">
      <dgm:prSet presAssocID="{73FEB2B8-A732-4710-AAD7-1DEC8D394A87}" presName="sibTrans" presStyleCnt="0"/>
      <dgm:spPr/>
    </dgm:pt>
    <dgm:pt modelId="{EEA5D08A-244E-4FAE-9A31-53EFBE2B4E08}" type="pres">
      <dgm:prSet presAssocID="{5788BFED-D3C7-48C7-A66C-AB492233EA57}" presName="compNode" presStyleCnt="0"/>
      <dgm:spPr/>
    </dgm:pt>
    <dgm:pt modelId="{56FCA078-3B97-4B52-B98D-128731E1E684}" type="pres">
      <dgm:prSet presAssocID="{5788BFED-D3C7-48C7-A66C-AB492233EA57}" presName="iconRect" presStyleLbl="node1" presStyleIdx="3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99625973-45B5-462E-8B03-2719455635E5}" type="pres">
      <dgm:prSet presAssocID="{5788BFED-D3C7-48C7-A66C-AB492233EA57}" presName="spaceRect" presStyleCnt="0"/>
      <dgm:spPr/>
    </dgm:pt>
    <dgm:pt modelId="{EBE278A0-9DED-4F7D-B536-EBB8B503BDB0}" type="pres">
      <dgm:prSet presAssocID="{5788BFED-D3C7-48C7-A66C-AB492233EA57}" presName="textRect" presStyleLbl="revTx" presStyleIdx="3" presStyleCnt="5">
        <dgm:presLayoutVars>
          <dgm:chMax val="1"/>
          <dgm:chPref val="1"/>
        </dgm:presLayoutVars>
      </dgm:prSet>
      <dgm:spPr/>
    </dgm:pt>
    <dgm:pt modelId="{42201C03-732E-4A80-9757-2DB443C3805B}" type="pres">
      <dgm:prSet presAssocID="{682C5FBC-6CEB-4997-BC46-368221090497}" presName="sibTrans" presStyleCnt="0"/>
      <dgm:spPr/>
    </dgm:pt>
    <dgm:pt modelId="{2788306E-8034-4C79-8252-57F2309F4DB2}" type="pres">
      <dgm:prSet presAssocID="{ACF021C2-D94F-40B2-87C1-4072E2A1A343}" presName="compNode" presStyleCnt="0"/>
      <dgm:spPr/>
    </dgm:pt>
    <dgm:pt modelId="{5977ABEC-18B3-4392-8C81-C60A7D8ED3F1}" type="pres">
      <dgm:prSet presAssocID="{ACF021C2-D94F-40B2-87C1-4072E2A1A343}" presName="iconRect" presStyleLbl="nod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  <dgm:pt modelId="{332DC937-41C3-48C3-B459-78FD5AF1535F}" type="pres">
      <dgm:prSet presAssocID="{ACF021C2-D94F-40B2-87C1-4072E2A1A343}" presName="spaceRect" presStyleCnt="0"/>
      <dgm:spPr/>
    </dgm:pt>
    <dgm:pt modelId="{6F166399-3EE4-414A-BA42-866806B4F799}" type="pres">
      <dgm:prSet presAssocID="{ACF021C2-D94F-40B2-87C1-4072E2A1A34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D48F011D-F194-4C71-9295-2E3CB4E25F6F}" type="presOf" srcId="{ACF021C2-D94F-40B2-87C1-4072E2A1A343}" destId="{6F166399-3EE4-414A-BA42-866806B4F799}" srcOrd="0" destOrd="0" presId="urn:microsoft.com/office/officeart/2018/2/layout/IconLabelList"/>
    <dgm:cxn modelId="{07226336-56AA-41DA-A89D-587583BF0539}" type="presOf" srcId="{A67FA0CF-8AFD-4E3B-90B0-557CEDBBE777}" destId="{256E8949-6A94-46E8-B011-6F150BBD1A4C}" srcOrd="0" destOrd="0" presId="urn:microsoft.com/office/officeart/2018/2/layout/IconLabelList"/>
    <dgm:cxn modelId="{4F14D23A-C70B-46AE-853B-66585260212F}" srcId="{9B66E9AE-0F49-4324-B5C6-88E68B146997}" destId="{5788BFED-D3C7-48C7-A66C-AB492233EA57}" srcOrd="3" destOrd="0" parTransId="{6449584B-55BB-4272-AA6E-1B211E5D822E}" sibTransId="{682C5FBC-6CEB-4997-BC46-368221090497}"/>
    <dgm:cxn modelId="{992CC366-649F-4C6B-AB59-BFFD2561BC31}" srcId="{9B66E9AE-0F49-4324-B5C6-88E68B146997}" destId="{A67FA0CF-8AFD-4E3B-90B0-557CEDBBE777}" srcOrd="2" destOrd="0" parTransId="{E0887B6B-CDF4-44F3-A41D-EEE4FE5E6C35}" sibTransId="{73FEB2B8-A732-4710-AAD7-1DEC8D394A87}"/>
    <dgm:cxn modelId="{330E8C77-495A-4543-9860-9F52EDAAD43E}" srcId="{9B66E9AE-0F49-4324-B5C6-88E68B146997}" destId="{ACF021C2-D94F-40B2-87C1-4072E2A1A343}" srcOrd="4" destOrd="0" parTransId="{92F6C0A4-6AB1-4B28-B8B4-B10A76239F44}" sibTransId="{29834BF6-BB9F-4F82-B298-F3EFC16F6C3C}"/>
    <dgm:cxn modelId="{65750188-E5B7-414E-BEF6-8F526DD0469C}" type="presOf" srcId="{0DB874C9-3014-4490-9AC4-5C24FD37A959}" destId="{99C995EA-7342-4253-8AFC-564D73C7E024}" srcOrd="0" destOrd="0" presId="urn:microsoft.com/office/officeart/2018/2/layout/IconLabelList"/>
    <dgm:cxn modelId="{E6B423A6-A0C3-455C-9BED-328F75726C5A}" type="presOf" srcId="{5788BFED-D3C7-48C7-A66C-AB492233EA57}" destId="{EBE278A0-9DED-4F7D-B536-EBB8B503BDB0}" srcOrd="0" destOrd="0" presId="urn:microsoft.com/office/officeart/2018/2/layout/IconLabelList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2268C2BF-DE3E-4564-8DA7-D5097EAF0FB2}" type="presOf" srcId="{31243E42-9E59-4BDE-A917-BB511DF6AF24}" destId="{AAB7438C-6370-4212-9D84-A5D099014CC6}" srcOrd="0" destOrd="0" presId="urn:microsoft.com/office/officeart/2018/2/layout/IconLabelList"/>
    <dgm:cxn modelId="{D14A74C3-93FC-43E5-9087-CA086052F0B4}" srcId="{9B66E9AE-0F49-4324-B5C6-88E68B146997}" destId="{0DB874C9-3014-4490-9AC4-5C24FD37A959}" srcOrd="0" destOrd="0" parTransId="{707ADA3D-BDDE-4ADE-BEE7-4BA098C865D4}" sibTransId="{DB83E0E1-6322-42A4-8936-D16C195688CD}"/>
    <dgm:cxn modelId="{2B58E2ED-6DCE-4E58-B259-DD0B3ACBDAC4}" srcId="{9B66E9AE-0F49-4324-B5C6-88E68B146997}" destId="{31243E42-9E59-4BDE-A917-BB511DF6AF24}" srcOrd="1" destOrd="0" parTransId="{4FCCAB5C-B50B-434E-A47C-36227CFE5CA9}" sibTransId="{1A1ED6F1-1EB4-4514-B67A-1A47238E255C}"/>
    <dgm:cxn modelId="{9C5EEA99-F71E-42D4-A179-70652DB830B2}" type="presParOf" srcId="{10CA44A9-4959-499A-A363-A08535EF544F}" destId="{300C8B6D-C706-4F62-A07E-7965A134FFE2}" srcOrd="0" destOrd="0" presId="urn:microsoft.com/office/officeart/2018/2/layout/IconLabelList"/>
    <dgm:cxn modelId="{4B11A2F5-9E55-43C6-9311-BBA45B8A1337}" type="presParOf" srcId="{300C8B6D-C706-4F62-A07E-7965A134FFE2}" destId="{06F2599A-CB10-463D-9AC5-90C42EC91CCA}" srcOrd="0" destOrd="0" presId="urn:microsoft.com/office/officeart/2018/2/layout/IconLabelList"/>
    <dgm:cxn modelId="{B12ABE0A-5B8B-41B5-A68A-A279E3BCF106}" type="presParOf" srcId="{300C8B6D-C706-4F62-A07E-7965A134FFE2}" destId="{BB049172-C1D0-4D6C-B000-9B09EF32DC5A}" srcOrd="1" destOrd="0" presId="urn:microsoft.com/office/officeart/2018/2/layout/IconLabelList"/>
    <dgm:cxn modelId="{251B91CF-3A10-44D5-888B-2A6F6B56B065}" type="presParOf" srcId="{300C8B6D-C706-4F62-A07E-7965A134FFE2}" destId="{99C995EA-7342-4253-8AFC-564D73C7E024}" srcOrd="2" destOrd="0" presId="urn:microsoft.com/office/officeart/2018/2/layout/IconLabelList"/>
    <dgm:cxn modelId="{DF44F16C-DFF3-4358-B57F-26FE53C5FDD9}" type="presParOf" srcId="{10CA44A9-4959-499A-A363-A08535EF544F}" destId="{15AAAA43-2355-4E6C-9E34-BFB13EFF59E1}" srcOrd="1" destOrd="0" presId="urn:microsoft.com/office/officeart/2018/2/layout/IconLabelList"/>
    <dgm:cxn modelId="{38ACC2DC-9A7B-428C-8483-9B5705BD8AAD}" type="presParOf" srcId="{10CA44A9-4959-499A-A363-A08535EF544F}" destId="{B1215ABA-5579-4621-9DB6-375AF768394A}" srcOrd="2" destOrd="0" presId="urn:microsoft.com/office/officeart/2018/2/layout/IconLabelList"/>
    <dgm:cxn modelId="{3927982C-6563-4F89-829F-CA257D176C40}" type="presParOf" srcId="{B1215ABA-5579-4621-9DB6-375AF768394A}" destId="{F8041D42-EB5F-468C-924D-1E86ED8F3BE8}" srcOrd="0" destOrd="0" presId="urn:microsoft.com/office/officeart/2018/2/layout/IconLabelList"/>
    <dgm:cxn modelId="{A4023C8A-E3E0-441F-BDBC-BB94729135B9}" type="presParOf" srcId="{B1215ABA-5579-4621-9DB6-375AF768394A}" destId="{66708383-5E7C-4406-B6BA-65149445848B}" srcOrd="1" destOrd="0" presId="urn:microsoft.com/office/officeart/2018/2/layout/IconLabelList"/>
    <dgm:cxn modelId="{03A6B3AA-EB71-470A-A9F9-A3669D22A0E2}" type="presParOf" srcId="{B1215ABA-5579-4621-9DB6-375AF768394A}" destId="{AAB7438C-6370-4212-9D84-A5D099014CC6}" srcOrd="2" destOrd="0" presId="urn:microsoft.com/office/officeart/2018/2/layout/IconLabelList"/>
    <dgm:cxn modelId="{DF8F985E-50F7-4C5D-BA17-C84645F100BE}" type="presParOf" srcId="{10CA44A9-4959-499A-A363-A08535EF544F}" destId="{2F9C1DDB-21A1-4CA5-841D-8EE15A63D3A6}" srcOrd="3" destOrd="0" presId="urn:microsoft.com/office/officeart/2018/2/layout/IconLabelList"/>
    <dgm:cxn modelId="{176FE1CE-919E-43F0-AE4F-0FD98631AD5B}" type="presParOf" srcId="{10CA44A9-4959-499A-A363-A08535EF544F}" destId="{F30BB992-4717-4993-AC9A-45314DF1FC34}" srcOrd="4" destOrd="0" presId="urn:microsoft.com/office/officeart/2018/2/layout/IconLabelList"/>
    <dgm:cxn modelId="{64203E76-E8D9-4789-8FAD-0305CE1DAA86}" type="presParOf" srcId="{F30BB992-4717-4993-AC9A-45314DF1FC34}" destId="{00AC9848-D545-4360-A473-89DC3BC7C860}" srcOrd="0" destOrd="0" presId="urn:microsoft.com/office/officeart/2018/2/layout/IconLabelList"/>
    <dgm:cxn modelId="{2EA0740B-5723-4934-9BBF-00AD87CA1DEF}" type="presParOf" srcId="{F30BB992-4717-4993-AC9A-45314DF1FC34}" destId="{46017D77-DD62-48E6-998A-FEF03B78FFCC}" srcOrd="1" destOrd="0" presId="urn:microsoft.com/office/officeart/2018/2/layout/IconLabelList"/>
    <dgm:cxn modelId="{274B8ECD-F00E-4ADA-9CF7-1FF9AD8E1932}" type="presParOf" srcId="{F30BB992-4717-4993-AC9A-45314DF1FC34}" destId="{256E8949-6A94-46E8-B011-6F150BBD1A4C}" srcOrd="2" destOrd="0" presId="urn:microsoft.com/office/officeart/2018/2/layout/IconLabelList"/>
    <dgm:cxn modelId="{9BA5BE53-3EB6-4913-81DD-B8E8D6341165}" type="presParOf" srcId="{10CA44A9-4959-499A-A363-A08535EF544F}" destId="{665E2B24-564B-49B7-A6DC-D75A32B81668}" srcOrd="5" destOrd="0" presId="urn:microsoft.com/office/officeart/2018/2/layout/IconLabelList"/>
    <dgm:cxn modelId="{894B879D-7C2B-40D3-ABF1-7F59980CB776}" type="presParOf" srcId="{10CA44A9-4959-499A-A363-A08535EF544F}" destId="{EEA5D08A-244E-4FAE-9A31-53EFBE2B4E08}" srcOrd="6" destOrd="0" presId="urn:microsoft.com/office/officeart/2018/2/layout/IconLabelList"/>
    <dgm:cxn modelId="{FFD5502C-F2C0-43D2-9C1C-52B157A6B88A}" type="presParOf" srcId="{EEA5D08A-244E-4FAE-9A31-53EFBE2B4E08}" destId="{56FCA078-3B97-4B52-B98D-128731E1E684}" srcOrd="0" destOrd="0" presId="urn:microsoft.com/office/officeart/2018/2/layout/IconLabelList"/>
    <dgm:cxn modelId="{B2B43FAE-E9AB-4548-A380-0D8929E21C52}" type="presParOf" srcId="{EEA5D08A-244E-4FAE-9A31-53EFBE2B4E08}" destId="{99625973-45B5-462E-8B03-2719455635E5}" srcOrd="1" destOrd="0" presId="urn:microsoft.com/office/officeart/2018/2/layout/IconLabelList"/>
    <dgm:cxn modelId="{30E68B6B-7E52-4278-9C47-AA83D9B7173D}" type="presParOf" srcId="{EEA5D08A-244E-4FAE-9A31-53EFBE2B4E08}" destId="{EBE278A0-9DED-4F7D-B536-EBB8B503BDB0}" srcOrd="2" destOrd="0" presId="urn:microsoft.com/office/officeart/2018/2/layout/IconLabelList"/>
    <dgm:cxn modelId="{466542B9-9303-4FB7-8DD2-4176AE7D0729}" type="presParOf" srcId="{10CA44A9-4959-499A-A363-A08535EF544F}" destId="{42201C03-732E-4A80-9757-2DB443C3805B}" srcOrd="7" destOrd="0" presId="urn:microsoft.com/office/officeart/2018/2/layout/IconLabelList"/>
    <dgm:cxn modelId="{6C94FF89-2D7A-4ABB-9E7C-EDF0A51C0B48}" type="presParOf" srcId="{10CA44A9-4959-499A-A363-A08535EF544F}" destId="{2788306E-8034-4C79-8252-57F2309F4DB2}" srcOrd="8" destOrd="0" presId="urn:microsoft.com/office/officeart/2018/2/layout/IconLabelList"/>
    <dgm:cxn modelId="{DAB99D75-ED77-4075-A82E-8835EB971C79}" type="presParOf" srcId="{2788306E-8034-4C79-8252-57F2309F4DB2}" destId="{5977ABEC-18B3-4392-8C81-C60A7D8ED3F1}" srcOrd="0" destOrd="0" presId="urn:microsoft.com/office/officeart/2018/2/layout/IconLabelList"/>
    <dgm:cxn modelId="{73BCC1DD-8C60-404A-B663-28130E71FB8B}" type="presParOf" srcId="{2788306E-8034-4C79-8252-57F2309F4DB2}" destId="{332DC937-41C3-48C3-B459-78FD5AF1535F}" srcOrd="1" destOrd="0" presId="urn:microsoft.com/office/officeart/2018/2/layout/IconLabelList"/>
    <dgm:cxn modelId="{E96EBEB7-804B-4744-8AFB-99C5C38028B9}" type="presParOf" srcId="{2788306E-8034-4C79-8252-57F2309F4DB2}" destId="{6F166399-3EE4-414A-BA42-866806B4F79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2599A-CB10-463D-9AC5-90C42EC91CCA}">
      <dsp:nvSpPr>
        <dsp:cNvPr id="0" name=""/>
        <dsp:cNvSpPr/>
      </dsp:nvSpPr>
      <dsp:spPr>
        <a:xfrm>
          <a:off x="607505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995EA-7342-4253-8AFC-564D73C7E024}">
      <dsp:nvSpPr>
        <dsp:cNvPr id="0" name=""/>
        <dsp:cNvSpPr/>
      </dsp:nvSpPr>
      <dsp:spPr>
        <a:xfrm>
          <a:off x="117339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w Cen MT" panose="020B0602020104020603"/>
            </a:rPr>
            <a:t> </a:t>
          </a:r>
          <a:r>
            <a:rPr lang="en-US" sz="1700" kern="1200" dirty="0"/>
            <a:t>Plotting and Visualization using </a:t>
          </a:r>
          <a:r>
            <a:rPr lang="en-US" sz="1700" kern="1200" dirty="0">
              <a:latin typeface="Tw Cen MT" panose="020B0602020104020603"/>
            </a:rPr>
            <a:t>matplotlib</a:t>
          </a:r>
        </a:p>
      </dsp:txBody>
      <dsp:txXfrm>
        <a:off x="117339" y="1418492"/>
        <a:ext cx="1782421" cy="712968"/>
      </dsp:txXfrm>
    </dsp:sp>
    <dsp:sp modelId="{F8041D42-EB5F-468C-924D-1E86ED8F3BE8}">
      <dsp:nvSpPr>
        <dsp:cNvPr id="0" name=""/>
        <dsp:cNvSpPr/>
      </dsp:nvSpPr>
      <dsp:spPr>
        <a:xfrm>
          <a:off x="2701851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7438C-6370-4212-9D84-A5D099014CC6}">
      <dsp:nvSpPr>
        <dsp:cNvPr id="0" name=""/>
        <dsp:cNvSpPr/>
      </dsp:nvSpPr>
      <dsp:spPr>
        <a:xfrm>
          <a:off x="2211685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Tw Cen MT" panose="020B0602020104020603"/>
            </a:rPr>
            <a:t> Figures</a:t>
          </a:r>
          <a:r>
            <a:rPr lang="en-US" sz="1700" kern="1200"/>
            <a:t> and Subplots</a:t>
          </a:r>
          <a:r>
            <a:rPr lang="en-US" sz="1700" kern="1200">
              <a:latin typeface="Tw Cen MT" panose="020B0602020104020603"/>
            </a:rPr>
            <a:t> </a:t>
          </a:r>
        </a:p>
      </dsp:txBody>
      <dsp:txXfrm>
        <a:off x="2211685" y="1418492"/>
        <a:ext cx="1782421" cy="712968"/>
      </dsp:txXfrm>
    </dsp:sp>
    <dsp:sp modelId="{00AC9848-D545-4360-A473-89DC3BC7C860}">
      <dsp:nvSpPr>
        <dsp:cNvPr id="0" name=""/>
        <dsp:cNvSpPr/>
      </dsp:nvSpPr>
      <dsp:spPr>
        <a:xfrm>
          <a:off x="4796196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4000" r="-14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E8949-6A94-46E8-B011-6F150BBD1A4C}">
      <dsp:nvSpPr>
        <dsp:cNvPr id="0" name=""/>
        <dsp:cNvSpPr/>
      </dsp:nvSpPr>
      <dsp:spPr>
        <a:xfrm>
          <a:off x="4306030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Tw Cen MT" panose="020B0602020104020603"/>
            </a:rPr>
            <a:t> </a:t>
          </a:r>
          <a:r>
            <a:rPr lang="en-US" sz="1700" kern="1200" dirty="0"/>
            <a:t>Colors, Markers, and Line Styles </a:t>
          </a:r>
          <a:endParaRPr lang="en-US" sz="1700" kern="1200" dirty="0">
            <a:latin typeface="Tw Cen MT" panose="020B0602020104020603"/>
          </a:endParaRPr>
        </a:p>
      </dsp:txBody>
      <dsp:txXfrm>
        <a:off x="4306030" y="1418492"/>
        <a:ext cx="1782421" cy="712968"/>
      </dsp:txXfrm>
    </dsp:sp>
    <dsp:sp modelId="{56FCA078-3B97-4B52-B98D-128731E1E684}">
      <dsp:nvSpPr>
        <dsp:cNvPr id="0" name=""/>
        <dsp:cNvSpPr/>
      </dsp:nvSpPr>
      <dsp:spPr>
        <a:xfrm>
          <a:off x="1654678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278A0-9DED-4F7D-B536-EBB8B503BDB0}">
      <dsp:nvSpPr>
        <dsp:cNvPr id="0" name=""/>
        <dsp:cNvSpPr/>
      </dsp:nvSpPr>
      <dsp:spPr>
        <a:xfrm>
          <a:off x="1164512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Ticks, Labels, and Legends</a:t>
          </a:r>
        </a:p>
      </dsp:txBody>
      <dsp:txXfrm>
        <a:off x="1164512" y="3661668"/>
        <a:ext cx="1782421" cy="712968"/>
      </dsp:txXfrm>
    </dsp:sp>
    <dsp:sp modelId="{5977ABEC-18B3-4392-8C81-C60A7D8ED3F1}">
      <dsp:nvSpPr>
        <dsp:cNvPr id="0" name=""/>
        <dsp:cNvSpPr/>
      </dsp:nvSpPr>
      <dsp:spPr>
        <a:xfrm>
          <a:off x="3749023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66399-3EE4-414A-BA42-866806B4F799}">
      <dsp:nvSpPr>
        <dsp:cNvPr id="0" name=""/>
        <dsp:cNvSpPr/>
      </dsp:nvSpPr>
      <dsp:spPr>
        <a:xfrm>
          <a:off x="3258857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Plotting with Pandas and Seaborn</a:t>
          </a:r>
        </a:p>
      </dsp:txBody>
      <dsp:txXfrm>
        <a:off x="3258857" y="3661668"/>
        <a:ext cx="1782421" cy="71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14A10-7FE3-499D-A533-89649D331078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D4688-7D58-499D-8C45-47CDE0A4A4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637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ea typeface="+mn-lt"/>
                <a:cs typeface="+mn-lt"/>
              </a:rPr>
              <a:t>For a comprehensive catalog of plot types, you can refer to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http://matplotlib.sourceforge.net</a:t>
            </a:r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D4688-7D58-499D-8C45-47CDE0A4A4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35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ea typeface="+mn-lt"/>
                <a:cs typeface="+mn-lt"/>
              </a:rPr>
              <a:t>You will find more information from </a:t>
            </a:r>
            <a:r>
              <a:rPr 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https://seaborn.pydata.org/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BD4688-7D58-499D-8C45-47CDE0A4A40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885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8/25/2024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eaborn.pydata.org/" TargetMode="Externa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ea typeface="+mj-lt"/>
                <a:cs typeface="Arial"/>
              </a:rPr>
              <a:t>Module 8: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400" b="1" dirty="0">
                <a:ea typeface="+mj-lt"/>
                <a:cs typeface="+mj-lt"/>
              </a:rPr>
              <a:t>Data Visualization </a:t>
            </a:r>
            <a:endParaRPr lang="en-US" sz="440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505466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4110" y="-18472"/>
            <a:ext cx="905597" cy="86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941832"/>
            <a:ext cx="9905955" cy="3096768"/>
          </a:xfrm>
        </p:spPr>
        <p:txBody>
          <a:bodyPr>
            <a:normAutofit/>
          </a:bodyPr>
          <a:lstStyle/>
          <a:p>
            <a:pPr lvl="0" algn="ctr"/>
            <a:r>
              <a:rPr lang="en-US" sz="4800" dirty="0"/>
              <a:t>Plotting</a:t>
            </a:r>
            <a:r>
              <a:rPr lang="en-US" sz="4400" dirty="0"/>
              <a:t> and Visualization with matplotlib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9235"/>
            <a:ext cx="828386" cy="7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97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0274" y="-1214"/>
            <a:ext cx="8033647" cy="1478570"/>
          </a:xfrm>
        </p:spPr>
        <p:txBody>
          <a:bodyPr>
            <a:normAutofit/>
          </a:bodyPr>
          <a:lstStyle/>
          <a:p>
            <a:r>
              <a:rPr lang="en-US" sz="4000" b="1" dirty="0">
                <a:ea typeface="+mj-lt"/>
                <a:cs typeface="+mj-lt"/>
              </a:rPr>
              <a:t>Plotting and Visualization 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2053" y="1581912"/>
            <a:ext cx="10864644" cy="31254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ea typeface="+mn-lt"/>
                <a:cs typeface="+mn-lt"/>
              </a:rPr>
              <a:t>matplotlib</a:t>
            </a:r>
          </a:p>
          <a:p>
            <a:pPr marL="0" indent="0">
              <a:buNone/>
            </a:pPr>
            <a:r>
              <a:rPr lang="en-US" sz="2800" b="1" dirty="0">
                <a:ea typeface="+mn-lt"/>
                <a:cs typeface="+mn-lt"/>
              </a:rPr>
              <a:t>	</a:t>
            </a:r>
            <a:r>
              <a:rPr lang="en-US" dirty="0">
                <a:ea typeface="+mn-lt"/>
                <a:cs typeface="+mn-lt"/>
              </a:rPr>
              <a:t>- a desktop plotting package designed for creating publication-quality plots. 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	- enables a MATLAB-like plotting interface in Python. 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	- supports various GUI backends on all operating systems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	- can export visualizations to various graphics formats: PDF, SVG, JPG, PNG, etc.</a:t>
            </a:r>
          </a:p>
          <a:p>
            <a:r>
              <a:rPr lang="en-US" sz="2800" dirty="0">
                <a:ea typeface="+mn-lt"/>
                <a:cs typeface="+mn-lt"/>
              </a:rPr>
              <a:t>Execute the following code to use matplotlib in </a:t>
            </a:r>
            <a:r>
              <a:rPr lang="en-US" sz="2800" dirty="0" err="1">
                <a:ea typeface="+mn-lt"/>
                <a:cs typeface="+mn-lt"/>
              </a:rPr>
              <a:t>Jupyter</a:t>
            </a:r>
            <a:r>
              <a:rPr lang="en-US" sz="2800" dirty="0">
                <a:ea typeface="+mn-lt"/>
                <a:cs typeface="+mn-lt"/>
              </a:rPr>
              <a:t> Notebook:</a:t>
            </a: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9235"/>
            <a:ext cx="828386" cy="7955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9B9CB7-DE77-A770-3392-46CF9C9F5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971" y="5187492"/>
            <a:ext cx="3675266" cy="78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4204" y="377294"/>
            <a:ext cx="7098114" cy="110609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matplotlib API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795528" y="1554480"/>
            <a:ext cx="10689336" cy="4096512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Import necessary libraries using import convention: </a:t>
            </a:r>
            <a:endParaRPr lang="en-US" sz="2400" dirty="0"/>
          </a:p>
          <a:p>
            <a:pPr marL="1200150" lvl="2" indent="-285750">
              <a:buChar char="•"/>
            </a:pPr>
            <a:endParaRPr lang="en-US" sz="1800" dirty="0">
              <a:ea typeface="+mn-lt"/>
              <a:cs typeface="+mn-lt"/>
            </a:endParaRPr>
          </a:p>
          <a:p>
            <a:pPr marL="1200150" lvl="2" indent="-285750">
              <a:buChar char="•"/>
            </a:pPr>
            <a:endParaRPr lang="en-US" sz="18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414" y="-9236"/>
            <a:ext cx="879822" cy="8449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568A40-3D18-D624-4D00-48777451A1E7}"/>
              </a:ext>
            </a:extLst>
          </p:cNvPr>
          <p:cNvSpPr txBox="1"/>
          <p:nvPr/>
        </p:nvSpPr>
        <p:spPr>
          <a:xfrm>
            <a:off x="231228" y="6392918"/>
            <a:ext cx="79983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>
                <a:ea typeface="+mn-lt"/>
                <a:cs typeface="+mn-lt"/>
              </a:rPr>
              <a:t>Customizing options are possible from the matplotlib API. </a:t>
            </a:r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219093-8056-D539-DAA4-E98EB7593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67" y="2059071"/>
            <a:ext cx="2655309" cy="9218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023380-7AD2-E033-C7B8-D14FC7C0F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55" y="3429000"/>
            <a:ext cx="2945958" cy="10424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5BBE76-13CF-3BDB-C1A1-077691A86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0814" y="4639146"/>
            <a:ext cx="3072910" cy="9218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AAD23E-74FA-1811-430C-86C13C376EE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/>
          <a:stretch/>
        </p:blipFill>
        <p:spPr>
          <a:xfrm>
            <a:off x="6428184" y="2059071"/>
            <a:ext cx="4968288" cy="38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941832"/>
            <a:ext cx="9905955" cy="3096768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+mj-lt"/>
                <a:cs typeface="+mj-lt"/>
              </a:rPr>
              <a:t>Figures and Subplots 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002" y="393580"/>
            <a:ext cx="9129370" cy="8792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Figures and Subplots 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04231" y="1272850"/>
            <a:ext cx="10695264" cy="5191570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Plots in </a:t>
            </a:r>
            <a:r>
              <a:rPr lang="en-US" sz="2400" b="1" dirty="0">
                <a:ea typeface="+mn-lt"/>
                <a:cs typeface="+mn-lt"/>
              </a:rPr>
              <a:t>matplotlib</a:t>
            </a:r>
            <a:r>
              <a:rPr lang="en-US" sz="2400" dirty="0">
                <a:ea typeface="+mn-lt"/>
                <a:cs typeface="+mn-lt"/>
              </a:rPr>
              <a:t> reside within a </a:t>
            </a:r>
            <a:r>
              <a:rPr lang="en-US" sz="2400" b="1" dirty="0">
                <a:ea typeface="+mn-lt"/>
                <a:cs typeface="+mn-lt"/>
              </a:rPr>
              <a:t>Figure</a:t>
            </a:r>
            <a:r>
              <a:rPr lang="en-US" sz="2400" dirty="0">
                <a:ea typeface="+mn-lt"/>
                <a:cs typeface="+mn-lt"/>
              </a:rPr>
              <a:t> object. 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plt.figure</a:t>
            </a:r>
            <a:r>
              <a:rPr lang="en-US" sz="2400" b="1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 - creates a new figure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ea typeface="+mn-lt"/>
                <a:cs typeface="+mn-lt"/>
              </a:rPr>
              <a:t>figsize</a:t>
            </a:r>
            <a:r>
              <a:rPr lang="en-US" sz="2400" dirty="0">
                <a:ea typeface="+mn-lt"/>
                <a:cs typeface="+mn-lt"/>
              </a:rPr>
              <a:t> – option to set the figure at a certain size and aspect ratio if saved to disk.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Example:</a:t>
            </a:r>
          </a:p>
          <a:p>
            <a:pPr>
              <a:lnSpc>
                <a:spcPct val="100000"/>
              </a:lnSpc>
            </a:pPr>
            <a:endParaRPr lang="en-US" sz="3200" dirty="0"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3200" dirty="0"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742950" indent="-28575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har char="•"/>
            </a:pPr>
            <a:endParaRPr lang="en-US" sz="1600" dirty="0">
              <a:latin typeface="TW Cen MT"/>
              <a:cs typeface="Arial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-9235"/>
            <a:ext cx="844388" cy="8109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18A416-0B97-EA97-8403-7D0B183A9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2643" y="2775524"/>
            <a:ext cx="5415062" cy="921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56885-E352-5AFF-C4A4-E026B2FD3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911" y="3299257"/>
            <a:ext cx="5463588" cy="331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446" y="45228"/>
            <a:ext cx="9192634" cy="14785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Figures and Subplots 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1222872" y="1349861"/>
            <a:ext cx="9827046" cy="37240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b="1" dirty="0" err="1">
                <a:ea typeface="+mn-lt"/>
                <a:cs typeface="+mn-lt"/>
              </a:rPr>
              <a:t>add_subplot</a:t>
            </a:r>
            <a:r>
              <a:rPr lang="en-US" sz="2800" dirty="0">
                <a:ea typeface="+mn-lt"/>
                <a:cs typeface="+mn-lt"/>
              </a:rPr>
              <a:t> - creates one or more subplots</a:t>
            </a:r>
          </a:p>
          <a:p>
            <a:pPr marL="342900" indent="-342900">
              <a:buFont typeface="Arial"/>
              <a:buChar char="•"/>
            </a:pPr>
            <a:r>
              <a:rPr lang="en-US" sz="2800" dirty="0">
                <a:ea typeface="+mn-lt"/>
                <a:cs typeface="+mn-lt"/>
              </a:rPr>
              <a:t>Example:</a:t>
            </a:r>
          </a:p>
          <a:p>
            <a:pPr marL="342900" indent="-34290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	  # The (2, 2, 1) represents (row, columns, location)</a:t>
            </a:r>
          </a:p>
          <a:p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			and means there are four figures. </a:t>
            </a:r>
          </a:p>
          <a:p>
            <a:pPr marL="800100" lvl="1" indent="-342900"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6357" y="-9236"/>
            <a:ext cx="868866" cy="8344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B1AC16-ADA7-C4F0-793E-E10BD35C5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85" y="2374987"/>
            <a:ext cx="6278350" cy="1478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A02BFB-39B1-197B-A070-484F24E29A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8573" y="1931549"/>
            <a:ext cx="4887432" cy="366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67" y="-1259"/>
            <a:ext cx="9064204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Figures and Subplots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7618" y="1209023"/>
            <a:ext cx="10333823" cy="4238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 err="1">
                <a:ea typeface="+mn-lt"/>
                <a:cs typeface="+mn-lt"/>
              </a:rPr>
              <a:t>plt.plot</a:t>
            </a:r>
            <a:r>
              <a:rPr lang="en-US" sz="2800" dirty="0">
                <a:ea typeface="+mn-lt"/>
                <a:cs typeface="+mn-lt"/>
              </a:rPr>
              <a:t>() command is applied in the last figure of the subplot. </a:t>
            </a:r>
            <a:endParaRPr lang="en-US" sz="2800" dirty="0"/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876" y="-18471"/>
            <a:ext cx="833688" cy="8006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37F137-28CA-9CC5-A8BF-AE359B22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559" y="1800225"/>
            <a:ext cx="5038244" cy="198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1E816A-A574-71A0-BDE9-B59332AEC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864" y="3114270"/>
            <a:ext cx="5826911" cy="354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2867" y="-1259"/>
            <a:ext cx="9064204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Figures and Subplots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7618" y="1209023"/>
            <a:ext cx="10333823" cy="42381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This is equivalent to the previous code</a:t>
            </a:r>
            <a:endParaRPr lang="en-US" sz="2800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# ‘b--’ in the command is a style option instructing to plot a blue dashed line. </a:t>
            </a:r>
          </a:p>
          <a:p>
            <a:pPr marL="0" indent="0">
              <a:buNone/>
            </a:pP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876" y="-18471"/>
            <a:ext cx="833688" cy="800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25C3B1-9BE6-A431-E913-8741A1B12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0" y="2348805"/>
            <a:ext cx="5418290" cy="13793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C95F54-2194-BE13-2354-62DC622AA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670" y="2788170"/>
            <a:ext cx="6313331" cy="386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08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49" y="3141"/>
            <a:ext cx="8420101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Figures and Subplots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47775" y="990503"/>
            <a:ext cx="10325100" cy="42163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You can plot different types of graphs on a particular subplot.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8482" y="-18472"/>
            <a:ext cx="882082" cy="847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2A4C26-90E1-208A-922E-81D690C9B8E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876"/>
          <a:stretch/>
        </p:blipFill>
        <p:spPr>
          <a:xfrm>
            <a:off x="1074161" y="1521990"/>
            <a:ext cx="7856901" cy="4766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5FC3CC-885E-35F8-D4D2-634DD365B1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505" y="4211962"/>
            <a:ext cx="5966977" cy="224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1349860"/>
            <a:ext cx="9905955" cy="2688739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+mj-lt"/>
                <a:cs typeface="+mj-lt"/>
              </a:rPr>
              <a:t>COLORs and markers 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9235"/>
            <a:ext cx="828386" cy="7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9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94747"/>
            <a:ext cx="9324975" cy="1265146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Colors, Markers, and Line Styles 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750" y="1219200"/>
            <a:ext cx="10934700" cy="53054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>
                <a:ea typeface="+mn-lt"/>
                <a:cs typeface="+mn-lt"/>
              </a:rPr>
              <a:t>matplotlib’s main </a:t>
            </a:r>
            <a:r>
              <a:rPr lang="en-US" sz="2600" b="1" dirty="0">
                <a:ea typeface="+mn-lt"/>
                <a:cs typeface="+mn-lt"/>
              </a:rPr>
              <a:t>plot</a:t>
            </a:r>
            <a:r>
              <a:rPr lang="en-US" sz="2600" dirty="0">
                <a:ea typeface="+mn-lt"/>
                <a:cs typeface="+mn-lt"/>
              </a:rPr>
              <a:t> function accepts arrays of x and y coordinates and a string abbreviation indicating color and line style. (e.g. b--)</a:t>
            </a:r>
            <a:endParaRPr lang="en-US" sz="2600" dirty="0"/>
          </a:p>
          <a:p>
            <a:r>
              <a:rPr lang="en-US" sz="2600" dirty="0">
                <a:solidFill>
                  <a:srgbClr val="FFFFFF"/>
                </a:solidFill>
                <a:ea typeface="+mn-lt"/>
                <a:cs typeface="+mn-lt"/>
              </a:rPr>
              <a:t>Plot x vs. y with green dashes:</a:t>
            </a:r>
          </a:p>
          <a:p>
            <a:pPr lvl="1"/>
            <a:r>
              <a:rPr lang="en-US" sz="2200" dirty="0" err="1">
                <a:ea typeface="+mn-lt"/>
                <a:cs typeface="+mn-lt"/>
              </a:rPr>
              <a:t>ax.plot</a:t>
            </a:r>
            <a:r>
              <a:rPr lang="en-US" sz="2200" dirty="0">
                <a:ea typeface="+mn-lt"/>
                <a:cs typeface="+mn-lt"/>
              </a:rPr>
              <a:t>(x, y, 'g--’) </a:t>
            </a:r>
          </a:p>
          <a:p>
            <a:r>
              <a:rPr lang="en-US" sz="2600" dirty="0">
                <a:ea typeface="+mn-lt"/>
                <a:cs typeface="+mn-lt"/>
              </a:rPr>
              <a:t>Using more explicit format which is equivalent to the above snippet: </a:t>
            </a:r>
          </a:p>
          <a:p>
            <a:pPr lvl="1"/>
            <a:r>
              <a:rPr lang="en-US" sz="2200" dirty="0" err="1">
                <a:ea typeface="+mn-lt"/>
                <a:cs typeface="+mn-lt"/>
              </a:rPr>
              <a:t>ax.plot</a:t>
            </a:r>
            <a:r>
              <a:rPr lang="en-US" sz="2200" dirty="0">
                <a:ea typeface="+mn-lt"/>
                <a:cs typeface="+mn-lt"/>
              </a:rPr>
              <a:t>(x, y, </a:t>
            </a:r>
            <a:r>
              <a:rPr lang="en-US" sz="2200" dirty="0" err="1">
                <a:ea typeface="+mn-lt"/>
                <a:cs typeface="+mn-lt"/>
              </a:rPr>
              <a:t>linestyle</a:t>
            </a:r>
            <a:r>
              <a:rPr lang="en-US" sz="2200" dirty="0">
                <a:ea typeface="+mn-lt"/>
                <a:cs typeface="+mn-lt"/>
              </a:rPr>
              <a:t> = ‘--’, color = ‘g’) </a:t>
            </a:r>
          </a:p>
          <a:p>
            <a:r>
              <a:rPr lang="en-US" sz="2600" dirty="0">
                <a:ea typeface="+mn-lt"/>
                <a:cs typeface="+mn-lt"/>
              </a:rPr>
              <a:t>Colors:</a:t>
            </a:r>
          </a:p>
          <a:p>
            <a:pPr lvl="1"/>
            <a:r>
              <a:rPr lang="en-US" sz="2200" dirty="0">
                <a:ea typeface="+mn-lt"/>
                <a:cs typeface="+mn-lt"/>
              </a:rPr>
              <a:t>{'b', 'g', 'r', 'c', 'm', 'y', 'k', 'w’} -&gt; {blue, green, red, cyan, magenta, yellow, black, white} </a:t>
            </a:r>
          </a:p>
          <a:p>
            <a:r>
              <a:rPr lang="en-US" sz="2600" dirty="0">
                <a:ea typeface="+mn-lt"/>
                <a:cs typeface="+mn-lt"/>
              </a:rPr>
              <a:t>execute </a:t>
            </a:r>
            <a:r>
              <a:rPr lang="en-US" sz="2600" b="1" dirty="0">
                <a:ea typeface="+mn-lt"/>
                <a:cs typeface="+mn-lt"/>
              </a:rPr>
              <a:t>help(</a:t>
            </a:r>
            <a:r>
              <a:rPr lang="en-US" sz="2600" b="1" dirty="0" err="1">
                <a:ea typeface="+mn-lt"/>
                <a:cs typeface="+mn-lt"/>
              </a:rPr>
              <a:t>plt.plot</a:t>
            </a:r>
            <a:r>
              <a:rPr lang="en-US" sz="2600" b="1" dirty="0">
                <a:ea typeface="+mn-lt"/>
                <a:cs typeface="+mn-lt"/>
              </a:rPr>
              <a:t>)</a:t>
            </a:r>
            <a:r>
              <a:rPr lang="en-US" sz="2600" dirty="0">
                <a:ea typeface="+mn-lt"/>
                <a:cs typeface="+mn-lt"/>
              </a:rPr>
              <a:t> - prints a docstring showing the full set of line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8600" y="195481"/>
            <a:ext cx="7588422" cy="94262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Colors, Markers, and Line Styles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04875" y="1349861"/>
            <a:ext cx="10456670" cy="425248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We can use markers to highlight the actual data points using line plots.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It helps users to see where the points lie. </a:t>
            </a:r>
            <a:endParaRPr lang="en-US" sz="2400" dirty="0"/>
          </a:p>
          <a:p>
            <a:pPr lvl="1"/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1545" y="-9236"/>
            <a:ext cx="839691" cy="806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82CD34-DB1D-5908-E185-2A289323A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505" y="1910409"/>
            <a:ext cx="5890770" cy="1173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1BEF2F-BC3E-09DC-BD77-20F5B3565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422" y="2497200"/>
            <a:ext cx="5342083" cy="38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5" y="65071"/>
            <a:ext cx="8980237" cy="9684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Colors, Markers, and Line Styles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33474" y="1133475"/>
            <a:ext cx="10077451" cy="37252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ea typeface="+mn-lt"/>
                <a:cs typeface="+mn-lt"/>
              </a:rPr>
              <a:t>drawstyle</a:t>
            </a:r>
            <a:r>
              <a:rPr lang="en-US" b="1" dirty="0">
                <a:ea typeface="+mn-lt"/>
                <a:cs typeface="+mn-lt"/>
              </a:rPr>
              <a:t> – </a:t>
            </a:r>
            <a:r>
              <a:rPr lang="en-US" dirty="0">
                <a:ea typeface="+mn-lt"/>
                <a:cs typeface="+mn-lt"/>
              </a:rPr>
              <a:t>option to plot using different style instead of the default line plot. 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3349" y="-33612"/>
            <a:ext cx="858175" cy="82418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275D0F-E3DF-179C-17B0-620E2B2B2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94" y="1721972"/>
            <a:ext cx="5220152" cy="1707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415485-00E2-E00C-CE13-EF4DFEF42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886" y="2105410"/>
            <a:ext cx="5968364" cy="437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267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2175" y="1974"/>
            <a:ext cx="8941680" cy="8697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Colors, Markers, and Line Styles 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871672"/>
            <a:ext cx="10210577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 err="1">
                <a:ea typeface="+mn-lt"/>
                <a:cs typeface="+mn-lt"/>
              </a:rPr>
              <a:t>plt.legend</a:t>
            </a:r>
            <a:r>
              <a:rPr lang="en-US" sz="2800" dirty="0">
                <a:ea typeface="+mn-lt"/>
                <a:cs typeface="+mn-lt"/>
              </a:rPr>
              <a:t> allows us to select the location of the legend. (compare plot with previous slide)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18472"/>
            <a:ext cx="837714" cy="804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FC9676-DF46-64AF-E244-C4B354DEA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023" y="2120182"/>
            <a:ext cx="5197290" cy="19127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F5834E-2D55-7173-D058-296C74ED8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560" y="1901021"/>
            <a:ext cx="5197290" cy="389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025" y="1349860"/>
            <a:ext cx="9323386" cy="2688739"/>
          </a:xfrm>
        </p:spPr>
        <p:txBody>
          <a:bodyPr>
            <a:normAutofit/>
          </a:bodyPr>
          <a:lstStyle/>
          <a:p>
            <a:pPr algn="ctr"/>
            <a:r>
              <a:rPr lang="en-US" sz="4800" dirty="0">
                <a:ea typeface="+mj-lt"/>
                <a:cs typeface="+mj-lt"/>
              </a:rPr>
              <a:t>Ticks, Labels, and Legends 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9235"/>
            <a:ext cx="828386" cy="7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728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150" y="198285"/>
            <a:ext cx="9553575" cy="96662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Setting the title, axis labels, ticks, and </a:t>
            </a:r>
            <a:r>
              <a:rPr lang="en-US" sz="4000" b="1" dirty="0" err="1">
                <a:ea typeface="+mj-lt"/>
                <a:cs typeface="+mj-lt"/>
              </a:rPr>
              <a:t>ticklabels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9650" y="1323975"/>
            <a:ext cx="11218965" cy="365927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Let’s consider another example using the following codes: </a:t>
            </a:r>
            <a:endParaRPr lang="en-US" sz="2800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205" y="-39754"/>
            <a:ext cx="842410" cy="809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D2938E-6ED2-5A62-521D-6C138B260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473" y="2146897"/>
            <a:ext cx="3292125" cy="868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5F989B-D9C0-D295-5A2D-E92596CF0B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421" y="1998175"/>
            <a:ext cx="6079399" cy="459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229970"/>
            <a:ext cx="9838296" cy="105041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Setting the title, axis labels, ticks, and </a:t>
            </a:r>
            <a:r>
              <a:rPr lang="en-US" sz="4000" b="1" dirty="0" err="1">
                <a:ea typeface="+mj-lt"/>
                <a:cs typeface="+mj-lt"/>
              </a:rPr>
              <a:t>ticklabels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5850" y="1280382"/>
            <a:ext cx="10485382" cy="25178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Add titles and x-label using </a:t>
            </a:r>
            <a:r>
              <a:rPr lang="en-US" sz="2800" b="1" dirty="0">
                <a:solidFill>
                  <a:srgbClr val="FF0000"/>
                </a:solidFill>
                <a:ea typeface="+mn-lt"/>
                <a:cs typeface="+mn-lt"/>
              </a:rPr>
              <a:t>title</a:t>
            </a:r>
            <a:r>
              <a:rPr lang="en-US" sz="2800" dirty="0">
                <a:ea typeface="+mn-lt"/>
                <a:cs typeface="+mn-lt"/>
              </a:rPr>
              <a:t> or </a:t>
            </a:r>
            <a:r>
              <a:rPr lang="en-US" sz="2800" dirty="0" err="1">
                <a:solidFill>
                  <a:srgbClr val="FF0000"/>
                </a:solidFill>
                <a:ea typeface="+mn-lt"/>
                <a:cs typeface="+mn-lt"/>
              </a:rPr>
              <a:t>set_</a:t>
            </a:r>
            <a:r>
              <a:rPr lang="en-US" sz="2800" b="1" dirty="0" err="1">
                <a:solidFill>
                  <a:srgbClr val="FF0000"/>
                </a:solidFill>
                <a:ea typeface="+mn-lt"/>
                <a:cs typeface="+mn-lt"/>
              </a:rPr>
              <a:t>title</a:t>
            </a:r>
            <a:r>
              <a:rPr lang="en-US" sz="2800" dirty="0">
                <a:ea typeface="+mn-lt"/>
                <a:cs typeface="+mn-lt"/>
              </a:rPr>
              <a:t> and </a:t>
            </a:r>
            <a:r>
              <a:rPr lang="en-US" sz="2800" b="1" dirty="0" err="1">
                <a:solidFill>
                  <a:srgbClr val="FF0000"/>
                </a:solidFill>
                <a:ea typeface="+mn-lt"/>
                <a:cs typeface="+mn-lt"/>
              </a:rPr>
              <a:t>xlabel</a:t>
            </a:r>
            <a:r>
              <a:rPr lang="en-US" sz="28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800" b="1" dirty="0">
                <a:ea typeface="+mn-lt"/>
                <a:cs typeface="+mn-lt"/>
              </a:rPr>
              <a:t>or</a:t>
            </a:r>
            <a:r>
              <a:rPr lang="en-US" sz="2800" b="1" dirty="0">
                <a:solidFill>
                  <a:srgbClr val="FF0000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ea typeface="+mn-lt"/>
                <a:cs typeface="+mn-lt"/>
              </a:rPr>
              <a:t>set_xlabel</a:t>
            </a:r>
            <a:r>
              <a:rPr lang="en-US" sz="2800" dirty="0">
                <a:ea typeface="+mn-lt"/>
                <a:cs typeface="+mn-lt"/>
              </a:rPr>
              <a:t>. </a:t>
            </a:r>
            <a:endParaRPr lang="en-US" sz="2800" dirty="0"/>
          </a:p>
          <a:p>
            <a:pPr lvl="1"/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324" y="-18471"/>
            <a:ext cx="847239" cy="8136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34E4FF3-3C69-CE4C-35AC-D3E61FCE0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126" y="1852919"/>
            <a:ext cx="4391721" cy="4876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5D6964-803E-6A3D-2AE1-44A5483F4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8426" y="1852919"/>
            <a:ext cx="4642653" cy="4860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49" y="240334"/>
            <a:ext cx="9805505" cy="101050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Setting the title, axis labels, ticks, and </a:t>
            </a:r>
            <a:r>
              <a:rPr lang="en-US" sz="4000" b="1" dirty="0" err="1">
                <a:solidFill>
                  <a:srgbClr val="FFFFFF"/>
                </a:solidFill>
                <a:ea typeface="+mj-lt"/>
                <a:cs typeface="+mj-lt"/>
              </a:rPr>
              <a:t>ticklabels</a:t>
            </a:r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3925" y="1171576"/>
            <a:ext cx="11258812" cy="25263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 err="1">
                <a:solidFill>
                  <a:srgbClr val="FF0000"/>
                </a:solidFill>
                <a:ea typeface="+mn-lt"/>
                <a:cs typeface="+mn-lt"/>
              </a:rPr>
              <a:t>set_xticks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and </a:t>
            </a:r>
            <a:r>
              <a:rPr lang="en-US" sz="2800" b="1" dirty="0" err="1">
                <a:solidFill>
                  <a:srgbClr val="FF0000"/>
                </a:solidFill>
                <a:ea typeface="+mn-lt"/>
                <a:cs typeface="+mn-lt"/>
              </a:rPr>
              <a:t>set_xticklabels</a:t>
            </a:r>
            <a:r>
              <a:rPr lang="en-US" sz="28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– use to change the x-axis ticks </a:t>
            </a:r>
            <a:endParaRPr lang="en-US" sz="2800" dirty="0">
              <a:ea typeface="+mn-lt"/>
              <a:cs typeface="+mn-lt"/>
            </a:endParaRPr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324" y="-18471"/>
            <a:ext cx="847239" cy="8136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AB0369-FA70-B868-AADE-0AACAEF5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07" y="3071769"/>
            <a:ext cx="5304044" cy="37150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2A86A5-C25E-169C-3916-E93B9667B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1669" y="1726455"/>
            <a:ext cx="7741068" cy="382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5033" y="254314"/>
            <a:ext cx="11274777" cy="1276052"/>
          </a:xfrm>
        </p:spPr>
        <p:txBody>
          <a:bodyPr/>
          <a:lstStyle/>
          <a:p>
            <a:pPr algn="ctr"/>
            <a:r>
              <a:rPr lang="en-US" sz="4000" b="1">
                <a:ea typeface="+mj-lt"/>
                <a:cs typeface="+mj-lt"/>
              </a:rPr>
              <a:t>Ticks, Labels, and Legends: Adding Legend </a:t>
            </a:r>
            <a:endParaRPr lang="en-US" b="1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47725" y="1535377"/>
            <a:ext cx="10810875" cy="321575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Legends are important when there are different variables on the same plot.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3BC301-9900-374A-3668-D0B5E67FE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85" y="2785054"/>
            <a:ext cx="3894157" cy="12878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F20CA5F-C07F-79C2-9CF4-93320EB43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401" y="2116129"/>
            <a:ext cx="6189574" cy="4615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16000"/>
            <a:ext cx="10185400" cy="3251200"/>
          </a:xfrm>
        </p:spPr>
        <p:txBody>
          <a:bodyPr>
            <a:normAutofit/>
          </a:bodyPr>
          <a:lstStyle/>
          <a:p>
            <a:pPr lvl="0" algn="ctr"/>
            <a:r>
              <a:rPr lang="en-US" sz="4800" dirty="0"/>
              <a:t>Plotting</a:t>
            </a:r>
            <a:r>
              <a:rPr lang="en-US" sz="4400" dirty="0"/>
              <a:t> with Pandas and seaborn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9235"/>
            <a:ext cx="828386" cy="79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86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95301"/>
            <a:ext cx="4849981" cy="157561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pandas and seaborn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9981" y="839804"/>
            <a:ext cx="6909229" cy="581499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matplotlib allows low-level plots for data display including line, bar, box, scatter, etc.) and standard formatting (legend, title, labels, etc.) </a:t>
            </a:r>
          </a:p>
          <a:p>
            <a:r>
              <a:rPr lang="en-US" sz="2800" dirty="0">
                <a:ea typeface="+mn-lt"/>
                <a:cs typeface="+mn-lt"/>
              </a:rPr>
              <a:t>For multiple columnar data, we can use </a:t>
            </a:r>
            <a:r>
              <a:rPr lang="en-US" sz="2800" b="1" dirty="0">
                <a:ea typeface="+mn-lt"/>
                <a:cs typeface="+mn-lt"/>
              </a:rPr>
              <a:t>pandas</a:t>
            </a:r>
            <a:r>
              <a:rPr lang="en-US" sz="2800" dirty="0">
                <a:ea typeface="+mn-lt"/>
                <a:cs typeface="+mn-lt"/>
              </a:rPr>
              <a:t> which has built-in methods for visualizations for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and Series objects. </a:t>
            </a:r>
          </a:p>
          <a:p>
            <a:r>
              <a:rPr lang="en-US" sz="2800" b="1" dirty="0">
                <a:ea typeface="+mn-lt"/>
                <a:cs typeface="+mn-lt"/>
              </a:rPr>
              <a:t>Seaborn</a:t>
            </a:r>
            <a:r>
              <a:rPr lang="en-US" sz="2800" dirty="0">
                <a:ea typeface="+mn-lt"/>
                <a:cs typeface="+mn-lt"/>
              </a:rPr>
              <a:t> is another library option that allows statistical visualization of data. </a:t>
            </a:r>
            <a:endParaRPr lang="en-US" sz="28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184" y="-9235"/>
            <a:ext cx="884052" cy="8490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DC89D9-C1B0-8849-C42B-928BC74A3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790" y="2070922"/>
            <a:ext cx="4352498" cy="271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531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228599"/>
            <a:ext cx="7964582" cy="139889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Line Plots </a:t>
            </a:r>
            <a:endParaRPr lang="en-US" sz="4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1892" y="1226077"/>
            <a:ext cx="3376108" cy="3142156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Series and </a:t>
            </a:r>
            <a:r>
              <a:rPr lang="en-US" sz="2800" dirty="0" err="1">
                <a:ea typeface="+mn-lt"/>
                <a:cs typeface="+mn-lt"/>
              </a:rPr>
              <a:t>DataFrame</a:t>
            </a:r>
            <a:r>
              <a:rPr lang="en-US" sz="2800" dirty="0">
                <a:ea typeface="+mn-lt"/>
                <a:cs typeface="+mn-lt"/>
              </a:rPr>
              <a:t> have a plot attribute for basic plot types: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600" b="1" dirty="0">
                <a:ea typeface="+mn-lt"/>
                <a:cs typeface="+mn-lt"/>
              </a:rPr>
              <a:t>plot()</a:t>
            </a:r>
            <a:r>
              <a:rPr lang="en-US" sz="2600" dirty="0">
                <a:ea typeface="+mn-lt"/>
                <a:cs typeface="+mn-lt"/>
              </a:rPr>
              <a:t> to make line plots </a:t>
            </a:r>
            <a:endParaRPr lang="en-US" sz="2600" dirty="0"/>
          </a:p>
          <a:p>
            <a:pPr marL="742950" lvl="1" indent="-285750">
              <a:buChar char="•"/>
            </a:pPr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6090" y="-9235"/>
            <a:ext cx="835146" cy="8020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568A40-3D18-D624-4D00-48777451A1E7}"/>
              </a:ext>
            </a:extLst>
          </p:cNvPr>
          <p:cNvSpPr txBox="1"/>
          <p:nvPr/>
        </p:nvSpPr>
        <p:spPr>
          <a:xfrm>
            <a:off x="787400" y="4304349"/>
            <a:ext cx="4991100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xticks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dirty="0" err="1">
                <a:ea typeface="+mn-lt"/>
                <a:cs typeface="+mn-lt"/>
              </a:rPr>
              <a:t>xlim</a:t>
            </a:r>
            <a:r>
              <a:rPr lang="en-US" sz="2400" dirty="0">
                <a:ea typeface="+mn-lt"/>
                <a:cs typeface="+mn-lt"/>
              </a:rPr>
              <a:t> adjust x-axis ticks and limits </a:t>
            </a:r>
          </a:p>
          <a:p>
            <a:pPr marL="342900" indent="-342900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yticks</a:t>
            </a:r>
            <a:r>
              <a:rPr lang="en-US" sz="2400" dirty="0">
                <a:ea typeface="+mn-lt"/>
                <a:cs typeface="+mn-lt"/>
              </a:rPr>
              <a:t> and </a:t>
            </a:r>
            <a:r>
              <a:rPr lang="en-US" sz="2400" dirty="0" err="1">
                <a:ea typeface="+mn-lt"/>
                <a:cs typeface="+mn-lt"/>
              </a:rPr>
              <a:t>ylim</a:t>
            </a:r>
            <a:r>
              <a:rPr lang="en-US" sz="2400" dirty="0">
                <a:ea typeface="+mn-lt"/>
                <a:cs typeface="+mn-lt"/>
              </a:rPr>
              <a:t> adjust in y-axis </a:t>
            </a:r>
            <a:r>
              <a:rPr lang="en-US" sz="2000" dirty="0">
                <a:ea typeface="+mn-lt"/>
                <a:cs typeface="+mn-lt"/>
              </a:rPr>
              <a:t> ticks and limits 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E6DBBD-A956-DB5F-AD69-19A122C2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779" y="1434252"/>
            <a:ext cx="6967184" cy="5758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949988-DAF6-2FC7-36C3-9F4E660A6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887" y="2173381"/>
            <a:ext cx="5610221" cy="4102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9261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304732"/>
            <a:ext cx="8650382" cy="83826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Line Plots </a:t>
            </a:r>
            <a:endParaRPr lang="en-US" sz="40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52499" y="1003301"/>
            <a:ext cx="10780415" cy="3364932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ea typeface="+mn-lt"/>
                <a:cs typeface="+mn-lt"/>
              </a:rPr>
              <a:t>DataFrame’s</a:t>
            </a:r>
            <a:r>
              <a:rPr lang="en-US" sz="2800" dirty="0">
                <a:ea typeface="+mn-lt"/>
                <a:cs typeface="+mn-lt"/>
              </a:rPr>
              <a:t> plot method can make plots for each column using a different line on the same plot.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ea typeface="+mn-lt"/>
                <a:cs typeface="+mn-lt"/>
              </a:rPr>
              <a:t>A legend is automatically created. </a:t>
            </a:r>
            <a:endParaRPr lang="en-US" sz="2800" dirty="0"/>
          </a:p>
          <a:p>
            <a:pPr marL="742950" lvl="1" indent="-285750">
              <a:buChar char="•"/>
            </a:pPr>
            <a:endParaRPr lang="en-US" sz="2000" dirty="0">
              <a:ea typeface="+mn-lt"/>
              <a:cs typeface="+mn-lt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0" y="-9235"/>
            <a:ext cx="872836" cy="838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F0894C-D347-57D9-2D94-829982487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99" y="2354273"/>
            <a:ext cx="8565622" cy="4953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AAC7D76-D237-EE75-7C7D-2DB40BE000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310" y="2710669"/>
            <a:ext cx="5483490" cy="415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150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05" y="256212"/>
            <a:ext cx="9378590" cy="713463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Bar Plots 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77900" y="1193800"/>
            <a:ext cx="4521201" cy="5407988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ea typeface="+mn-lt"/>
                <a:cs typeface="+mn-lt"/>
              </a:rPr>
              <a:t>plot.bar</a:t>
            </a:r>
            <a:r>
              <a:rPr lang="en-US" sz="2800" b="1" dirty="0">
                <a:ea typeface="+mn-lt"/>
                <a:cs typeface="+mn-lt"/>
              </a:rPr>
              <a:t>() </a:t>
            </a:r>
            <a:r>
              <a:rPr lang="en-US" sz="2800" dirty="0">
                <a:ea typeface="+mn-lt"/>
                <a:cs typeface="+mn-lt"/>
              </a:rPr>
              <a:t>makes vertical bar plot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b="1" dirty="0" err="1">
                <a:ea typeface="+mn-lt"/>
                <a:cs typeface="+mn-lt"/>
              </a:rPr>
              <a:t>plot.barh</a:t>
            </a:r>
            <a:r>
              <a:rPr lang="en-US" sz="2800" b="1" dirty="0">
                <a:ea typeface="+mn-lt"/>
                <a:cs typeface="+mn-lt"/>
              </a:rPr>
              <a:t>() </a:t>
            </a:r>
            <a:r>
              <a:rPr lang="en-US" sz="2800" dirty="0">
                <a:ea typeface="+mn-lt"/>
                <a:cs typeface="+mn-lt"/>
              </a:rPr>
              <a:t>makes horizontal bar plot</a:t>
            </a:r>
            <a:endParaRPr lang="en-US" sz="28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Series or 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 index are used as the x (bar) or y(</a:t>
            </a:r>
            <a:r>
              <a:rPr lang="en-US" sz="2800" dirty="0" err="1">
                <a:solidFill>
                  <a:srgbClr val="FFFFFF"/>
                </a:solidFill>
                <a:ea typeface="+mn-lt"/>
                <a:cs typeface="+mn-lt"/>
              </a:rPr>
              <a:t>barh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) ticks. </a:t>
            </a:r>
            <a:endParaRPr lang="en-US" sz="2800" dirty="0"/>
          </a:p>
          <a:p>
            <a:pPr marL="285750" indent="-285750">
              <a:lnSpc>
                <a:spcPct val="100000"/>
              </a:lnSpc>
              <a:buChar char="•"/>
            </a:pPr>
            <a:r>
              <a:rPr lang="en-US" sz="2400" dirty="0">
                <a:latin typeface="TW Cen MT"/>
                <a:ea typeface="+mn-lt"/>
                <a:cs typeface="+mn-lt"/>
              </a:rPr>
              <a:t>The option color=‘k’ and alpha=0.7 define the color to black and the degree of transparency on the filling. </a:t>
            </a:r>
            <a:endParaRPr lang="en-US" sz="2400" dirty="0">
              <a:ea typeface="+mn-lt"/>
              <a:cs typeface="+mn-lt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400" y="-9235"/>
            <a:ext cx="872836" cy="8382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337BBD-FFBD-11A5-D9FA-FE9FB80FF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199" y="969675"/>
            <a:ext cx="4663607" cy="16285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4ACA98-EA00-8B7E-2F87-4DB31A02C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4520" y="2598234"/>
            <a:ext cx="5589580" cy="4202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451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1921E-EC87-3861-32D6-1C146BF8C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9" y="133249"/>
            <a:ext cx="9931401" cy="107375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 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 txBox="1">
            <a:spLocks/>
          </p:cNvSpPr>
          <p:nvPr/>
        </p:nvSpPr>
        <p:spPr>
          <a:xfrm>
            <a:off x="990599" y="1207006"/>
            <a:ext cx="10745673" cy="3501237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With a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, we can create a bar plot that groups the values in each row together in a group in bars, side by side. </a:t>
            </a:r>
            <a:endParaRPr lang="en-US" dirty="0"/>
          </a:p>
        </p:txBody>
      </p:sp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330E757E-87E4-74E0-D1A2-3C34B05AE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1749" y="-9235"/>
            <a:ext cx="829487" cy="79663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9EF430-E7D4-022F-D020-C871C43EF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728" y="2219019"/>
            <a:ext cx="5723116" cy="30863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7F735FF-904E-9453-3258-856ECAE5C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337" y="1837752"/>
            <a:ext cx="1097375" cy="3429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89F79A-CFDC-F539-5ABE-23AE9B476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715" y="2219019"/>
            <a:ext cx="5174428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28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399" y="247977"/>
            <a:ext cx="9915525" cy="90947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 </a:t>
            </a:r>
            <a:endParaRPr lang="en-US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981075" y="1157448"/>
            <a:ext cx="10229849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800" b="1" dirty="0">
                <a:ea typeface="+mn-lt"/>
                <a:cs typeface="+mn-lt"/>
              </a:rPr>
              <a:t>stacked=True </a:t>
            </a:r>
            <a:r>
              <a:rPr lang="en-US" sz="2800" dirty="0">
                <a:ea typeface="+mn-lt"/>
                <a:cs typeface="+mn-lt"/>
              </a:rPr>
              <a:t>– creates stacked bar plots when passed and allows the values in each row being stacked together.</a:t>
            </a: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0" y="-9236"/>
            <a:ext cx="866486" cy="832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E97D12-5280-24A1-20E7-45B56894B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88" y="2211854"/>
            <a:ext cx="4212743" cy="455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00F254-70B5-9C3B-F8B0-F896FA8B3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188" y="2375699"/>
            <a:ext cx="5357324" cy="393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835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12" y="576276"/>
            <a:ext cx="3600450" cy="91374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9696" y="1490024"/>
            <a:ext cx="3600450" cy="417080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sz="2800" dirty="0">
                <a:ea typeface="+mn-lt"/>
                <a:cs typeface="+mn-lt"/>
              </a:rPr>
              <a:t>Example: dataset on restaurant tipping and display a stacked bar plot showing the percentage of data points for each party size on each day.</a:t>
            </a: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We can make cross-tabulation by day and party size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sz="2400" dirty="0"/>
          </a:p>
          <a:p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274" y="-18471"/>
            <a:ext cx="866289" cy="8319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CFE0F4-C84A-EE6D-03F0-64BEF760D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46" y="193747"/>
            <a:ext cx="3993226" cy="34750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F4952C-C1D1-5AC7-13DB-1663A303A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0146" y="3668768"/>
            <a:ext cx="5012583" cy="3119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531CC6-10B6-CA1B-6B54-CD525651A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697" y="1232746"/>
            <a:ext cx="3324224" cy="24360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F6910F0-3A8F-6953-73B5-59BD475A46B0}"/>
              </a:ext>
            </a:extLst>
          </p:cNvPr>
          <p:cNvSpPr txBox="1"/>
          <p:nvPr/>
        </p:nvSpPr>
        <p:spPr>
          <a:xfrm>
            <a:off x="11375517" y="1293781"/>
            <a:ext cx="40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A758A8-5B5C-A588-A68D-C5FAD4F1A779}"/>
              </a:ext>
            </a:extLst>
          </p:cNvPr>
          <p:cNvSpPr txBox="1"/>
          <p:nvPr/>
        </p:nvSpPr>
        <p:spPr>
          <a:xfrm>
            <a:off x="7648574" y="1203665"/>
            <a:ext cx="35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6CCA08-6856-517D-1093-0B720C4E0E1D}"/>
              </a:ext>
            </a:extLst>
          </p:cNvPr>
          <p:cNvSpPr txBox="1"/>
          <p:nvPr/>
        </p:nvSpPr>
        <p:spPr>
          <a:xfrm>
            <a:off x="8396485" y="4998644"/>
            <a:ext cx="352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342008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385325"/>
            <a:ext cx="9715501" cy="82809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 </a:t>
            </a:r>
            <a:endParaRPr lang="en-US" sz="4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8318" y="-18472"/>
            <a:ext cx="862246" cy="8280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B40F44C-24E8-907E-4725-BB8A9973AEC6}"/>
              </a:ext>
            </a:extLst>
          </p:cNvPr>
          <p:cNvSpPr txBox="1"/>
          <p:nvPr/>
        </p:nvSpPr>
        <p:spPr>
          <a:xfrm>
            <a:off x="843682" y="1118172"/>
            <a:ext cx="389667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The bar plot can be created based on the normalized 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286FA0C-7CA5-2BDF-6DAD-77DE4C208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82" y="4898269"/>
            <a:ext cx="4320914" cy="51820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E80F3A2-A915-CC80-FB8D-9A3B19BE2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37" y="2318501"/>
            <a:ext cx="3802710" cy="25376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BF3D909-484B-8F90-D9A7-5EF8EE7852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4596" y="1213423"/>
            <a:ext cx="6505481" cy="5311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64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195481"/>
            <a:ext cx="9407993" cy="942622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 - seaborn 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800101" y="928403"/>
            <a:ext cx="11096624" cy="4731453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seaborn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package can aggregate or summarize before making a plot, making things simpler.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ea typeface="+mn-lt"/>
                <a:cs typeface="+mn-lt"/>
              </a:rPr>
              <a:t>data</a:t>
            </a: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 argument can be a </a:t>
            </a:r>
            <a:r>
              <a:rPr lang="en-US" sz="2000" dirty="0" err="1">
                <a:solidFill>
                  <a:srgbClr val="FFFFFF"/>
                </a:solidFill>
                <a:ea typeface="+mn-lt"/>
                <a:cs typeface="+mn-lt"/>
              </a:rPr>
              <a:t>DataFrame</a:t>
            </a:r>
            <a:endParaRPr lang="en-US" sz="2000" dirty="0">
              <a:solidFill>
                <a:srgbClr val="FFFF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Each bar represents the average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The black lines on the bars represent 95% confidence interval.</a:t>
            </a:r>
            <a:endParaRPr lang="en-US" sz="2800" dirty="0">
              <a:ea typeface="+mn-lt"/>
              <a:cs typeface="+mn-lt"/>
            </a:endParaRPr>
          </a:p>
          <a:p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9235"/>
            <a:ext cx="847436" cy="8138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582222-F1E9-E3F3-5CCA-17EA558F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525" y="1777701"/>
            <a:ext cx="5797948" cy="32425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035E7C4-811B-5E8A-0D43-817145F28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897" y="1545899"/>
            <a:ext cx="5258256" cy="5791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3094F1-2C85-3039-5BBD-C221099A87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4897" y="2013355"/>
            <a:ext cx="5258256" cy="39162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DEE243-43AF-3430-6C14-B4E831BF6E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364" y="1351572"/>
            <a:ext cx="1981372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334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50" y="65071"/>
            <a:ext cx="9694612" cy="9684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Bar Plots - seaborn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52525" y="1314449"/>
            <a:ext cx="2540710" cy="43910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ea typeface="+mn-lt"/>
                <a:cs typeface="+mn-lt"/>
              </a:rPr>
              <a:t>hue </a:t>
            </a:r>
            <a:r>
              <a:rPr lang="en-US" dirty="0">
                <a:ea typeface="+mn-lt"/>
                <a:cs typeface="+mn-lt"/>
              </a:rPr>
              <a:t>option allows to split data into a categorical variable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236" y="-18471"/>
            <a:ext cx="852328" cy="8185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BF0A57-066C-BC45-4FB5-3DA3B4F2D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9848" y="1107198"/>
            <a:ext cx="7239627" cy="4877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B8C5BF-4387-828D-41F5-39FFA711B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094" y="1594920"/>
            <a:ext cx="6553768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474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974"/>
            <a:ext cx="9770355" cy="8697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Histograms and Density Plots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5215" y="1012837"/>
            <a:ext cx="10488109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ea typeface="+mn-lt"/>
                <a:cs typeface="+mn-lt"/>
              </a:rPr>
              <a:t>We can create a discretized display of value frequency using a histogram. 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dirty="0">
                <a:ea typeface="+mn-lt"/>
                <a:cs typeface="+mn-lt"/>
              </a:rPr>
              <a:t>- Splits data points into evenly spaced bins and the number of data points in each bin are displayed. </a:t>
            </a:r>
          </a:p>
          <a:p>
            <a:r>
              <a:rPr lang="en-US" b="1" dirty="0" err="1">
                <a:ea typeface="+mn-lt"/>
                <a:cs typeface="+mn-lt"/>
              </a:rPr>
              <a:t>plot.hist</a:t>
            </a:r>
            <a:r>
              <a:rPr lang="en-US" dirty="0">
                <a:ea typeface="+mn-lt"/>
                <a:cs typeface="+mn-lt"/>
              </a:rPr>
              <a:t> method to make a histogram.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3324" y="-18471"/>
            <a:ext cx="847239" cy="8136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3319B1-D427-2732-FD1B-65E9DCD6C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012" y="2985225"/>
            <a:ext cx="3292125" cy="54106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FDFDC8-F9F2-3815-2372-86EE7A0C77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651" y="2095500"/>
            <a:ext cx="6205598" cy="459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8533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0625" y="198285"/>
            <a:ext cx="10115550" cy="96848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Histograms and Density Plots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4425" y="1166766"/>
            <a:ext cx="11114190" cy="38164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 err="1">
                <a:ea typeface="+mn-lt"/>
                <a:cs typeface="+mn-lt"/>
              </a:rPr>
              <a:t>plot.density</a:t>
            </a:r>
            <a:r>
              <a:rPr lang="en-US" b="1" dirty="0">
                <a:ea typeface="+mn-lt"/>
                <a:cs typeface="+mn-lt"/>
              </a:rPr>
              <a:t>() </a:t>
            </a:r>
            <a:r>
              <a:rPr lang="en-US" dirty="0">
                <a:ea typeface="+mn-lt"/>
                <a:cs typeface="+mn-lt"/>
              </a:rPr>
              <a:t>creates a density plot </a:t>
            </a:r>
            <a:endParaRPr lang="en-US" dirty="0"/>
          </a:p>
          <a:p>
            <a:pPr lvl="1">
              <a:buFontTx/>
              <a:buChar char="-"/>
            </a:pPr>
            <a:r>
              <a:rPr lang="en-US" dirty="0">
                <a:ea typeface="+mn-lt"/>
                <a:cs typeface="+mn-lt"/>
              </a:rPr>
              <a:t>provides probability distribution that might have generated the observed data.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2850" y="-18472"/>
            <a:ext cx="837714" cy="804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1861D2-33A8-A455-040A-848B6443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097" y="2325598"/>
            <a:ext cx="1790855" cy="396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64A3CE-1F8C-430E-5C27-9B9AC13F6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674" y="2912222"/>
            <a:ext cx="2918713" cy="6020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CBDB2-F3C4-3547-BF8D-4983DF30E4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8371" y="2135247"/>
            <a:ext cx="6309907" cy="469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626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299" y="240335"/>
            <a:ext cx="9862655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  <a:ea typeface="+mj-lt"/>
                <a:cs typeface="+mj-lt"/>
              </a:rPr>
              <a:t>Histograms and Density Plots </a:t>
            </a:r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3925" y="1250842"/>
            <a:ext cx="10610850" cy="24470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seaborn allows histograms and density plots together using </a:t>
            </a:r>
            <a:r>
              <a:rPr lang="en-US" b="1" dirty="0" err="1">
                <a:solidFill>
                  <a:srgbClr val="FFFFFF"/>
                </a:solidFill>
                <a:ea typeface="+mn-lt"/>
                <a:cs typeface="+mn-lt"/>
              </a:rPr>
              <a:t>histplot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method. 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We can consider a bimodal distribution consisting of draws from two different standard normal distributions. </a:t>
            </a:r>
            <a:endParaRPr lang="en-US" dirty="0">
              <a:latin typeface="Tw Cen MT"/>
              <a:ea typeface="+mn-lt"/>
              <a:cs typeface="+mn-lt"/>
            </a:endParaRP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274" y="-18471"/>
            <a:ext cx="866289" cy="831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DEAD25-E63B-517A-B63B-171B769CA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99" y="3032719"/>
            <a:ext cx="4701947" cy="9449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133507-3059-EE89-AC49-66A4283C4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546" y="2480557"/>
            <a:ext cx="5770529" cy="413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897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47" y="229970"/>
            <a:ext cx="10794999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>
                <a:ea typeface="+mj-lt"/>
                <a:cs typeface="+mj-lt"/>
              </a:rPr>
              <a:t>Scatter or Point Plots </a:t>
            </a:r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6326" y="1251004"/>
            <a:ext cx="10492278" cy="254723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Scatter plots can be a useful way to examine the relationship between two variables or one-dimensional data series. </a:t>
            </a:r>
          </a:p>
          <a:p>
            <a:r>
              <a:rPr lang="en-US" dirty="0">
                <a:ea typeface="+mn-lt"/>
                <a:cs typeface="+mn-lt"/>
              </a:rPr>
              <a:t>Example: log difference from microdata dataset. 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4274" y="-18471"/>
            <a:ext cx="866289" cy="831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A8C60D-C786-87A1-C119-D37FA70FE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638" y="2925937"/>
            <a:ext cx="4770533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68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933" y="231997"/>
            <a:ext cx="9748133" cy="8019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Scatter or Point Plots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36073" y="1238249"/>
            <a:ext cx="10351102" cy="314033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 err="1">
                <a:ea typeface="+mn-lt"/>
                <a:cs typeface="+mn-lt"/>
              </a:rPr>
              <a:t>Seaborn’s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regplot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method makes both a scatter plot and fits a linear regression line between x and y (log m1 and log </a:t>
            </a:r>
            <a:r>
              <a:rPr lang="en-US" dirty="0" err="1">
                <a:ea typeface="+mn-lt"/>
                <a:cs typeface="+mn-lt"/>
              </a:rPr>
              <a:t>unempl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5520" y="-18472"/>
            <a:ext cx="835043" cy="8019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3B562F-19D4-D341-6AD3-2C6DE5DB3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73" y="2808414"/>
            <a:ext cx="4846740" cy="556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46B91F-7159-F948-C4BC-4D98BE09D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6195" y="2059345"/>
            <a:ext cx="6029325" cy="4638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80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3975" y="243696"/>
            <a:ext cx="9794524" cy="818573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Scatter or Point Plots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3501" y="1143000"/>
            <a:ext cx="4657191" cy="29467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scatter plot matrix or pairs plot - scatter plots among distinct variables which is helpful in exploratory data analysis.</a:t>
            </a:r>
            <a:endParaRPr lang="en-US" dirty="0">
              <a:ea typeface="+mn-lt"/>
              <a:cs typeface="+mn-lt"/>
            </a:endParaRPr>
          </a:p>
          <a:p>
            <a:r>
              <a:rPr lang="en-US" sz="2800" b="1" dirty="0" err="1">
                <a:ea typeface="+mn-lt"/>
                <a:cs typeface="+mn-lt"/>
              </a:rPr>
              <a:t>pairplot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dirty="0">
                <a:ea typeface="+mn-lt"/>
                <a:cs typeface="+mn-lt"/>
              </a:rPr>
              <a:t>-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dirty="0">
                <a:ea typeface="+mn-lt"/>
                <a:cs typeface="+mn-lt"/>
              </a:rPr>
              <a:t>method to display the pair plots and density plots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sz="28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236" y="-18471"/>
            <a:ext cx="852328" cy="818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35CFF-728F-B891-6D4B-1F87482C3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425" y="5385168"/>
            <a:ext cx="3520745" cy="7773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DCB360-A89B-7B1C-788C-EE7C7489AF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2600" y="1062269"/>
            <a:ext cx="5895975" cy="550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545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7775" y="-4478"/>
            <a:ext cx="9870724" cy="127605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Facet Grids and Categorical Data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3501" y="1125991"/>
            <a:ext cx="10477500" cy="301344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ea typeface="+mn-lt"/>
                <a:cs typeface="+mn-lt"/>
              </a:rPr>
              <a:t>facet grid</a:t>
            </a:r>
            <a:r>
              <a:rPr lang="en-US" dirty="0">
                <a:ea typeface="+mn-lt"/>
                <a:cs typeface="+mn-lt"/>
              </a:rPr>
              <a:t> use for mapping a dataset onto multiple axes in an array format for additional grouping dimensions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ea typeface="+mn-lt"/>
                <a:cs typeface="+mn-lt"/>
              </a:rPr>
              <a:t>Seaborn’s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catplot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method generates faceted plots:</a:t>
            </a:r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8154" y="-18472"/>
            <a:ext cx="842410" cy="8090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66C9E-77C6-8E3A-523E-7438782C2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196" y="1885385"/>
            <a:ext cx="4244708" cy="6782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8A9295-19B6-64BD-8880-5DD3A01DC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5844" y="2563624"/>
            <a:ext cx="8974586" cy="405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7289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0175" y="-4478"/>
            <a:ext cx="9718324" cy="127605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Facet Grids and Categorical Data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1470" y="1666874"/>
            <a:ext cx="5224530" cy="31525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Instead of grouping by ‘time’ using different colors, we can expand another row to present data.</a:t>
            </a:r>
          </a:p>
          <a:p>
            <a:r>
              <a:rPr lang="en-US" dirty="0">
                <a:ea typeface="+mn-lt"/>
                <a:cs typeface="+mn-lt"/>
              </a:rPr>
              <a:t>Each grid is based on time, smoker.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18471"/>
            <a:ext cx="856764" cy="822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DFB0D2-414B-D915-AD1C-9C593DA7B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3849978"/>
            <a:ext cx="3543607" cy="624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639A92-D0ED-5DEF-7C4E-FAA3CA0A6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166" y="940833"/>
            <a:ext cx="5710680" cy="5679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42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-4478"/>
            <a:ext cx="9775474" cy="127605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Facet Grids and Categorical Data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107724" y="1581150"/>
            <a:ext cx="4597751" cy="277531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 err="1">
                <a:ea typeface="+mn-lt"/>
                <a:cs typeface="+mn-lt"/>
              </a:rPr>
              <a:t>catplot</a:t>
            </a:r>
            <a:r>
              <a:rPr lang="en-US" sz="2800" dirty="0">
                <a:ea typeface="+mn-lt"/>
                <a:cs typeface="+mn-lt"/>
              </a:rPr>
              <a:t> supports other types of plots, depending on what you want to show. </a:t>
            </a:r>
            <a:endParaRPr lang="en-US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Example: box plots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-18471"/>
            <a:ext cx="856764" cy="8228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8FEB13-E62E-6366-8CDD-FF900755F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3914752"/>
            <a:ext cx="4078842" cy="5274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D92BC5-9502-F4A2-5F73-F93FF55D9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364" y="1307985"/>
            <a:ext cx="5278324" cy="503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198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5" y="139296"/>
            <a:ext cx="9832624" cy="1276052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Other Python Visualization Tools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73502" y="1415347"/>
            <a:ext cx="10556524" cy="381387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Alternative options for creating graphics that allow dynamic, interactive graphics in Python: </a:t>
            </a:r>
            <a:endParaRPr lang="en-US" dirty="0">
              <a:ea typeface="+mn-lt"/>
              <a:cs typeface="+mn-lt"/>
            </a:endParaRPr>
          </a:p>
          <a:p>
            <a:pPr lvl="1"/>
            <a:r>
              <a:rPr lang="en-US" sz="2400" dirty="0">
                <a:ea typeface="+mn-lt"/>
                <a:cs typeface="+mn-lt"/>
              </a:rPr>
              <a:t>Bokeh (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https://docs.bokeh.org/en/latest/index.html</a:t>
            </a:r>
            <a:r>
              <a:rPr lang="en-US" sz="2400" dirty="0">
                <a:ea typeface="+mn-lt"/>
                <a:cs typeface="+mn-lt"/>
              </a:rPr>
              <a:t>) </a:t>
            </a:r>
            <a:endParaRPr lang="en-US" dirty="0"/>
          </a:p>
          <a:p>
            <a:pPr lvl="1"/>
            <a:r>
              <a:rPr lang="en-US" sz="2400" dirty="0" err="1">
                <a:ea typeface="+mn-lt"/>
                <a:cs typeface="+mn-lt"/>
              </a:rPr>
              <a:t>Plotly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https://github.com/plotly/plotly.py</a:t>
            </a:r>
            <a:r>
              <a:rPr lang="en-US" sz="2400" dirty="0">
                <a:ea typeface="+mn-lt"/>
                <a:cs typeface="+mn-lt"/>
              </a:rPr>
              <a:t>) </a:t>
            </a:r>
            <a:endParaRPr lang="en-US" dirty="0">
              <a:ea typeface="+mn-lt"/>
              <a:cs typeface="+mn-lt"/>
            </a:endParaRPr>
          </a:p>
          <a:p>
            <a:r>
              <a:rPr lang="en-US" sz="3200" dirty="0">
                <a:ea typeface="+mn-lt"/>
                <a:cs typeface="+mn-lt"/>
              </a:rPr>
              <a:t>Static graphics on web: matplotlib </a:t>
            </a:r>
            <a:r>
              <a:rPr lang="en-US" sz="3200" b="1" dirty="0">
                <a:ea typeface="+mn-lt"/>
                <a:cs typeface="+mn-lt"/>
              </a:rPr>
              <a:t>plus add-on libraries like</a:t>
            </a:r>
            <a:r>
              <a:rPr lang="en-US" sz="3200" dirty="0">
                <a:ea typeface="+mn-lt"/>
                <a:cs typeface="+mn-lt"/>
              </a:rPr>
              <a:t> pandas and </a:t>
            </a:r>
            <a:r>
              <a:rPr lang="en-US" sz="3200" dirty="0">
                <a:ea typeface="+mn-lt"/>
                <a:cs typeface="+mn-lt"/>
                <a:hlinkClick r:id="rId2"/>
              </a:rPr>
              <a:t>seaborn</a:t>
            </a:r>
            <a:r>
              <a:rPr lang="en-US" sz="3200" dirty="0">
                <a:ea typeface="+mn-lt"/>
                <a:cs typeface="+mn-lt"/>
              </a:rPr>
              <a:t> </a:t>
            </a:r>
            <a:endParaRPr lang="en-US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8236" y="-18471"/>
            <a:ext cx="852328" cy="8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356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DE8E1-9D23-9CE7-5D84-FFFCE9ABE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89A6B-7C20-F5ED-F3F9-C9B3719CC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10055979" cy="3493588"/>
          </a:xfrm>
        </p:spPr>
        <p:txBody>
          <a:bodyPr>
            <a:normAutofit/>
          </a:bodyPr>
          <a:lstStyle/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94B4A30-EA5F-6867-74AF-6E01A52C8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163054-73BC-7ECF-4A2A-03769B76E9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2C2DC6-F462-3BA2-E52D-41F0A439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AFA6ABF-C959-8D2B-7B38-DF77B18ED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7EF7AC3-C3E6-93CC-62BF-EE0260349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BBBF24B-66D8-566C-A664-78BE45CB51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255B2FE-9C82-E32B-79CA-BEB0683C8E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FD469D4-5943-58C1-C1BA-EE7DFBF18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FE431A24-07B4-C471-3516-BC18CA08B0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70C3C397-FEBD-1180-6455-DA2C0CFB92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FBA4A28-4470-9620-D27B-4D85C10D03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96B6091F-1375-1AE2-DB5E-B82D4B6ABF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4017C50-B095-C682-6269-113DD24597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84746541-3B6D-DE2B-4B80-5BFC8DA590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F61DC0C-EC0E-F354-1B99-B0D7B6ADC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FA59680-35C0-D127-97AE-DC3E055BA2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61F0280-9F39-400C-C260-786380334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D49A9E-7739-0B38-F652-74B7E3332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A1EC541-A789-F7A5-3B12-7F0D2C2C1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38A3489-01F0-69AF-F39B-407E4383C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BE4B703-7459-1217-B7CD-BFDCD4F56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E8A3917-AE8D-5045-8A60-3B824BF21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2DD269B-345B-2B0D-2A0F-CCB333D6F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644DC1C4-5258-007B-71F0-5CE6213E6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F70928D-B25B-8EE2-29A2-5C8AC2709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444B964-9837-A3DA-6021-7646DC3F13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2EE5B20-1D9E-CC82-C408-B2214008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288AD5C-CBD1-E179-3B65-A550F1E5E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14103944-7C43-BD2E-5DF2-745E9AF2B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FC05C291-EABE-25F1-06DF-64CCDF54701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008E67-CCE6-240E-A0A5-AC90313D2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E39E904-5817-CC25-B119-1FC34C203D7D}"/>
              </a:ext>
            </a:extLst>
          </p:cNvPr>
          <p:cNvSpPr txBox="1">
            <a:spLocks/>
          </p:cNvSpPr>
          <p:nvPr/>
        </p:nvSpPr>
        <p:spPr>
          <a:xfrm>
            <a:off x="5297763" y="1082673"/>
            <a:ext cx="5751237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6EA15A5-A211-AFE5-F650-1F41F8CD7E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5C43F8EC-A97B-B33F-14FB-DEC39621D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AE9F38-2561-0DC3-0B0C-6B725D4BF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D366F0FD-85D3-8C46-1D93-21042F31F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F9BFC293-76D9-F1FA-6EAF-42810EFBA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EB638B3F-60CC-6EDE-30FA-E29F2C806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32E2C2DE-191E-0345-BFD9-B555F3503A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77D005CD-9EAD-81CB-6431-7BB9CC0A2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15BC8429-9DFA-94B9-32FA-D170E1098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8718898-2843-D991-2788-B23FECD5C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41">
              <a:extLst>
                <a:ext uri="{FF2B5EF4-FFF2-40B4-BE49-F238E27FC236}">
                  <a16:creationId xmlns:a16="http://schemas.microsoft.com/office/drawing/2014/main" id="{C878F859-5D9A-9B7A-B2EB-F328FD2DC1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AAC0C10D-11DF-3355-96FE-C9E0FF53D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5688" y="-9235"/>
            <a:ext cx="985548" cy="94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29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423</TotalTime>
  <Words>1412</Words>
  <Application>Microsoft Office PowerPoint</Application>
  <PresentationFormat>Widescreen</PresentationFormat>
  <Paragraphs>163</Paragraphs>
  <Slides>44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Aptos</vt:lpstr>
      <vt:lpstr>Arial</vt:lpstr>
      <vt:lpstr>Tw Cen MT</vt:lpstr>
      <vt:lpstr>Tw Cen MT</vt:lpstr>
      <vt:lpstr>Circuit</vt:lpstr>
      <vt:lpstr>Module 8:  Data Visualization </vt:lpstr>
      <vt:lpstr>AGENDA</vt:lpstr>
      <vt:lpstr>Plotting and Visualization with matplotlib</vt:lpstr>
      <vt:lpstr>Plotting and Visualization </vt:lpstr>
      <vt:lpstr>matplotlib API</vt:lpstr>
      <vt:lpstr>Figures and Subplots </vt:lpstr>
      <vt:lpstr>Figures and Subplots </vt:lpstr>
      <vt:lpstr>Figures and Subplots </vt:lpstr>
      <vt:lpstr>Figures and Subplots </vt:lpstr>
      <vt:lpstr>Figures and Subplots </vt:lpstr>
      <vt:lpstr>Figures and Subplots </vt:lpstr>
      <vt:lpstr>COLORs and markers </vt:lpstr>
      <vt:lpstr>Colors, Markers, and Line Styles </vt:lpstr>
      <vt:lpstr>Colors, Markers, and Line Styles </vt:lpstr>
      <vt:lpstr>Colors, Markers, and Line Styles </vt:lpstr>
      <vt:lpstr>Colors, Markers, and Line Styles </vt:lpstr>
      <vt:lpstr>Ticks, Labels, and Legends </vt:lpstr>
      <vt:lpstr>Setting the title, axis labels, ticks, and ticklabels </vt:lpstr>
      <vt:lpstr>Setting the title, axis labels, ticks, and ticklabels </vt:lpstr>
      <vt:lpstr>Setting the title, axis labels, ticks, and ticklabels </vt:lpstr>
      <vt:lpstr>Ticks, Labels, and Legends: Adding Legend </vt:lpstr>
      <vt:lpstr>Plotting with Pandas and seaborn</vt:lpstr>
      <vt:lpstr>pandas and seaborn </vt:lpstr>
      <vt:lpstr>Line Plots </vt:lpstr>
      <vt:lpstr>Line Plots </vt:lpstr>
      <vt:lpstr>Bar Plots </vt:lpstr>
      <vt:lpstr>Bar Plots </vt:lpstr>
      <vt:lpstr>Bar Plots </vt:lpstr>
      <vt:lpstr>Bar Plots </vt:lpstr>
      <vt:lpstr>Bar Plots </vt:lpstr>
      <vt:lpstr>Bar Plots - seaborn </vt:lpstr>
      <vt:lpstr>Bar Plots - seaborn </vt:lpstr>
      <vt:lpstr>Histograms and Density Plots </vt:lpstr>
      <vt:lpstr>Histograms and Density Plots </vt:lpstr>
      <vt:lpstr>Histograms and Density Plots </vt:lpstr>
      <vt:lpstr>Scatter or Point Plots </vt:lpstr>
      <vt:lpstr>Scatter or Point Plots </vt:lpstr>
      <vt:lpstr>Scatter or Point Plots </vt:lpstr>
      <vt:lpstr>Facet Grids and Categorical Data </vt:lpstr>
      <vt:lpstr>Facet Grids and Categorical Data </vt:lpstr>
      <vt:lpstr>Facet Grids and Categorical Data </vt:lpstr>
      <vt:lpstr>Other Python Visualization Tools 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1</cp:revision>
  <dcterms:created xsi:type="dcterms:W3CDTF">2024-06-04T16:42:17Z</dcterms:created>
  <dcterms:modified xsi:type="dcterms:W3CDTF">2024-08-25T22:23:54Z</dcterms:modified>
</cp:coreProperties>
</file>