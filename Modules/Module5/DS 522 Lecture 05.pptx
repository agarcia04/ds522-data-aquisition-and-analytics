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308" r:id="rId4"/>
    <p:sldId id="282" r:id="rId5"/>
    <p:sldId id="281" r:id="rId6"/>
    <p:sldId id="283" r:id="rId7"/>
    <p:sldId id="285" r:id="rId8"/>
    <p:sldId id="258" r:id="rId9"/>
    <p:sldId id="287" r:id="rId10"/>
    <p:sldId id="261" r:id="rId11"/>
    <p:sldId id="310" r:id="rId12"/>
    <p:sldId id="289" r:id="rId13"/>
    <p:sldId id="288" r:id="rId14"/>
    <p:sldId id="290" r:id="rId15"/>
    <p:sldId id="309" r:id="rId16"/>
    <p:sldId id="291" r:id="rId17"/>
    <p:sldId id="292" r:id="rId18"/>
    <p:sldId id="293" r:id="rId19"/>
    <p:sldId id="299" r:id="rId20"/>
    <p:sldId id="294" r:id="rId21"/>
    <p:sldId id="311" r:id="rId22"/>
    <p:sldId id="295" r:id="rId23"/>
    <p:sldId id="263" r:id="rId24"/>
    <p:sldId id="317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Ata" userId="c8268dc69760c301" providerId="Windows Live" clId="Web-{66EAAC03-7E2A-4F45-8ACF-32C7EA88A4B5}"/>
    <pc:docChg chg="delSld modSld">
      <pc:chgData name="Ezra Ata" userId="c8268dc69760c301" providerId="Windows Live" clId="Web-{66EAAC03-7E2A-4F45-8ACF-32C7EA88A4B5}" dt="2024-07-04T21:44:13.744" v="1196"/>
      <pc:docMkLst>
        <pc:docMk/>
      </pc:docMkLst>
      <pc:sldChg chg="modSp">
        <pc:chgData name="Ezra Ata" userId="c8268dc69760c301" providerId="Windows Live" clId="Web-{66EAAC03-7E2A-4F45-8ACF-32C7EA88A4B5}" dt="2024-07-04T20:45:02.478" v="6" actId="20577"/>
        <pc:sldMkLst>
          <pc:docMk/>
          <pc:sldMk cId="158767598" sldId="256"/>
        </pc:sldMkLst>
        <pc:spChg chg="mod">
          <ac:chgData name="Ezra Ata" userId="c8268dc69760c301" providerId="Windows Live" clId="Web-{66EAAC03-7E2A-4F45-8ACF-32C7EA88A4B5}" dt="2024-07-04T20:45:02.478" v="6" actId="20577"/>
          <ac:spMkLst>
            <pc:docMk/>
            <pc:sldMk cId="158767598" sldId="256"/>
            <ac:spMk id="2" creationId="{6B420F8C-B260-B061-FAEB-456B3F2929EC}"/>
          </ac:spMkLst>
        </pc:spChg>
        <pc:spChg chg="mod">
          <ac:chgData name="Ezra Ata" userId="c8268dc69760c301" providerId="Windows Live" clId="Web-{66EAAC03-7E2A-4F45-8ACF-32C7EA88A4B5}" dt="2024-07-04T20:44:47.696" v="3" actId="20577"/>
          <ac:spMkLst>
            <pc:docMk/>
            <pc:sldMk cId="158767598" sldId="256"/>
            <ac:spMk id="3" creationId="{6B259F20-37AD-8B00-89EB-0FC957CA16C9}"/>
          </ac:spMkLst>
        </pc:spChg>
      </pc:sldChg>
      <pc:sldChg chg="modSp">
        <pc:chgData name="Ezra Ata" userId="c8268dc69760c301" providerId="Windows Live" clId="Web-{66EAAC03-7E2A-4F45-8ACF-32C7EA88A4B5}" dt="2024-07-04T20:45:32.322" v="11" actId="20577"/>
        <pc:sldMkLst>
          <pc:docMk/>
          <pc:sldMk cId="1316968593" sldId="257"/>
        </pc:sldMkLst>
        <pc:graphicFrameChg chg="modGraphic">
          <ac:chgData name="Ezra Ata" userId="c8268dc69760c301" providerId="Windows Live" clId="Web-{66EAAC03-7E2A-4F45-8ACF-32C7EA88A4B5}" dt="2024-07-04T20:45:32.322" v="11" actId="20577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modSp">
        <pc:chgData name="Ezra Ata" userId="c8268dc69760c301" providerId="Windows Live" clId="Web-{66EAAC03-7E2A-4F45-8ACF-32C7EA88A4B5}" dt="2024-07-04T21:03:20.361" v="393" actId="1076"/>
        <pc:sldMkLst>
          <pc:docMk/>
          <pc:sldMk cId="2251826545" sldId="258"/>
        </pc:sldMkLst>
        <pc:spChg chg="mod">
          <ac:chgData name="Ezra Ata" userId="c8268dc69760c301" providerId="Windows Live" clId="Web-{66EAAC03-7E2A-4F45-8ACF-32C7EA88A4B5}" dt="2024-07-04T21:00:36.263" v="335" actId="20577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Ezra Ata" userId="c8268dc69760c301" providerId="Windows Live" clId="Web-{66EAAC03-7E2A-4F45-8ACF-32C7EA88A4B5}" dt="2024-07-04T21:02:30.125" v="374" actId="1076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Ezra Ata" userId="c8268dc69760c301" providerId="Windows Live" clId="Web-{66EAAC03-7E2A-4F45-8ACF-32C7EA88A4B5}" dt="2024-07-04T21:03:06.423" v="388" actId="1076"/>
          <ac:spMkLst>
            <pc:docMk/>
            <pc:sldMk cId="2251826545" sldId="258"/>
            <ac:spMk id="4" creationId="{008CC66E-255E-8999-4618-8164A7128507}"/>
          </ac:spMkLst>
        </pc:spChg>
        <pc:graphicFrameChg chg="add mod modGraphic">
          <ac:chgData name="Ezra Ata" userId="c8268dc69760c301" providerId="Windows Live" clId="Web-{66EAAC03-7E2A-4F45-8ACF-32C7EA88A4B5}" dt="2024-07-04T21:03:20.361" v="393" actId="1076"/>
          <ac:graphicFrameMkLst>
            <pc:docMk/>
            <pc:sldMk cId="2251826545" sldId="258"/>
            <ac:graphicFrameMk id="7" creationId="{48B22D28-1251-A93D-47F3-29518CD8B0B2}"/>
          </ac:graphicFrameMkLst>
        </pc:graphicFrameChg>
      </pc:sldChg>
      <pc:sldChg chg="addSp modSp">
        <pc:chgData name="Ezra Ata" userId="c8268dc69760c301" providerId="Windows Live" clId="Web-{66EAAC03-7E2A-4F45-8ACF-32C7EA88A4B5}" dt="2024-07-04T21:09:10.729" v="515"/>
        <pc:sldMkLst>
          <pc:docMk/>
          <pc:sldMk cId="3392761998" sldId="261"/>
        </pc:sldMkLst>
        <pc:spChg chg="mod">
          <ac:chgData name="Ezra Ata" userId="c8268dc69760c301" providerId="Windows Live" clId="Web-{66EAAC03-7E2A-4F45-8ACF-32C7EA88A4B5}" dt="2024-07-04T21:06:50.397" v="471" actId="20577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Ezra Ata" userId="c8268dc69760c301" providerId="Windows Live" clId="Web-{66EAAC03-7E2A-4F45-8ACF-32C7EA88A4B5}" dt="2024-07-04T21:08:35.087" v="496" actId="20577"/>
          <ac:spMkLst>
            <pc:docMk/>
            <pc:sldMk cId="3392761998" sldId="261"/>
            <ac:spMk id="3" creationId="{FCE55FD6-D68C-6291-B312-70DC1097A5A1}"/>
          </ac:spMkLst>
        </pc:spChg>
        <pc:graphicFrameChg chg="add mod modGraphic">
          <ac:chgData name="Ezra Ata" userId="c8268dc69760c301" providerId="Windows Live" clId="Web-{66EAAC03-7E2A-4F45-8ACF-32C7EA88A4B5}" dt="2024-07-04T21:09:10.729" v="515"/>
          <ac:graphicFrameMkLst>
            <pc:docMk/>
            <pc:sldMk cId="3392761998" sldId="261"/>
            <ac:graphicFrameMk id="6" creationId="{96E30EA4-C5DC-23C7-A36C-113787EACAC2}"/>
          </ac:graphicFrameMkLst>
        </pc:graphicFrameChg>
      </pc:sldChg>
      <pc:sldChg chg="addSp delSp modSp">
        <pc:chgData name="Ezra Ata" userId="c8268dc69760c301" providerId="Windows Live" clId="Web-{66EAAC03-7E2A-4F45-8ACF-32C7EA88A4B5}" dt="2024-07-04T21:44:03.494" v="1191" actId="1076"/>
        <pc:sldMkLst>
          <pc:docMk/>
          <pc:sldMk cId="2972582398" sldId="263"/>
        </pc:sldMkLst>
        <pc:spChg chg="mod">
          <ac:chgData name="Ezra Ata" userId="c8268dc69760c301" providerId="Windows Live" clId="Web-{66EAAC03-7E2A-4F45-8ACF-32C7EA88A4B5}" dt="2024-07-04T21:43:37.931" v="1170" actId="20577"/>
          <ac:spMkLst>
            <pc:docMk/>
            <pc:sldMk cId="2972582398" sldId="263"/>
            <ac:spMk id="2" creationId="{8156B364-19B5-5070-704F-AE2745EB0F50}"/>
          </ac:spMkLst>
        </pc:spChg>
        <pc:spChg chg="del">
          <ac:chgData name="Ezra Ata" userId="c8268dc69760c301" providerId="Windows Live" clId="Web-{66EAAC03-7E2A-4F45-8ACF-32C7EA88A4B5}" dt="2024-07-04T21:42:23.616" v="1143"/>
          <ac:spMkLst>
            <pc:docMk/>
            <pc:sldMk cId="2972582398" sldId="263"/>
            <ac:spMk id="3" creationId="{5D9A3686-6166-7F66-355B-6A11E35A36D4}"/>
          </ac:spMkLst>
        </pc:spChg>
        <pc:spChg chg="add mod">
          <ac:chgData name="Ezra Ata" userId="c8268dc69760c301" providerId="Windows Live" clId="Web-{66EAAC03-7E2A-4F45-8ACF-32C7EA88A4B5}" dt="2024-07-04T21:44:03.494" v="1191" actId="1076"/>
          <ac:spMkLst>
            <pc:docMk/>
            <pc:sldMk cId="2972582398" sldId="263"/>
            <ac:spMk id="5" creationId="{72104943-3C17-8EE6-360E-29CA7E432424}"/>
          </ac:spMkLst>
        </pc:spChg>
        <pc:spChg chg="mod">
          <ac:chgData name="Ezra Ata" userId="c8268dc69760c301" providerId="Windows Live" clId="Web-{66EAAC03-7E2A-4F45-8ACF-32C7EA88A4B5}" dt="2024-07-04T21:43:17.227" v="1161" actId="20577"/>
          <ac:spMkLst>
            <pc:docMk/>
            <pc:sldMk cId="2972582398" sldId="263"/>
            <ac:spMk id="6" creationId="{B58AB795-24AF-5BDC-AF9F-0B7F7A5FF4FF}"/>
          </ac:spMkLst>
        </pc:spChg>
        <pc:picChg chg="add mod">
          <ac:chgData name="Ezra Ata" userId="c8268dc69760c301" providerId="Windows Live" clId="Web-{66EAAC03-7E2A-4F45-8ACF-32C7EA88A4B5}" dt="2024-07-04T21:43:32.977" v="1167" actId="14100"/>
          <ac:picMkLst>
            <pc:docMk/>
            <pc:sldMk cId="2972582398" sldId="263"/>
            <ac:picMk id="4" creationId="{CB1E038E-F38F-1D64-A819-094D883BFAF3}"/>
          </ac:picMkLst>
        </pc:picChg>
      </pc:sldChg>
      <pc:sldChg chg="addSp delSp modSp">
        <pc:chgData name="Ezra Ata" userId="c8268dc69760c301" providerId="Windows Live" clId="Web-{66EAAC03-7E2A-4F45-8ACF-32C7EA88A4B5}" dt="2024-07-04T20:52:22.088" v="133" actId="1076"/>
        <pc:sldMkLst>
          <pc:docMk/>
          <pc:sldMk cId="1765310388" sldId="281"/>
        </pc:sldMkLst>
        <pc:spChg chg="mod">
          <ac:chgData name="Ezra Ata" userId="c8268dc69760c301" providerId="Windows Live" clId="Web-{66EAAC03-7E2A-4F45-8ACF-32C7EA88A4B5}" dt="2024-07-04T20:49:16.036" v="66" actId="1076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Ezra Ata" userId="c8268dc69760c301" providerId="Windows Live" clId="Web-{66EAAC03-7E2A-4F45-8ACF-32C7EA88A4B5}" dt="2024-07-04T20:52:17.713" v="132" actId="1076"/>
          <ac:spMkLst>
            <pc:docMk/>
            <pc:sldMk cId="1765310388" sldId="281"/>
            <ac:spMk id="4" creationId="{CCE1343B-D448-0F3D-2A82-B1953503574C}"/>
          </ac:spMkLst>
        </pc:spChg>
        <pc:spChg chg="add del mod">
          <ac:chgData name="Ezra Ata" userId="c8268dc69760c301" providerId="Windows Live" clId="Web-{66EAAC03-7E2A-4F45-8ACF-32C7EA88A4B5}" dt="2024-07-04T20:49:39.099" v="71"/>
          <ac:spMkLst>
            <pc:docMk/>
            <pc:sldMk cId="1765310388" sldId="281"/>
            <ac:spMk id="5" creationId="{D66A2094-A000-8E0C-1DCF-71759C7DF6D7}"/>
          </ac:spMkLst>
        </pc:spChg>
        <pc:spChg chg="del">
          <ac:chgData name="Ezra Ata" userId="c8268dc69760c301" providerId="Windows Live" clId="Web-{66EAAC03-7E2A-4F45-8ACF-32C7EA88A4B5}" dt="2024-07-04T20:49:32.302" v="70"/>
          <ac:spMkLst>
            <pc:docMk/>
            <pc:sldMk cId="1765310388" sldId="281"/>
            <ac:spMk id="6" creationId="{11976326-1AFF-02CA-58FF-22A4B1856CFF}"/>
          </ac:spMkLst>
        </pc:spChg>
        <pc:spChg chg="add mod">
          <ac:chgData name="Ezra Ata" userId="c8268dc69760c301" providerId="Windows Live" clId="Web-{66EAAC03-7E2A-4F45-8ACF-32C7EA88A4B5}" dt="2024-07-04T20:52:22.088" v="133" actId="1076"/>
          <ac:spMkLst>
            <pc:docMk/>
            <pc:sldMk cId="1765310388" sldId="281"/>
            <ac:spMk id="7" creationId="{8126BE08-D877-E6C5-27AC-F4047B726D7B}"/>
          </ac:spMkLst>
        </pc:spChg>
        <pc:graphicFrameChg chg="add del mod modGraphic">
          <ac:chgData name="Ezra Ata" userId="c8268dc69760c301" providerId="Windows Live" clId="Web-{66EAAC03-7E2A-4F45-8ACF-32C7EA88A4B5}" dt="2024-07-04T20:51:36.243" v="110"/>
          <ac:graphicFrameMkLst>
            <pc:docMk/>
            <pc:sldMk cId="1765310388" sldId="281"/>
            <ac:graphicFrameMk id="10" creationId="{C81CBE5E-24B6-F474-B59C-5A2DC37EAED7}"/>
          </ac:graphicFrameMkLst>
        </pc:graphicFrameChg>
        <pc:graphicFrameChg chg="add mod modGraphic">
          <ac:chgData name="Ezra Ata" userId="c8268dc69760c301" providerId="Windows Live" clId="Web-{66EAAC03-7E2A-4F45-8ACF-32C7EA88A4B5}" dt="2024-07-04T20:52:12.072" v="131"/>
          <ac:graphicFrameMkLst>
            <pc:docMk/>
            <pc:sldMk cId="1765310388" sldId="281"/>
            <ac:graphicFrameMk id="12" creationId="{8F7D18E4-4E75-1889-9697-46B01EAB1354}"/>
          </ac:graphicFrameMkLst>
        </pc:graphicFrameChg>
      </pc:sldChg>
      <pc:sldChg chg="modSp">
        <pc:chgData name="Ezra Ata" userId="c8268dc69760c301" providerId="Windows Live" clId="Web-{66EAAC03-7E2A-4F45-8ACF-32C7EA88A4B5}" dt="2024-07-04T20:48:36.957" v="56" actId="20577"/>
        <pc:sldMkLst>
          <pc:docMk/>
          <pc:sldMk cId="3804984846" sldId="282"/>
        </pc:sldMkLst>
        <pc:spChg chg="mod">
          <ac:chgData name="Ezra Ata" userId="c8268dc69760c301" providerId="Windows Live" clId="Web-{66EAAC03-7E2A-4F45-8ACF-32C7EA88A4B5}" dt="2024-07-04T20:48:36.957" v="56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addSp modSp">
        <pc:chgData name="Ezra Ata" userId="c8268dc69760c301" providerId="Windows Live" clId="Web-{66EAAC03-7E2A-4F45-8ACF-32C7EA88A4B5}" dt="2024-07-04T20:54:54.051" v="176" actId="1076"/>
        <pc:sldMkLst>
          <pc:docMk/>
          <pc:sldMk cId="1439247380" sldId="283"/>
        </pc:sldMkLst>
        <pc:spChg chg="mod">
          <ac:chgData name="Ezra Ata" userId="c8268dc69760c301" providerId="Windows Live" clId="Web-{66EAAC03-7E2A-4F45-8ACF-32C7EA88A4B5}" dt="2024-07-04T20:52:44.292" v="137" actId="20577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Ezra Ata" userId="c8268dc69760c301" providerId="Windows Live" clId="Web-{66EAAC03-7E2A-4F45-8ACF-32C7EA88A4B5}" dt="2024-07-04T20:54:28.378" v="166" actId="20577"/>
          <ac:spMkLst>
            <pc:docMk/>
            <pc:sldMk cId="1439247380" sldId="283"/>
            <ac:spMk id="4" creationId="{CCE1343B-D448-0F3D-2A82-B1953503574C}"/>
          </ac:spMkLst>
        </pc:spChg>
        <pc:spChg chg="mod">
          <ac:chgData name="Ezra Ata" userId="c8268dc69760c301" providerId="Windows Live" clId="Web-{66EAAC03-7E2A-4F45-8ACF-32C7EA88A4B5}" dt="2024-07-04T20:54:54.051" v="176" actId="1076"/>
          <ac:spMkLst>
            <pc:docMk/>
            <pc:sldMk cId="1439247380" sldId="283"/>
            <ac:spMk id="6" creationId="{11976326-1AFF-02CA-58FF-22A4B1856CFF}"/>
          </ac:spMkLst>
        </pc:spChg>
        <pc:graphicFrameChg chg="add mod modGraphic">
          <ac:chgData name="Ezra Ata" userId="c8268dc69760c301" providerId="Windows Live" clId="Web-{66EAAC03-7E2A-4F45-8ACF-32C7EA88A4B5}" dt="2024-07-04T20:54:48.004" v="175" actId="1076"/>
          <ac:graphicFrameMkLst>
            <pc:docMk/>
            <pc:sldMk cId="1439247380" sldId="283"/>
            <ac:graphicFrameMk id="5" creationId="{A1690977-D524-2E4E-8404-F36D39B96BC6}"/>
          </ac:graphicFrameMkLst>
        </pc:graphicFrameChg>
      </pc:sldChg>
      <pc:sldChg chg="addSp modSp">
        <pc:chgData name="Ezra Ata" userId="c8268dc69760c301" providerId="Windows Live" clId="Web-{66EAAC03-7E2A-4F45-8ACF-32C7EA88A4B5}" dt="2024-07-04T20:57:15.445" v="244" actId="20577"/>
        <pc:sldMkLst>
          <pc:docMk/>
          <pc:sldMk cId="2483628239" sldId="284"/>
        </pc:sldMkLst>
        <pc:spChg chg="mod">
          <ac:chgData name="Ezra Ata" userId="c8268dc69760c301" providerId="Windows Live" clId="Web-{66EAAC03-7E2A-4F45-8ACF-32C7EA88A4B5}" dt="2024-07-04T20:55:13.770" v="179" actId="20577"/>
          <ac:spMkLst>
            <pc:docMk/>
            <pc:sldMk cId="2483628239" sldId="284"/>
            <ac:spMk id="2" creationId="{37C1921E-EC87-3861-32D6-1C146BF8C53F}"/>
          </ac:spMkLst>
        </pc:spChg>
        <pc:spChg chg="mod">
          <ac:chgData name="Ezra Ata" userId="c8268dc69760c301" providerId="Windows Live" clId="Web-{66EAAC03-7E2A-4F45-8ACF-32C7EA88A4B5}" dt="2024-07-04T20:57:15.445" v="244" actId="20577"/>
          <ac:spMkLst>
            <pc:docMk/>
            <pc:sldMk cId="2483628239" sldId="284"/>
            <ac:spMk id="3" creationId="{53218095-5B35-A209-D422-57971E5C94BF}"/>
          </ac:spMkLst>
        </pc:spChg>
        <pc:spChg chg="mod">
          <ac:chgData name="Ezra Ata" userId="c8268dc69760c301" providerId="Windows Live" clId="Web-{66EAAC03-7E2A-4F45-8ACF-32C7EA88A4B5}" dt="2024-07-04T20:55:45.599" v="185" actId="20577"/>
          <ac:spMkLst>
            <pc:docMk/>
            <pc:sldMk cId="2483628239" sldId="284"/>
            <ac:spMk id="8" creationId="{1E6B4726-B887-AE65-79C3-09810318F35C}"/>
          </ac:spMkLst>
        </pc:spChg>
        <pc:graphicFrameChg chg="add mod modGraphic">
          <ac:chgData name="Ezra Ata" userId="c8268dc69760c301" providerId="Windows Live" clId="Web-{66EAAC03-7E2A-4F45-8ACF-32C7EA88A4B5}" dt="2024-07-04T20:56:15.959" v="219"/>
          <ac:graphicFrameMkLst>
            <pc:docMk/>
            <pc:sldMk cId="2483628239" sldId="284"/>
            <ac:graphicFrameMk id="6" creationId="{B9BC159F-9D18-AAB8-3D5E-EC873BDE8900}"/>
          </ac:graphicFrameMkLst>
        </pc:graphicFrameChg>
        <pc:graphicFrameChg chg="add mod modGraphic">
          <ac:chgData name="Ezra Ata" userId="c8268dc69760c301" providerId="Windows Live" clId="Web-{66EAAC03-7E2A-4F45-8ACF-32C7EA88A4B5}" dt="2024-07-04T20:57:07.711" v="243"/>
          <ac:graphicFrameMkLst>
            <pc:docMk/>
            <pc:sldMk cId="2483628239" sldId="284"/>
            <ac:graphicFrameMk id="9" creationId="{B3BCEFF5-E743-1DDD-8491-861DA035A0F2}"/>
          </ac:graphicFrameMkLst>
        </pc:graphicFrameChg>
      </pc:sldChg>
      <pc:sldChg chg="addSp modSp">
        <pc:chgData name="Ezra Ata" userId="c8268dc69760c301" providerId="Windows Live" clId="Web-{66EAAC03-7E2A-4F45-8ACF-32C7EA88A4B5}" dt="2024-07-04T21:00:07.981" v="333" actId="1076"/>
        <pc:sldMkLst>
          <pc:docMk/>
          <pc:sldMk cId="1267315013" sldId="285"/>
        </pc:sldMkLst>
        <pc:spChg chg="mod">
          <ac:chgData name="Ezra Ata" userId="c8268dc69760c301" providerId="Windows Live" clId="Web-{66EAAC03-7E2A-4F45-8ACF-32C7EA88A4B5}" dt="2024-07-04T20:57:43.618" v="250" actId="1076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Ezra Ata" userId="c8268dc69760c301" providerId="Windows Live" clId="Web-{66EAAC03-7E2A-4F45-8ACF-32C7EA88A4B5}" dt="2024-07-04T21:00:07.981" v="333" actId="1076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Ezra Ata" userId="c8268dc69760c301" providerId="Windows Live" clId="Web-{66EAAC03-7E2A-4F45-8ACF-32C7EA88A4B5}" dt="2024-07-04T20:58:32.760" v="271" actId="20577"/>
          <ac:spMkLst>
            <pc:docMk/>
            <pc:sldMk cId="1267315013" sldId="285"/>
            <ac:spMk id="4" creationId="{D98D57D9-8B39-B36A-7BD4-957C49BECAD3}"/>
          </ac:spMkLst>
        </pc:spChg>
        <pc:graphicFrameChg chg="add mod modGraphic">
          <ac:chgData name="Ezra Ata" userId="c8268dc69760c301" providerId="Windows Live" clId="Web-{66EAAC03-7E2A-4F45-8ACF-32C7EA88A4B5}" dt="2024-07-04T20:58:48.573" v="291"/>
          <ac:graphicFrameMkLst>
            <pc:docMk/>
            <pc:sldMk cId="1267315013" sldId="285"/>
            <ac:graphicFrameMk id="7" creationId="{4A338E35-DE90-7093-168B-5A58B7D8C2B9}"/>
          </ac:graphicFrameMkLst>
        </pc:graphicFrameChg>
        <pc:graphicFrameChg chg="add mod modGraphic">
          <ac:chgData name="Ezra Ata" userId="c8268dc69760c301" providerId="Windows Live" clId="Web-{66EAAC03-7E2A-4F45-8ACF-32C7EA88A4B5}" dt="2024-07-04T20:59:56.871" v="331"/>
          <ac:graphicFrameMkLst>
            <pc:docMk/>
            <pc:sldMk cId="1267315013" sldId="285"/>
            <ac:graphicFrameMk id="9" creationId="{1E25713C-9CF0-F0C9-8E25-03207E1E3894}"/>
          </ac:graphicFrameMkLst>
        </pc:graphicFrameChg>
      </pc:sldChg>
      <pc:sldChg chg="addSp modSp">
        <pc:chgData name="Ezra Ata" userId="c8268dc69760c301" providerId="Windows Live" clId="Web-{66EAAC03-7E2A-4F45-8ACF-32C7EA88A4B5}" dt="2024-07-04T21:06:22.897" v="468"/>
        <pc:sldMkLst>
          <pc:docMk/>
          <pc:sldMk cId="1269482941" sldId="287"/>
        </pc:sldMkLst>
        <pc:spChg chg="mod">
          <ac:chgData name="Ezra Ata" userId="c8268dc69760c301" providerId="Windows Live" clId="Web-{66EAAC03-7E2A-4F45-8ACF-32C7EA88A4B5}" dt="2024-07-04T21:03:52.627" v="396" actId="20577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Ezra Ata" userId="c8268dc69760c301" providerId="Windows Live" clId="Web-{66EAAC03-7E2A-4F45-8ACF-32C7EA88A4B5}" dt="2024-07-04T21:05:18.020" v="416" actId="20577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Ezra Ata" userId="c8268dc69760c301" providerId="Windows Live" clId="Web-{66EAAC03-7E2A-4F45-8ACF-32C7EA88A4B5}" dt="2024-07-04T21:05:59.662" v="439" actId="1076"/>
          <ac:spMkLst>
            <pc:docMk/>
            <pc:sldMk cId="1269482941" sldId="287"/>
            <ac:spMk id="4" creationId="{008CC66E-255E-8999-4618-8164A7128507}"/>
          </ac:spMkLst>
        </pc:spChg>
        <pc:graphicFrameChg chg="add mod modGraphic">
          <ac:chgData name="Ezra Ata" userId="c8268dc69760c301" providerId="Windows Live" clId="Web-{66EAAC03-7E2A-4F45-8ACF-32C7EA88A4B5}" dt="2024-07-04T21:06:22.897" v="468"/>
          <ac:graphicFrameMkLst>
            <pc:docMk/>
            <pc:sldMk cId="1269482941" sldId="287"/>
            <ac:graphicFrameMk id="7" creationId="{75CC9028-8897-F546-47BF-5DC83E6F25EC}"/>
          </ac:graphicFrameMkLst>
        </pc:graphicFrameChg>
      </pc:sldChg>
      <pc:sldChg chg="addSp modSp">
        <pc:chgData name="Ezra Ata" userId="c8268dc69760c301" providerId="Windows Live" clId="Web-{66EAAC03-7E2A-4F45-8ACF-32C7EA88A4B5}" dt="2024-07-04T21:15:46.917" v="672" actId="1076"/>
        <pc:sldMkLst>
          <pc:docMk/>
          <pc:sldMk cId="3894976984" sldId="288"/>
        </pc:sldMkLst>
        <pc:spChg chg="mod">
          <ac:chgData name="Ezra Ata" userId="c8268dc69760c301" providerId="Windows Live" clId="Web-{66EAAC03-7E2A-4F45-8ACF-32C7EA88A4B5}" dt="2024-07-04T21:12:14.124" v="567" actId="1076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13:58.883" v="610" actId="20577"/>
          <ac:spMkLst>
            <pc:docMk/>
            <pc:sldMk cId="3894976984" sldId="288"/>
            <ac:spMk id="4" creationId="{AE510471-877D-E8CD-62A0-16E26F909B3A}"/>
          </ac:spMkLst>
        </pc:spChg>
        <pc:spChg chg="add mod">
          <ac:chgData name="Ezra Ata" userId="c8268dc69760c301" providerId="Windows Live" clId="Web-{66EAAC03-7E2A-4F45-8ACF-32C7EA88A4B5}" dt="2024-07-04T21:15:28.526" v="653" actId="20577"/>
          <ac:spMkLst>
            <pc:docMk/>
            <pc:sldMk cId="3894976984" sldId="288"/>
            <ac:spMk id="6" creationId="{0E351CE6-16D2-08A2-E8CC-492DEFFAFAD6}"/>
          </ac:spMkLst>
        </pc:spChg>
        <pc:graphicFrameChg chg="add mod modGraphic">
          <ac:chgData name="Ezra Ata" userId="c8268dc69760c301" providerId="Windows Live" clId="Web-{66EAAC03-7E2A-4F45-8ACF-32C7EA88A4B5}" dt="2024-07-04T21:15:46.917" v="672" actId="1076"/>
          <ac:graphicFrameMkLst>
            <pc:docMk/>
            <pc:sldMk cId="3894976984" sldId="288"/>
            <ac:graphicFrameMk id="5" creationId="{1D015F32-4A6C-381E-916C-8BFFA592F9F7}"/>
          </ac:graphicFrameMkLst>
        </pc:graphicFrameChg>
      </pc:sldChg>
      <pc:sldChg chg="addSp delSp modSp">
        <pc:chgData name="Ezra Ata" userId="c8268dc69760c301" providerId="Windows Live" clId="Web-{66EAAC03-7E2A-4F45-8ACF-32C7EA88A4B5}" dt="2024-07-04T21:11:32.951" v="558" actId="1076"/>
        <pc:sldMkLst>
          <pc:docMk/>
          <pc:sldMk cId="1766831829" sldId="289"/>
        </pc:sldMkLst>
        <pc:spChg chg="mod">
          <ac:chgData name="Ezra Ata" userId="c8268dc69760c301" providerId="Windows Live" clId="Web-{66EAAC03-7E2A-4F45-8ACF-32C7EA88A4B5}" dt="2024-07-04T21:10:19.856" v="536" actId="1076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Ezra Ata" userId="c8268dc69760c301" providerId="Windows Live" clId="Web-{66EAAC03-7E2A-4F45-8ACF-32C7EA88A4B5}" dt="2024-07-04T21:10:07.340" v="533" actId="1076"/>
          <ac:spMkLst>
            <pc:docMk/>
            <pc:sldMk cId="1766831829" sldId="289"/>
            <ac:spMk id="4" creationId="{CCE1343B-D448-0F3D-2A82-B1953503574C}"/>
          </ac:spMkLst>
        </pc:spChg>
        <pc:spChg chg="add del mod">
          <ac:chgData name="Ezra Ata" userId="c8268dc69760c301" providerId="Windows Live" clId="Web-{66EAAC03-7E2A-4F45-8ACF-32C7EA88A4B5}" dt="2024-07-04T21:09:50.324" v="524"/>
          <ac:spMkLst>
            <pc:docMk/>
            <pc:sldMk cId="1766831829" sldId="289"/>
            <ac:spMk id="6" creationId="{F2447532-F931-EA4F-4BDB-958899963163}"/>
          </ac:spMkLst>
        </pc:spChg>
        <pc:spChg chg="del">
          <ac:chgData name="Ezra Ata" userId="c8268dc69760c301" providerId="Windows Live" clId="Web-{66EAAC03-7E2A-4F45-8ACF-32C7EA88A4B5}" dt="2024-07-04T21:09:46.855" v="523"/>
          <ac:spMkLst>
            <pc:docMk/>
            <pc:sldMk cId="1766831829" sldId="289"/>
            <ac:spMk id="8" creationId="{1E6B4726-B887-AE65-79C3-09810318F35C}"/>
          </ac:spMkLst>
        </pc:spChg>
        <pc:picChg chg="mod">
          <ac:chgData name="Ezra Ata" userId="c8268dc69760c301" providerId="Windows Live" clId="Web-{66EAAC03-7E2A-4F45-8ACF-32C7EA88A4B5}" dt="2024-07-04T21:10:14.668" v="535" actId="1076"/>
          <ac:picMkLst>
            <pc:docMk/>
            <pc:sldMk cId="1766831829" sldId="289"/>
            <ac:picMk id="5" creationId="{588E5B1E-25ED-E47C-9657-A6C76AB84E3E}"/>
          </ac:picMkLst>
        </pc:picChg>
        <pc:picChg chg="add mod">
          <ac:chgData name="Ezra Ata" userId="c8268dc69760c301" providerId="Windows Live" clId="Web-{66EAAC03-7E2A-4F45-8ACF-32C7EA88A4B5}" dt="2024-07-04T21:11:32.951" v="558" actId="1076"/>
          <ac:picMkLst>
            <pc:docMk/>
            <pc:sldMk cId="1766831829" sldId="289"/>
            <ac:picMk id="7" creationId="{30819086-5713-8D47-29F3-6A22CBC699BB}"/>
          </ac:picMkLst>
        </pc:picChg>
        <pc:picChg chg="add del mod">
          <ac:chgData name="Ezra Ata" userId="c8268dc69760c301" providerId="Windows Live" clId="Web-{66EAAC03-7E2A-4F45-8ACF-32C7EA88A4B5}" dt="2024-07-04T21:10:39.669" v="542"/>
          <ac:picMkLst>
            <pc:docMk/>
            <pc:sldMk cId="1766831829" sldId="289"/>
            <ac:picMk id="9" creationId="{A947C63A-CB88-D72D-1B31-59F09DA6D28A}"/>
          </ac:picMkLst>
        </pc:picChg>
        <pc:picChg chg="add mod">
          <ac:chgData name="Ezra Ata" userId="c8268dc69760c301" providerId="Windows Live" clId="Web-{66EAAC03-7E2A-4F45-8ACF-32C7EA88A4B5}" dt="2024-07-04T21:11:13.357" v="554" actId="14100"/>
          <ac:picMkLst>
            <pc:docMk/>
            <pc:sldMk cId="1766831829" sldId="289"/>
            <ac:picMk id="10" creationId="{AE9B51F2-6C17-08B5-B49A-427C4DAD21D6}"/>
          </ac:picMkLst>
        </pc:picChg>
      </pc:sldChg>
      <pc:sldChg chg="addSp delSp modSp">
        <pc:chgData name="Ezra Ata" userId="c8268dc69760c301" providerId="Windows Live" clId="Web-{66EAAC03-7E2A-4F45-8ACF-32C7EA88A4B5}" dt="2024-07-04T21:19:06.641" v="761"/>
        <pc:sldMkLst>
          <pc:docMk/>
          <pc:sldMk cId="570267780" sldId="290"/>
        </pc:sldMkLst>
        <pc:spChg chg="mod">
          <ac:chgData name="Ezra Ata" userId="c8268dc69760c301" providerId="Windows Live" clId="Web-{66EAAC03-7E2A-4F45-8ACF-32C7EA88A4B5}" dt="2024-07-04T21:16:05.933" v="676" actId="1076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18:33.858" v="735" actId="20577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17:05.450" v="708" actId="1076"/>
          <ac:spMkLst>
            <pc:docMk/>
            <pc:sldMk cId="570267780" sldId="290"/>
            <ac:spMk id="6" creationId="{B58AB795-24AF-5BDC-AF9F-0B7F7A5FF4FF}"/>
          </ac:spMkLst>
        </pc:spChg>
        <pc:spChg chg="del mod">
          <ac:chgData name="Ezra Ata" userId="c8268dc69760c301" providerId="Windows Live" clId="Web-{66EAAC03-7E2A-4F45-8ACF-32C7EA88A4B5}" dt="2024-07-04T21:17:23.325" v="712"/>
          <ac:spMkLst>
            <pc:docMk/>
            <pc:sldMk cId="570267780" sldId="290"/>
            <ac:spMk id="10" creationId="{52C00B88-471C-69C1-5CB9-8506997546E2}"/>
          </ac:spMkLst>
        </pc:spChg>
        <pc:graphicFrameChg chg="add mod modGraphic">
          <ac:chgData name="Ezra Ata" userId="c8268dc69760c301" providerId="Windows Live" clId="Web-{66EAAC03-7E2A-4F45-8ACF-32C7EA88A4B5}" dt="2024-07-04T21:19:06.641" v="761"/>
          <ac:graphicFrameMkLst>
            <pc:docMk/>
            <pc:sldMk cId="570267780" sldId="290"/>
            <ac:graphicFrameMk id="5" creationId="{5CDE0B76-0CB7-0657-D520-4352FCA99BAE}"/>
          </ac:graphicFrameMkLst>
        </pc:graphicFrameChg>
        <pc:graphicFrameChg chg="del">
          <ac:chgData name="Ezra Ata" userId="c8268dc69760c301" providerId="Windows Live" clId="Web-{66EAAC03-7E2A-4F45-8ACF-32C7EA88A4B5}" dt="2024-07-04T21:17:11.403" v="709"/>
          <ac:graphicFrameMkLst>
            <pc:docMk/>
            <pc:sldMk cId="570267780" sldId="290"/>
            <ac:graphicFrameMk id="12" creationId="{AD33BF19-DB8A-B3C7-CD92-02404C03163B}"/>
          </ac:graphicFrameMkLst>
        </pc:graphicFrameChg>
      </pc:sldChg>
      <pc:sldChg chg="modSp">
        <pc:chgData name="Ezra Ata" userId="c8268dc69760c301" providerId="Windows Live" clId="Web-{66EAAC03-7E2A-4F45-8ACF-32C7EA88A4B5}" dt="2024-07-04T21:26:30.277" v="885" actId="20577"/>
        <pc:sldMkLst>
          <pc:docMk/>
          <pc:sldMk cId="3773754648" sldId="291"/>
        </pc:sldMkLst>
        <pc:spChg chg="mod">
          <ac:chgData name="Ezra Ata" userId="c8268dc69760c301" providerId="Windows Live" clId="Web-{66EAAC03-7E2A-4F45-8ACF-32C7EA88A4B5}" dt="2024-07-04T21:24:08.992" v="853" actId="20577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25:23.744" v="871" actId="1076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26:30.277" v="885" actId="20577"/>
          <ac:spMkLst>
            <pc:docMk/>
            <pc:sldMk cId="3773754648" sldId="291"/>
            <ac:spMk id="12" creationId="{07310B4C-2FFE-037A-F3D5-1AA439EF61A7}"/>
          </ac:spMkLst>
        </pc:spChg>
      </pc:sldChg>
      <pc:sldChg chg="delSp modSp">
        <pc:chgData name="Ezra Ata" userId="c8268dc69760c301" providerId="Windows Live" clId="Web-{66EAAC03-7E2A-4F45-8ACF-32C7EA88A4B5}" dt="2024-07-04T21:32:08.705" v="943" actId="20577"/>
        <pc:sldMkLst>
          <pc:docMk/>
          <pc:sldMk cId="799708198" sldId="292"/>
        </pc:sldMkLst>
        <pc:spChg chg="mod">
          <ac:chgData name="Ezra Ata" userId="c8268dc69760c301" providerId="Windows Live" clId="Web-{66EAAC03-7E2A-4F45-8ACF-32C7EA88A4B5}" dt="2024-07-04T21:28:28.514" v="892" actId="1076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30:48.890" v="913" actId="20577"/>
          <ac:spMkLst>
            <pc:docMk/>
            <pc:sldMk cId="799708198" sldId="292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32:08.705" v="943" actId="20577"/>
          <ac:spMkLst>
            <pc:docMk/>
            <pc:sldMk cId="799708198" sldId="292"/>
            <ac:spMk id="11" creationId="{EBAB570D-238A-7D31-2F90-A2F436A9C912}"/>
          </ac:spMkLst>
        </pc:spChg>
        <pc:graphicFrameChg chg="del">
          <ac:chgData name="Ezra Ata" userId="c8268dc69760c301" providerId="Windows Live" clId="Web-{66EAAC03-7E2A-4F45-8ACF-32C7EA88A4B5}" dt="2024-07-04T21:26:33.949" v="886"/>
          <ac:graphicFrameMkLst>
            <pc:docMk/>
            <pc:sldMk cId="799708198" sldId="292"/>
            <ac:graphicFrameMk id="5" creationId="{CCF7E466-8A98-AE78-0663-07972E0CD9F5}"/>
          </ac:graphicFrameMkLst>
        </pc:graphicFrameChg>
        <pc:graphicFrameChg chg="del">
          <ac:chgData name="Ezra Ata" userId="c8268dc69760c301" providerId="Windows Live" clId="Web-{66EAAC03-7E2A-4F45-8ACF-32C7EA88A4B5}" dt="2024-07-04T21:26:35.543" v="887"/>
          <ac:graphicFrameMkLst>
            <pc:docMk/>
            <pc:sldMk cId="799708198" sldId="292"/>
            <ac:graphicFrameMk id="13" creationId="{9FF75FB2-96D8-FC68-C512-22573FCED615}"/>
          </ac:graphicFrameMkLst>
        </pc:graphicFrameChg>
      </pc:sldChg>
      <pc:sldChg chg="addSp delSp modSp">
        <pc:chgData name="Ezra Ata" userId="c8268dc69760c301" providerId="Windows Live" clId="Web-{66EAAC03-7E2A-4F45-8ACF-32C7EA88A4B5}" dt="2024-07-04T21:34:19.381" v="981" actId="20577"/>
        <pc:sldMkLst>
          <pc:docMk/>
          <pc:sldMk cId="4183094101" sldId="293"/>
        </pc:sldMkLst>
        <pc:spChg chg="mod">
          <ac:chgData name="Ezra Ata" userId="c8268dc69760c301" providerId="Windows Live" clId="Web-{66EAAC03-7E2A-4F45-8ACF-32C7EA88A4B5}" dt="2024-07-04T21:32:25.284" v="947" actId="20577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32:51.800" v="953" actId="20577"/>
          <ac:spMkLst>
            <pc:docMk/>
            <pc:sldMk cId="4183094101" sldId="293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34:19.381" v="981" actId="20577"/>
          <ac:spMkLst>
            <pc:docMk/>
            <pc:sldMk cId="4183094101" sldId="293"/>
            <ac:spMk id="12" creationId="{07310B4C-2FFE-037A-F3D5-1AA439EF61A7}"/>
          </ac:spMkLst>
        </pc:spChg>
        <pc:graphicFrameChg chg="del">
          <ac:chgData name="Ezra Ata" userId="c8268dc69760c301" providerId="Windows Live" clId="Web-{66EAAC03-7E2A-4F45-8ACF-32C7EA88A4B5}" dt="2024-07-04T21:32:52.644" v="954"/>
          <ac:graphicFrameMkLst>
            <pc:docMk/>
            <pc:sldMk cId="4183094101" sldId="293"/>
            <ac:graphicFrameMk id="5" creationId="{17B2CD92-70F9-3BE2-9F8B-B4939EB8AD33}"/>
          </ac:graphicFrameMkLst>
        </pc:graphicFrameChg>
        <pc:graphicFrameChg chg="add mod modGraphic">
          <ac:chgData name="Ezra Ata" userId="c8268dc69760c301" providerId="Windows Live" clId="Web-{66EAAC03-7E2A-4F45-8ACF-32C7EA88A4B5}" dt="2024-07-04T21:33:02.941" v="965"/>
          <ac:graphicFrameMkLst>
            <pc:docMk/>
            <pc:sldMk cId="4183094101" sldId="293"/>
            <ac:graphicFrameMk id="6" creationId="{19D2AD7C-829A-B9E7-513F-A2016E7464D3}"/>
          </ac:graphicFrameMkLst>
        </pc:graphicFrameChg>
        <pc:graphicFrameChg chg="del">
          <ac:chgData name="Ezra Ata" userId="c8268dc69760c301" providerId="Windows Live" clId="Web-{66EAAC03-7E2A-4F45-8ACF-32C7EA88A4B5}" dt="2024-07-04T21:33:10.004" v="967"/>
          <ac:graphicFrameMkLst>
            <pc:docMk/>
            <pc:sldMk cId="4183094101" sldId="293"/>
            <ac:graphicFrameMk id="8" creationId="{4EC20DF4-8679-B77A-770F-566875EE3605}"/>
          </ac:graphicFrameMkLst>
        </pc:graphicFrameChg>
      </pc:sldChg>
      <pc:sldChg chg="addSp delSp modSp">
        <pc:chgData name="Ezra Ata" userId="c8268dc69760c301" providerId="Windows Live" clId="Web-{66EAAC03-7E2A-4F45-8ACF-32C7EA88A4B5}" dt="2024-07-04T21:39:01.234" v="1084"/>
        <pc:sldMkLst>
          <pc:docMk/>
          <pc:sldMk cId="3366650810" sldId="294"/>
        </pc:sldMkLst>
        <pc:spChg chg="mod">
          <ac:chgData name="Ezra Ata" userId="c8268dc69760c301" providerId="Windows Live" clId="Web-{66EAAC03-7E2A-4F45-8ACF-32C7EA88A4B5}" dt="2024-07-04T21:37:38.388" v="1050" actId="1076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38:28.842" v="1064" actId="20577"/>
          <ac:spMkLst>
            <pc:docMk/>
            <pc:sldMk cId="3366650810" sldId="294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38:51.609" v="1073" actId="1076"/>
          <ac:spMkLst>
            <pc:docMk/>
            <pc:sldMk cId="3366650810" sldId="294"/>
            <ac:spMk id="5" creationId="{ACFF8F32-C780-4169-2CEA-0A3FACE998FD}"/>
          </ac:spMkLst>
        </pc:spChg>
        <pc:spChg chg="del mod">
          <ac:chgData name="Ezra Ata" userId="c8268dc69760c301" providerId="Windows Live" clId="Web-{66EAAC03-7E2A-4F45-8ACF-32C7EA88A4B5}" dt="2024-07-04T21:38:12.326" v="1058"/>
          <ac:spMkLst>
            <pc:docMk/>
            <pc:sldMk cId="3366650810" sldId="294"/>
            <ac:spMk id="8" creationId="{A2A47E56-9096-4340-D35C-C4F6A923B961}"/>
          </ac:spMkLst>
        </pc:spChg>
        <pc:graphicFrameChg chg="del">
          <ac:chgData name="Ezra Ata" userId="c8268dc69760c301" providerId="Windows Live" clId="Web-{66EAAC03-7E2A-4F45-8ACF-32C7EA88A4B5}" dt="2024-07-04T21:37:20.684" v="1046"/>
          <ac:graphicFrameMkLst>
            <pc:docMk/>
            <pc:sldMk cId="3366650810" sldId="294"/>
            <ac:graphicFrameMk id="6" creationId="{7DDC0816-F762-5653-AFDE-1475554E9E3E}"/>
          </ac:graphicFrameMkLst>
        </pc:graphicFrameChg>
        <pc:graphicFrameChg chg="add mod modGraphic">
          <ac:chgData name="Ezra Ata" userId="c8268dc69760c301" providerId="Windows Live" clId="Web-{66EAAC03-7E2A-4F45-8ACF-32C7EA88A4B5}" dt="2024-07-04T21:39:01.234" v="1084"/>
          <ac:graphicFrameMkLst>
            <pc:docMk/>
            <pc:sldMk cId="3366650810" sldId="294"/>
            <ac:graphicFrameMk id="9" creationId="{820099AE-5585-3F6F-0DF5-B574D049D969}"/>
          </ac:graphicFrameMkLst>
        </pc:graphicFrameChg>
        <pc:graphicFrameChg chg="del">
          <ac:chgData name="Ezra Ata" userId="c8268dc69760c301" providerId="Windows Live" clId="Web-{66EAAC03-7E2A-4F45-8ACF-32C7EA88A4B5}" dt="2024-07-04T21:37:19.012" v="1045"/>
          <ac:graphicFrameMkLst>
            <pc:docMk/>
            <pc:sldMk cId="3366650810" sldId="294"/>
            <ac:graphicFrameMk id="11" creationId="{183D86D0-4987-E871-E702-C9A6707AB1A1}"/>
          </ac:graphicFrameMkLst>
        </pc:graphicFrameChg>
      </pc:sldChg>
      <pc:sldChg chg="delSp modSp">
        <pc:chgData name="Ezra Ata" userId="c8268dc69760c301" providerId="Windows Live" clId="Web-{66EAAC03-7E2A-4F45-8ACF-32C7EA88A4B5}" dt="2024-07-04T21:41:42.599" v="1137" actId="20577"/>
        <pc:sldMkLst>
          <pc:docMk/>
          <pc:sldMk cId="3711437500" sldId="295"/>
        </pc:sldMkLst>
        <pc:spChg chg="mod">
          <ac:chgData name="Ezra Ata" userId="c8268dc69760c301" providerId="Windows Live" clId="Web-{66EAAC03-7E2A-4F45-8ACF-32C7EA88A4B5}" dt="2024-07-04T21:39:45.642" v="1099" actId="20577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41:01.410" v="1118" actId="20577"/>
          <ac:spMkLst>
            <pc:docMk/>
            <pc:sldMk cId="3711437500" sldId="295"/>
            <ac:spMk id="4" creationId="{AE510471-877D-E8CD-62A0-16E26F909B3A}"/>
          </ac:spMkLst>
        </pc:spChg>
        <pc:spChg chg="del">
          <ac:chgData name="Ezra Ata" userId="c8268dc69760c301" providerId="Windows Live" clId="Web-{66EAAC03-7E2A-4F45-8ACF-32C7EA88A4B5}" dt="2024-07-04T21:39:17.485" v="1093"/>
          <ac:spMkLst>
            <pc:docMk/>
            <pc:sldMk cId="3711437500" sldId="295"/>
            <ac:spMk id="8" creationId="{E1BFF365-171C-89F5-2863-F400FFFECAA3}"/>
          </ac:spMkLst>
        </pc:spChg>
        <pc:spChg chg="mod">
          <ac:chgData name="Ezra Ata" userId="c8268dc69760c301" providerId="Windows Live" clId="Web-{66EAAC03-7E2A-4F45-8ACF-32C7EA88A4B5}" dt="2024-07-04T21:41:42.599" v="1137" actId="20577"/>
          <ac:spMkLst>
            <pc:docMk/>
            <pc:sldMk cId="3711437500" sldId="295"/>
            <ac:spMk id="12" creationId="{07310B4C-2FFE-037A-F3D5-1AA439EF61A7}"/>
          </ac:spMkLst>
        </pc:spChg>
        <pc:graphicFrameChg chg="del">
          <ac:chgData name="Ezra Ata" userId="c8268dc69760c301" providerId="Windows Live" clId="Web-{66EAAC03-7E2A-4F45-8ACF-32C7EA88A4B5}" dt="2024-07-04T21:39:09.281" v="1086"/>
          <ac:graphicFrameMkLst>
            <pc:docMk/>
            <pc:sldMk cId="3711437500" sldId="295"/>
            <ac:graphicFrameMk id="5" creationId="{0B11E447-F9F4-AD23-311A-DDBC5AB29FAE}"/>
          </ac:graphicFrameMkLst>
        </pc:graphicFrameChg>
        <pc:graphicFrameChg chg="del">
          <ac:chgData name="Ezra Ata" userId="c8268dc69760c301" providerId="Windows Live" clId="Web-{66EAAC03-7E2A-4F45-8ACF-32C7EA88A4B5}" dt="2024-07-04T21:39:08.187" v="1085"/>
          <ac:graphicFrameMkLst>
            <pc:docMk/>
            <pc:sldMk cId="3711437500" sldId="295"/>
            <ac:graphicFrameMk id="6" creationId="{BADA0626-F804-71D0-E8FD-68CB8F2587D4}"/>
          </ac:graphicFrameMkLst>
        </pc:graphicFrameChg>
      </pc:sldChg>
      <pc:sldChg chg="del">
        <pc:chgData name="Ezra Ata" userId="c8268dc69760c301" providerId="Windows Live" clId="Web-{66EAAC03-7E2A-4F45-8ACF-32C7EA88A4B5}" dt="2024-07-04T21:44:09.166" v="1192"/>
        <pc:sldMkLst>
          <pc:docMk/>
          <pc:sldMk cId="244083340" sldId="296"/>
        </pc:sldMkLst>
      </pc:sldChg>
      <pc:sldChg chg="del">
        <pc:chgData name="Ezra Ata" userId="c8268dc69760c301" providerId="Windows Live" clId="Web-{66EAAC03-7E2A-4F45-8ACF-32C7EA88A4B5}" dt="2024-07-04T21:44:10.604" v="1193"/>
        <pc:sldMkLst>
          <pc:docMk/>
          <pc:sldMk cId="1972997762" sldId="297"/>
        </pc:sldMkLst>
      </pc:sldChg>
      <pc:sldChg chg="del">
        <pc:chgData name="Ezra Ata" userId="c8268dc69760c301" providerId="Windows Live" clId="Web-{66EAAC03-7E2A-4F45-8ACF-32C7EA88A4B5}" dt="2024-07-04T21:44:11.901" v="1194"/>
        <pc:sldMkLst>
          <pc:docMk/>
          <pc:sldMk cId="1678274442" sldId="298"/>
        </pc:sldMkLst>
      </pc:sldChg>
      <pc:sldChg chg="addSp modSp">
        <pc:chgData name="Ezra Ata" userId="c8268dc69760c301" providerId="Windows Live" clId="Web-{66EAAC03-7E2A-4F45-8ACF-32C7EA88A4B5}" dt="2024-07-04T21:37:12.060" v="1044" actId="1076"/>
        <pc:sldMkLst>
          <pc:docMk/>
          <pc:sldMk cId="2413278030" sldId="299"/>
        </pc:sldMkLst>
        <pc:spChg chg="mod">
          <ac:chgData name="Ezra Ata" userId="c8268dc69760c301" providerId="Windows Live" clId="Web-{66EAAC03-7E2A-4F45-8ACF-32C7EA88A4B5}" dt="2024-07-04T21:34:39.804" v="990" actId="1076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37:07.058" v="1043" actId="1076"/>
          <ac:spMkLst>
            <pc:docMk/>
            <pc:sldMk cId="2413278030" sldId="299"/>
            <ac:spMk id="4" creationId="{AE510471-877D-E8CD-62A0-16E26F909B3A}"/>
          </ac:spMkLst>
        </pc:spChg>
        <pc:graphicFrameChg chg="add mod modGraphic">
          <ac:chgData name="Ezra Ata" userId="c8268dc69760c301" providerId="Windows Live" clId="Web-{66EAAC03-7E2A-4F45-8ACF-32C7EA88A4B5}" dt="2024-07-04T21:37:12.060" v="1044" actId="1076"/>
          <ac:graphicFrameMkLst>
            <pc:docMk/>
            <pc:sldMk cId="2413278030" sldId="299"/>
            <ac:graphicFrameMk id="5" creationId="{8D9CAE37-5231-035B-FEE5-2A1380D3ACAE}"/>
          </ac:graphicFrameMkLst>
        </pc:graphicFrameChg>
      </pc:sldChg>
      <pc:sldChg chg="del">
        <pc:chgData name="Ezra Ata" userId="c8268dc69760c301" providerId="Windows Live" clId="Web-{66EAAC03-7E2A-4F45-8ACF-32C7EA88A4B5}" dt="2024-07-04T21:44:12.838" v="1195"/>
        <pc:sldMkLst>
          <pc:docMk/>
          <pc:sldMk cId="3534905347" sldId="300"/>
        </pc:sldMkLst>
      </pc:sldChg>
      <pc:sldChg chg="del">
        <pc:chgData name="Ezra Ata" userId="c8268dc69760c301" providerId="Windows Live" clId="Web-{66EAAC03-7E2A-4F45-8ACF-32C7EA88A4B5}" dt="2024-07-04T21:44:13.744" v="1196"/>
        <pc:sldMkLst>
          <pc:docMk/>
          <pc:sldMk cId="484188329" sldId="301"/>
        </pc:sldMkLst>
      </pc:sldChg>
      <pc:sldChg chg="addSp delSp modSp">
        <pc:chgData name="Ezra Ata" userId="c8268dc69760c301" providerId="Windows Live" clId="Web-{66EAAC03-7E2A-4F45-8ACF-32C7EA88A4B5}" dt="2024-07-04T20:47:37.831" v="41" actId="1076"/>
        <pc:sldMkLst>
          <pc:docMk/>
          <pc:sldMk cId="349740764" sldId="308"/>
        </pc:sldMkLst>
        <pc:spChg chg="mod">
          <ac:chgData name="Ezra Ata" userId="c8268dc69760c301" providerId="Windows Live" clId="Web-{66EAAC03-7E2A-4F45-8ACF-32C7EA88A4B5}" dt="2024-07-04T20:46:15.870" v="15" actId="1076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Ezra Ata" userId="c8268dc69760c301" providerId="Windows Live" clId="Web-{66EAAC03-7E2A-4F45-8ACF-32C7EA88A4B5}" dt="2024-07-04T20:47:32.252" v="39" actId="1076"/>
          <ac:spMkLst>
            <pc:docMk/>
            <pc:sldMk cId="349740764" sldId="308"/>
            <ac:spMk id="3" creationId="{B65FEB2A-9723-77BC-B7D8-112D3C437235}"/>
          </ac:spMkLst>
        </pc:spChg>
        <pc:spChg chg="del">
          <ac:chgData name="Ezra Ata" userId="c8268dc69760c301" providerId="Windows Live" clId="Web-{66EAAC03-7E2A-4F45-8ACF-32C7EA88A4B5}" dt="2024-07-04T20:46:21.126" v="17"/>
          <ac:spMkLst>
            <pc:docMk/>
            <pc:sldMk cId="349740764" sldId="308"/>
            <ac:spMk id="6" creationId="{4A98FA0A-539A-FCEF-B72F-C63A2F3EBCD7}"/>
          </ac:spMkLst>
        </pc:spChg>
        <pc:grpChg chg="add mod">
          <ac:chgData name="Ezra Ata" userId="c8268dc69760c301" providerId="Windows Live" clId="Web-{66EAAC03-7E2A-4F45-8ACF-32C7EA88A4B5}" dt="2024-07-04T20:47:37.831" v="41" actId="1076"/>
          <ac:grpSpMkLst>
            <pc:docMk/>
            <pc:sldMk cId="349740764" sldId="308"/>
            <ac:grpSpMk id="5" creationId="{3A0B8E34-2321-1C49-A212-11C7207219AF}"/>
          </ac:grpSpMkLst>
        </pc:grpChg>
        <pc:picChg chg="del">
          <ac:chgData name="Ezra Ata" userId="c8268dc69760c301" providerId="Windows Live" clId="Web-{66EAAC03-7E2A-4F45-8ACF-32C7EA88A4B5}" dt="2024-07-04T20:45:42.916" v="12"/>
          <ac:picMkLst>
            <pc:docMk/>
            <pc:sldMk cId="349740764" sldId="308"/>
            <ac:picMk id="4" creationId="{882336F1-0DB5-E221-C669-8A7BA11140B0}"/>
          </ac:picMkLst>
        </pc:picChg>
        <pc:picChg chg="add">
          <ac:chgData name="Ezra Ata" userId="c8268dc69760c301" providerId="Windows Live" clId="Web-{66EAAC03-7E2A-4F45-8ACF-32C7EA88A4B5}" dt="2024-07-04T20:47:09.424" v="30"/>
          <ac:picMkLst>
            <pc:docMk/>
            <pc:sldMk cId="349740764" sldId="308"/>
            <ac:picMk id="7" creationId="{25B12175-4E7F-DC4C-9CE3-EA8A5FBECC7E}"/>
          </ac:picMkLst>
        </pc:picChg>
        <pc:picChg chg="add">
          <ac:chgData name="Ezra Ata" userId="c8268dc69760c301" providerId="Windows Live" clId="Web-{66EAAC03-7E2A-4F45-8ACF-32C7EA88A4B5}" dt="2024-07-04T20:47:09.424" v="30"/>
          <ac:picMkLst>
            <pc:docMk/>
            <pc:sldMk cId="349740764" sldId="308"/>
            <ac:picMk id="9" creationId="{7C235667-9B43-8841-ABDE-2AD815495145}"/>
          </ac:picMkLst>
        </pc:picChg>
      </pc:sldChg>
      <pc:sldChg chg="addSp delSp modSp">
        <pc:chgData name="Ezra Ata" userId="c8268dc69760c301" providerId="Windows Live" clId="Web-{66EAAC03-7E2A-4F45-8ACF-32C7EA88A4B5}" dt="2024-07-04T21:23:53.476" v="851" actId="1076"/>
        <pc:sldMkLst>
          <pc:docMk/>
          <pc:sldMk cId="1695168472" sldId="309"/>
        </pc:sldMkLst>
        <pc:spChg chg="mod">
          <ac:chgData name="Ezra Ata" userId="c8268dc69760c301" providerId="Windows Live" clId="Web-{66EAAC03-7E2A-4F45-8ACF-32C7EA88A4B5}" dt="2024-07-04T21:22:27.802" v="797" actId="1076"/>
          <ac:spMkLst>
            <pc:docMk/>
            <pc:sldMk cId="1695168472" sldId="309"/>
            <ac:spMk id="2" creationId="{8156B364-19B5-5070-704F-AE2745EB0F50}"/>
          </ac:spMkLst>
        </pc:spChg>
        <pc:spChg chg="mod">
          <ac:chgData name="Ezra Ata" userId="c8268dc69760c301" providerId="Windows Live" clId="Web-{66EAAC03-7E2A-4F45-8ACF-32C7EA88A4B5}" dt="2024-07-04T21:23:31.100" v="814" actId="14100"/>
          <ac:spMkLst>
            <pc:docMk/>
            <pc:sldMk cId="1695168472" sldId="309"/>
            <ac:spMk id="4" creationId="{AE510471-877D-E8CD-62A0-16E26F909B3A}"/>
          </ac:spMkLst>
        </pc:spChg>
        <pc:spChg chg="mod">
          <ac:chgData name="Ezra Ata" userId="c8268dc69760c301" providerId="Windows Live" clId="Web-{66EAAC03-7E2A-4F45-8ACF-32C7EA88A4B5}" dt="2024-07-04T21:22:25.739" v="796" actId="1076"/>
          <ac:spMkLst>
            <pc:docMk/>
            <pc:sldMk cId="1695168472" sldId="309"/>
            <ac:spMk id="6" creationId="{B58AB795-24AF-5BDC-AF9F-0B7F7A5FF4FF}"/>
          </ac:spMkLst>
        </pc:spChg>
        <pc:graphicFrameChg chg="add mod modGraphic">
          <ac:chgData name="Ezra Ata" userId="c8268dc69760c301" providerId="Windows Live" clId="Web-{66EAAC03-7E2A-4F45-8ACF-32C7EA88A4B5}" dt="2024-07-04T21:23:53.476" v="851" actId="1076"/>
          <ac:graphicFrameMkLst>
            <pc:docMk/>
            <pc:sldMk cId="1695168472" sldId="309"/>
            <ac:graphicFrameMk id="5" creationId="{206BAFFA-4C4B-7288-BF81-96F2723A0F67}"/>
          </ac:graphicFrameMkLst>
        </pc:graphicFrameChg>
        <pc:graphicFrameChg chg="del mod modGraphic">
          <ac:chgData name="Ezra Ata" userId="c8268dc69760c301" providerId="Windows Live" clId="Web-{66EAAC03-7E2A-4F45-8ACF-32C7EA88A4B5}" dt="2024-07-04T21:22:22.177" v="795"/>
          <ac:graphicFrameMkLst>
            <pc:docMk/>
            <pc:sldMk cId="1695168472" sldId="309"/>
            <ac:graphicFrameMk id="9" creationId="{13495D75-603A-74DE-08B0-43F9023C45EE}"/>
          </ac:graphicFrameMkLst>
        </pc:graphicFrameChg>
      </pc:sldChg>
    </pc:docChg>
  </pc:docChgLst>
  <pc:docChgLst>
    <pc:chgData name="Catherine Ata" userId="4e21e26771b92a65" providerId="LiveId" clId="{CB2BAA9D-E722-4504-80B5-AEBECAFFB739}"/>
    <pc:docChg chg="custSel modSld">
      <pc:chgData name="Catherine Ata" userId="4e21e26771b92a65" providerId="LiveId" clId="{CB2BAA9D-E722-4504-80B5-AEBECAFFB739}" dt="2024-11-02T00:57:15.022" v="98" actId="1076"/>
      <pc:docMkLst>
        <pc:docMk/>
      </pc:docMkLst>
      <pc:sldChg chg="modSp mod">
        <pc:chgData name="Catherine Ata" userId="4e21e26771b92a65" providerId="LiveId" clId="{CB2BAA9D-E722-4504-80B5-AEBECAFFB739}" dt="2024-11-02T00:39:43.754" v="7" actId="20577"/>
        <pc:sldMkLst>
          <pc:docMk/>
          <pc:sldMk cId="2251826545" sldId="258"/>
        </pc:sldMkLst>
        <pc:spChg chg="mod">
          <ac:chgData name="Catherine Ata" userId="4e21e26771b92a65" providerId="LiveId" clId="{CB2BAA9D-E722-4504-80B5-AEBECAFFB739}" dt="2024-11-02T00:39:43.754" v="7" actId="20577"/>
          <ac:spMkLst>
            <pc:docMk/>
            <pc:sldMk cId="2251826545" sldId="258"/>
            <ac:spMk id="3" creationId="{6894B957-7D2F-464C-DB8B-5E3E8F5605E3}"/>
          </ac:spMkLst>
        </pc:spChg>
      </pc:sldChg>
      <pc:sldChg chg="modSp mod">
        <pc:chgData name="Catherine Ata" userId="4e21e26771b92a65" providerId="LiveId" clId="{CB2BAA9D-E722-4504-80B5-AEBECAFFB739}" dt="2024-11-02T00:51:39.849" v="25" actId="20577"/>
        <pc:sldMkLst>
          <pc:docMk/>
          <pc:sldMk cId="1267315013" sldId="285"/>
        </pc:sldMkLst>
        <pc:spChg chg="mod">
          <ac:chgData name="Catherine Ata" userId="4e21e26771b92a65" providerId="LiveId" clId="{CB2BAA9D-E722-4504-80B5-AEBECAFFB739}" dt="2024-11-02T00:51:39.849" v="25" actId="20577"/>
          <ac:spMkLst>
            <pc:docMk/>
            <pc:sldMk cId="1267315013" sldId="285"/>
            <ac:spMk id="4" creationId="{D98D57D9-8B39-B36A-7BD4-957C49BECAD3}"/>
          </ac:spMkLst>
        </pc:spChg>
      </pc:sldChg>
      <pc:sldChg chg="modSp mod">
        <pc:chgData name="Catherine Ata" userId="4e21e26771b92a65" providerId="LiveId" clId="{CB2BAA9D-E722-4504-80B5-AEBECAFFB739}" dt="2024-11-02T00:55:12.560" v="94" actId="20577"/>
        <pc:sldMkLst>
          <pc:docMk/>
          <pc:sldMk cId="3894976984" sldId="288"/>
        </pc:sldMkLst>
        <pc:spChg chg="mod">
          <ac:chgData name="Catherine Ata" userId="4e21e26771b92a65" providerId="LiveId" clId="{CB2BAA9D-E722-4504-80B5-AEBECAFFB739}" dt="2024-11-02T00:55:12.560" v="94" actId="20577"/>
          <ac:spMkLst>
            <pc:docMk/>
            <pc:sldMk cId="3894976984" sldId="288"/>
            <ac:spMk id="4" creationId="{AE510471-877D-E8CD-62A0-16E26F909B3A}"/>
          </ac:spMkLst>
        </pc:spChg>
      </pc:sldChg>
      <pc:sldChg chg="modSp mod">
        <pc:chgData name="Catherine Ata" userId="4e21e26771b92a65" providerId="LiveId" clId="{CB2BAA9D-E722-4504-80B5-AEBECAFFB739}" dt="2024-11-02T00:56:46.745" v="96" actId="1076"/>
        <pc:sldMkLst>
          <pc:docMk/>
          <pc:sldMk cId="3773754648" sldId="291"/>
        </pc:sldMkLst>
        <pc:spChg chg="mod">
          <ac:chgData name="Catherine Ata" userId="4e21e26771b92a65" providerId="LiveId" clId="{CB2BAA9D-E722-4504-80B5-AEBECAFFB739}" dt="2024-11-02T00:56:41.366" v="95" actId="20577"/>
          <ac:spMkLst>
            <pc:docMk/>
            <pc:sldMk cId="3773754648" sldId="291"/>
            <ac:spMk id="4" creationId="{AE510471-877D-E8CD-62A0-16E26F909B3A}"/>
          </ac:spMkLst>
        </pc:spChg>
        <pc:picChg chg="mod">
          <ac:chgData name="Catherine Ata" userId="4e21e26771b92a65" providerId="LiveId" clId="{CB2BAA9D-E722-4504-80B5-AEBECAFFB739}" dt="2024-11-02T00:56:46.745" v="96" actId="1076"/>
          <ac:picMkLst>
            <pc:docMk/>
            <pc:sldMk cId="3773754648" sldId="291"/>
            <ac:picMk id="5" creationId="{1F051420-7DE9-2998-1639-095CF724FC51}"/>
          </ac:picMkLst>
        </pc:picChg>
      </pc:sldChg>
      <pc:sldChg chg="modSp mod">
        <pc:chgData name="Catherine Ata" userId="4e21e26771b92a65" providerId="LiveId" clId="{CB2BAA9D-E722-4504-80B5-AEBECAFFB739}" dt="2024-11-02T00:57:15.022" v="98" actId="1076"/>
        <pc:sldMkLst>
          <pc:docMk/>
          <pc:sldMk cId="4183094101" sldId="293"/>
        </pc:sldMkLst>
        <pc:picChg chg="mod">
          <ac:chgData name="Catherine Ata" userId="4e21e26771b92a65" providerId="LiveId" clId="{CB2BAA9D-E722-4504-80B5-AEBECAFFB739}" dt="2024-11-02T00:57:15.022" v="98" actId="1076"/>
          <ac:picMkLst>
            <pc:docMk/>
            <pc:sldMk cId="4183094101" sldId="293"/>
            <ac:picMk id="3" creationId="{E18D644F-3290-715E-FEA0-4C403E8949E2}"/>
          </ac:picMkLst>
        </pc:picChg>
      </pc:sldChg>
      <pc:sldChg chg="modSp mod">
        <pc:chgData name="Catherine Ata" userId="4e21e26771b92a65" providerId="LiveId" clId="{CB2BAA9D-E722-4504-80B5-AEBECAFFB739}" dt="2024-11-02T00:53:39.818" v="59" actId="1076"/>
        <pc:sldMkLst>
          <pc:docMk/>
          <pc:sldMk cId="3043240937" sldId="310"/>
        </pc:sldMkLst>
        <pc:spChg chg="mod">
          <ac:chgData name="Catherine Ata" userId="4e21e26771b92a65" providerId="LiveId" clId="{CB2BAA9D-E722-4504-80B5-AEBECAFFB739}" dt="2024-11-02T00:53:28.617" v="56" actId="20577"/>
          <ac:spMkLst>
            <pc:docMk/>
            <pc:sldMk cId="3043240937" sldId="310"/>
            <ac:spMk id="4" creationId="{AE510471-877D-E8CD-62A0-16E26F909B3A}"/>
          </ac:spMkLst>
        </pc:spChg>
        <pc:picChg chg="mod">
          <ac:chgData name="Catherine Ata" userId="4e21e26771b92a65" providerId="LiveId" clId="{CB2BAA9D-E722-4504-80B5-AEBECAFFB739}" dt="2024-11-02T00:53:39.818" v="59" actId="1076"/>
          <ac:picMkLst>
            <pc:docMk/>
            <pc:sldMk cId="3043240937" sldId="310"/>
            <ac:picMk id="11" creationId="{6B859259-C29C-545D-CC36-1F4214534EB6}"/>
          </ac:picMkLst>
        </pc:picChg>
      </pc:sldChg>
    </pc:docChg>
  </pc:docChgLst>
  <pc:docChgLst>
    <pc:chgData name="Catherine Ata" userId="4e21e26771b92a65" providerId="LiveId" clId="{471F92A4-9D98-4E06-9E71-7EC81E8C0352}"/>
    <pc:docChg chg="undo custSel addSld delSld modSld">
      <pc:chgData name="Catherine Ata" userId="4e21e26771b92a65" providerId="LiveId" clId="{471F92A4-9D98-4E06-9E71-7EC81E8C0352}" dt="2024-08-19T17:39:04.544" v="1465" actId="2696"/>
      <pc:docMkLst>
        <pc:docMk/>
      </pc:docMkLst>
      <pc:sldChg chg="modSp">
        <pc:chgData name="Catherine Ata" userId="4e21e26771b92a65" providerId="LiveId" clId="{471F92A4-9D98-4E06-9E71-7EC81E8C0352}" dt="2024-08-17T21:42:17.257" v="3"/>
        <pc:sldMkLst>
          <pc:docMk/>
          <pc:sldMk cId="1316968593" sldId="257"/>
        </pc:sldMkLst>
        <pc:graphicFrameChg chg="mod">
          <ac:chgData name="Catherine Ata" userId="4e21e26771b92a65" providerId="LiveId" clId="{471F92A4-9D98-4E06-9E71-7EC81E8C0352}" dt="2024-08-17T21:42:17.257" v="3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delSp modSp mod">
        <pc:chgData name="Catherine Ata" userId="4e21e26771b92a65" providerId="LiveId" clId="{471F92A4-9D98-4E06-9E71-7EC81E8C0352}" dt="2024-08-18T02:42:20.855" v="448" actId="1076"/>
        <pc:sldMkLst>
          <pc:docMk/>
          <pc:sldMk cId="2251826545" sldId="258"/>
        </pc:sldMkLst>
        <pc:spChg chg="mod">
          <ac:chgData name="Catherine Ata" userId="4e21e26771b92a65" providerId="LiveId" clId="{471F92A4-9D98-4E06-9E71-7EC81E8C0352}" dt="2024-08-18T01:19:33.938" v="436" actId="27636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471F92A4-9D98-4E06-9E71-7EC81E8C0352}" dt="2024-08-18T02:42:19.012" v="447" actId="14100"/>
          <ac:spMkLst>
            <pc:docMk/>
            <pc:sldMk cId="2251826545" sldId="258"/>
            <ac:spMk id="3" creationId="{6894B957-7D2F-464C-DB8B-5E3E8F5605E3}"/>
          </ac:spMkLst>
        </pc:spChg>
        <pc:spChg chg="del mod">
          <ac:chgData name="Catherine Ata" userId="4e21e26771b92a65" providerId="LiveId" clId="{471F92A4-9D98-4E06-9E71-7EC81E8C0352}" dt="2024-08-18T02:42:06.545" v="443" actId="478"/>
          <ac:spMkLst>
            <pc:docMk/>
            <pc:sldMk cId="2251826545" sldId="258"/>
            <ac:spMk id="4" creationId="{008CC66E-255E-8999-4618-8164A7128507}"/>
          </ac:spMkLst>
        </pc:spChg>
        <pc:spChg chg="add del mod">
          <ac:chgData name="Catherine Ata" userId="4e21e26771b92a65" providerId="LiveId" clId="{471F92A4-9D98-4E06-9E71-7EC81E8C0352}" dt="2024-08-18T02:42:08.667" v="444" actId="478"/>
          <ac:spMkLst>
            <pc:docMk/>
            <pc:sldMk cId="2251826545" sldId="258"/>
            <ac:spMk id="10" creationId="{6B569E04-552E-DB0A-3A36-C8C032157A80}"/>
          </ac:spMkLst>
        </pc:spChg>
        <pc:graphicFrameChg chg="del">
          <ac:chgData name="Catherine Ata" userId="4e21e26771b92a65" providerId="LiveId" clId="{471F92A4-9D98-4E06-9E71-7EC81E8C0352}" dt="2024-08-18T02:42:10.651" v="445" actId="478"/>
          <ac:graphicFrameMkLst>
            <pc:docMk/>
            <pc:sldMk cId="2251826545" sldId="258"/>
            <ac:graphicFrameMk id="7" creationId="{48B22D28-1251-A93D-47F3-29518CD8B0B2}"/>
          </ac:graphicFrameMkLst>
        </pc:graphicFrameChg>
        <pc:picChg chg="mod">
          <ac:chgData name="Catherine Ata" userId="4e21e26771b92a65" providerId="LiveId" clId="{471F92A4-9D98-4E06-9E71-7EC81E8C0352}" dt="2024-08-18T01:19:05.894" v="433" actId="14100"/>
          <ac:picMkLst>
            <pc:docMk/>
            <pc:sldMk cId="2251826545" sldId="258"/>
            <ac:picMk id="5" creationId="{B75D4CCE-DE58-FAC2-95E8-EC465A608BBD}"/>
          </ac:picMkLst>
        </pc:picChg>
        <pc:picChg chg="add mod">
          <ac:chgData name="Catherine Ata" userId="4e21e26771b92a65" providerId="LiveId" clId="{471F92A4-9D98-4E06-9E71-7EC81E8C0352}" dt="2024-08-18T02:42:20.855" v="448" actId="1076"/>
          <ac:picMkLst>
            <pc:docMk/>
            <pc:sldMk cId="2251826545" sldId="258"/>
            <ac:picMk id="8" creationId="{55782462-D364-421A-23EC-9255D423DD2D}"/>
          </ac:picMkLst>
        </pc:picChg>
      </pc:sldChg>
      <pc:sldChg chg="addSp delSp modSp mod">
        <pc:chgData name="Catherine Ata" userId="4e21e26771b92a65" providerId="LiveId" clId="{471F92A4-9D98-4E06-9E71-7EC81E8C0352}" dt="2024-08-18T03:14:12.342" v="546" actId="14100"/>
        <pc:sldMkLst>
          <pc:docMk/>
          <pc:sldMk cId="3392761998" sldId="261"/>
        </pc:sldMkLst>
        <pc:spChg chg="mod">
          <ac:chgData name="Catherine Ata" userId="4e21e26771b92a65" providerId="LiveId" clId="{471F92A4-9D98-4E06-9E71-7EC81E8C0352}" dt="2024-08-18T03:07:20.874" v="497" actId="1076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471F92A4-9D98-4E06-9E71-7EC81E8C0352}" dt="2024-08-18T03:13:10.827" v="539" actId="20577"/>
          <ac:spMkLst>
            <pc:docMk/>
            <pc:sldMk cId="3392761998" sldId="261"/>
            <ac:spMk id="3" creationId="{FCE55FD6-D68C-6291-B312-70DC1097A5A1}"/>
          </ac:spMkLst>
        </pc:spChg>
        <pc:spChg chg="add mod">
          <ac:chgData name="Catherine Ata" userId="4e21e26771b92a65" providerId="LiveId" clId="{471F92A4-9D98-4E06-9E71-7EC81E8C0352}" dt="2024-08-18T03:14:03.890" v="544" actId="14100"/>
          <ac:spMkLst>
            <pc:docMk/>
            <pc:sldMk cId="3392761998" sldId="261"/>
            <ac:spMk id="10" creationId="{B8B580C4-B47C-0FD8-B58A-63B3DC62519F}"/>
          </ac:spMkLst>
        </pc:spChg>
        <pc:graphicFrameChg chg="del mod modGraphic">
          <ac:chgData name="Catherine Ata" userId="4e21e26771b92a65" providerId="LiveId" clId="{471F92A4-9D98-4E06-9E71-7EC81E8C0352}" dt="2024-08-18T03:12:01.884" v="519" actId="478"/>
          <ac:graphicFrameMkLst>
            <pc:docMk/>
            <pc:sldMk cId="3392761998" sldId="261"/>
            <ac:graphicFrameMk id="6" creationId="{96E30EA4-C5DC-23C7-A36C-113787EACAC2}"/>
          </ac:graphicFrameMkLst>
        </pc:graphicFrameChg>
        <pc:picChg chg="mod">
          <ac:chgData name="Catherine Ata" userId="4e21e26771b92a65" providerId="LiveId" clId="{471F92A4-9D98-4E06-9E71-7EC81E8C0352}" dt="2024-08-18T03:07:28.629" v="499" actId="14100"/>
          <ac:picMkLst>
            <pc:docMk/>
            <pc:sldMk cId="3392761998" sldId="261"/>
            <ac:picMk id="4" creationId="{1C51B868-1DE5-0961-5576-60D4367683F7}"/>
          </ac:picMkLst>
        </pc:picChg>
        <pc:picChg chg="add mod">
          <ac:chgData name="Catherine Ata" userId="4e21e26771b92a65" providerId="LiveId" clId="{471F92A4-9D98-4E06-9E71-7EC81E8C0352}" dt="2024-08-18T03:14:12.342" v="546" actId="14100"/>
          <ac:picMkLst>
            <pc:docMk/>
            <pc:sldMk cId="3392761998" sldId="261"/>
            <ac:picMk id="7" creationId="{17904ED3-5776-4CA4-71FC-BE5473A49675}"/>
          </ac:picMkLst>
        </pc:picChg>
        <pc:picChg chg="add mod">
          <ac:chgData name="Catherine Ata" userId="4e21e26771b92a65" providerId="LiveId" clId="{471F92A4-9D98-4E06-9E71-7EC81E8C0352}" dt="2024-08-18T03:14:08.188" v="545" actId="1076"/>
          <ac:picMkLst>
            <pc:docMk/>
            <pc:sldMk cId="3392761998" sldId="261"/>
            <ac:picMk id="9" creationId="{1C0F92D6-81E7-A440-3A4B-EFB06BAA26AC}"/>
          </ac:picMkLst>
        </pc:picChg>
      </pc:sldChg>
      <pc:sldChg chg="addSp delSp modSp mod">
        <pc:chgData name="Catherine Ata" userId="4e21e26771b92a65" providerId="LiveId" clId="{471F92A4-9D98-4E06-9E71-7EC81E8C0352}" dt="2024-08-18T04:54:27.779" v="1441" actId="20577"/>
        <pc:sldMkLst>
          <pc:docMk/>
          <pc:sldMk cId="2972582398" sldId="263"/>
        </pc:sldMkLst>
        <pc:spChg chg="mod">
          <ac:chgData name="Catherine Ata" userId="4e21e26771b92a65" providerId="LiveId" clId="{471F92A4-9D98-4E06-9E71-7EC81E8C0352}" dt="2024-08-18T04:54:01.665" v="1435" actId="14100"/>
          <ac:spMkLst>
            <pc:docMk/>
            <pc:sldMk cId="2972582398" sldId="263"/>
            <ac:spMk id="2" creationId="{8156B364-19B5-5070-704F-AE2745EB0F50}"/>
          </ac:spMkLst>
        </pc:spChg>
        <pc:spChg chg="del">
          <ac:chgData name="Catherine Ata" userId="4e21e26771b92a65" providerId="LiveId" clId="{471F92A4-9D98-4E06-9E71-7EC81E8C0352}" dt="2024-08-18T04:51:11.173" v="1414" actId="478"/>
          <ac:spMkLst>
            <pc:docMk/>
            <pc:sldMk cId="2972582398" sldId="263"/>
            <ac:spMk id="5" creationId="{72104943-3C17-8EE6-360E-29CA7E432424}"/>
          </ac:spMkLst>
        </pc:spChg>
        <pc:spChg chg="mod">
          <ac:chgData name="Catherine Ata" userId="4e21e26771b92a65" providerId="LiveId" clId="{471F92A4-9D98-4E06-9E71-7EC81E8C0352}" dt="2024-08-18T04:54:27.779" v="1441" actId="20577"/>
          <ac:spMkLst>
            <pc:docMk/>
            <pc:sldMk cId="2972582398" sldId="263"/>
            <ac:spMk id="6" creationId="{B58AB795-24AF-5BDC-AF9F-0B7F7A5FF4FF}"/>
          </ac:spMkLst>
        </pc:spChg>
        <pc:picChg chg="del mod">
          <ac:chgData name="Catherine Ata" userId="4e21e26771b92a65" providerId="LiveId" clId="{471F92A4-9D98-4E06-9E71-7EC81E8C0352}" dt="2024-08-18T04:53:22.425" v="1424" actId="478"/>
          <ac:picMkLst>
            <pc:docMk/>
            <pc:sldMk cId="2972582398" sldId="263"/>
            <ac:picMk id="4" creationId="{CB1E038E-F38F-1D64-A819-094D883BFAF3}"/>
          </ac:picMkLst>
        </pc:picChg>
        <pc:picChg chg="mod">
          <ac:chgData name="Catherine Ata" userId="4e21e26771b92a65" providerId="LiveId" clId="{471F92A4-9D98-4E06-9E71-7EC81E8C0352}" dt="2024-08-18T04:54:07.489" v="1437" actId="14100"/>
          <ac:picMkLst>
            <pc:docMk/>
            <pc:sldMk cId="2972582398" sldId="263"/>
            <ac:picMk id="7" creationId="{B6D19169-4245-3E95-65A1-3D4BEDE60767}"/>
          </ac:picMkLst>
        </pc:picChg>
        <pc:picChg chg="add mod">
          <ac:chgData name="Catherine Ata" userId="4e21e26771b92a65" providerId="LiveId" clId="{471F92A4-9D98-4E06-9E71-7EC81E8C0352}" dt="2024-08-18T04:54:04.517" v="1436" actId="1076"/>
          <ac:picMkLst>
            <pc:docMk/>
            <pc:sldMk cId="2972582398" sldId="263"/>
            <ac:picMk id="8" creationId="{D60F4121-87D9-AD9D-6ADF-6C0A17DB2C7A}"/>
          </ac:picMkLst>
        </pc:picChg>
      </pc:sldChg>
      <pc:sldChg chg="del">
        <pc:chgData name="Catherine Ata" userId="4e21e26771b92a65" providerId="LiveId" clId="{471F92A4-9D98-4E06-9E71-7EC81E8C0352}" dt="2024-08-18T04:11:32.603" v="989" actId="2696"/>
        <pc:sldMkLst>
          <pc:docMk/>
          <pc:sldMk cId="3921166562" sldId="264"/>
        </pc:sldMkLst>
      </pc:sldChg>
      <pc:sldChg chg="modSp del mod">
        <pc:chgData name="Catherine Ata" userId="4e21e26771b92a65" providerId="LiveId" clId="{471F92A4-9D98-4E06-9E71-7EC81E8C0352}" dt="2024-08-19T17:39:04.544" v="1465" actId="2696"/>
        <pc:sldMkLst>
          <pc:docMk/>
          <pc:sldMk cId="1918334880" sldId="280"/>
        </pc:sldMkLst>
        <pc:spChg chg="mod">
          <ac:chgData name="Catherine Ata" userId="4e21e26771b92a65" providerId="LiveId" clId="{471F92A4-9D98-4E06-9E71-7EC81E8C0352}" dt="2024-08-18T04:55:17.085" v="1450" actId="6549"/>
          <ac:spMkLst>
            <pc:docMk/>
            <pc:sldMk cId="1918334880" sldId="280"/>
            <ac:spMk id="2" creationId="{6B6F4DB1-4568-E07E-3DA6-753EC21BB210}"/>
          </ac:spMkLst>
        </pc:spChg>
        <pc:spChg chg="mod">
          <ac:chgData name="Catherine Ata" userId="4e21e26771b92a65" providerId="LiveId" clId="{471F92A4-9D98-4E06-9E71-7EC81E8C0352}" dt="2024-08-18T04:55:07.510" v="1448" actId="1076"/>
          <ac:spMkLst>
            <pc:docMk/>
            <pc:sldMk cId="1918334880" sldId="280"/>
            <ac:spMk id="3" creationId="{8C1E7311-3373-F925-9B93-D752FAE44801}"/>
          </ac:spMkLst>
        </pc:spChg>
        <pc:picChg chg="mod">
          <ac:chgData name="Catherine Ata" userId="4e21e26771b92a65" providerId="LiveId" clId="{471F92A4-9D98-4E06-9E71-7EC81E8C0352}" dt="2024-08-18T04:55:00.346" v="1447" actId="14100"/>
          <ac:picMkLst>
            <pc:docMk/>
            <pc:sldMk cId="1918334880" sldId="280"/>
            <ac:picMk id="5" creationId="{05431304-42F6-92B7-EC89-117F3F3C73C9}"/>
          </ac:picMkLst>
        </pc:picChg>
      </pc:sldChg>
      <pc:sldChg chg="addSp delSp modSp mod">
        <pc:chgData name="Catherine Ata" userId="4e21e26771b92a65" providerId="LiveId" clId="{471F92A4-9D98-4E06-9E71-7EC81E8C0352}" dt="2024-08-17T22:08:12.136" v="130" actId="1076"/>
        <pc:sldMkLst>
          <pc:docMk/>
          <pc:sldMk cId="1765310388" sldId="281"/>
        </pc:sldMkLst>
        <pc:spChg chg="mod">
          <ac:chgData name="Catherine Ata" userId="4e21e26771b92a65" providerId="LiveId" clId="{471F92A4-9D98-4E06-9E71-7EC81E8C0352}" dt="2024-08-17T22:02:15.767" v="86" actId="14100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Catherine Ata" userId="4e21e26771b92a65" providerId="LiveId" clId="{471F92A4-9D98-4E06-9E71-7EC81E8C0352}" dt="2024-08-17T22:08:06.739" v="128" actId="14100"/>
          <ac:spMkLst>
            <pc:docMk/>
            <pc:sldMk cId="1765310388" sldId="281"/>
            <ac:spMk id="4" creationId="{CCE1343B-D448-0F3D-2A82-B1953503574C}"/>
          </ac:spMkLst>
        </pc:spChg>
        <pc:spChg chg="mod">
          <ac:chgData name="Catherine Ata" userId="4e21e26771b92a65" providerId="LiveId" clId="{471F92A4-9D98-4E06-9E71-7EC81E8C0352}" dt="2024-08-17T22:08:09.821" v="129" actId="14100"/>
          <ac:spMkLst>
            <pc:docMk/>
            <pc:sldMk cId="1765310388" sldId="281"/>
            <ac:spMk id="7" creationId="{8126BE08-D877-E6C5-27AC-F4047B726D7B}"/>
          </ac:spMkLst>
        </pc:spChg>
        <pc:graphicFrameChg chg="del">
          <ac:chgData name="Catherine Ata" userId="4e21e26771b92a65" providerId="LiveId" clId="{471F92A4-9D98-4E06-9E71-7EC81E8C0352}" dt="2024-08-17T22:07:43.982" v="120" actId="478"/>
          <ac:graphicFrameMkLst>
            <pc:docMk/>
            <pc:sldMk cId="1765310388" sldId="281"/>
            <ac:graphicFrameMk id="12" creationId="{8F7D18E4-4E75-1889-9697-46B01EAB1354}"/>
          </ac:graphicFrameMkLst>
        </pc:graphicFrameChg>
        <pc:picChg chg="add mod">
          <ac:chgData name="Catherine Ata" userId="4e21e26771b92a65" providerId="LiveId" clId="{471F92A4-9D98-4E06-9E71-7EC81E8C0352}" dt="2024-08-17T22:08:12.136" v="130" actId="1076"/>
          <ac:picMkLst>
            <pc:docMk/>
            <pc:sldMk cId="1765310388" sldId="281"/>
            <ac:picMk id="5" creationId="{58CCC2C7-D3E1-EB2B-E5E9-968113A337E8}"/>
          </ac:picMkLst>
        </pc:picChg>
        <pc:picChg chg="mod">
          <ac:chgData name="Catherine Ata" userId="4e21e26771b92a65" providerId="LiveId" clId="{471F92A4-9D98-4E06-9E71-7EC81E8C0352}" dt="2024-08-17T22:01:30.751" v="82" actId="14100"/>
          <ac:picMkLst>
            <pc:docMk/>
            <pc:sldMk cId="1765310388" sldId="281"/>
            <ac:picMk id="8" creationId="{D63B66E4-6B46-A975-B873-4AD50E0AD109}"/>
          </ac:picMkLst>
        </pc:picChg>
      </pc:sldChg>
      <pc:sldChg chg="modSp mod">
        <pc:chgData name="Catherine Ata" userId="4e21e26771b92a65" providerId="LiveId" clId="{471F92A4-9D98-4E06-9E71-7EC81E8C0352}" dt="2024-08-18T04:12:44.288" v="1009" actId="255"/>
        <pc:sldMkLst>
          <pc:docMk/>
          <pc:sldMk cId="3804984846" sldId="282"/>
        </pc:sldMkLst>
        <pc:spChg chg="mod">
          <ac:chgData name="Catherine Ata" userId="4e21e26771b92a65" providerId="LiveId" clId="{471F92A4-9D98-4E06-9E71-7EC81E8C0352}" dt="2024-08-18T04:12:44.288" v="1009" actId="255"/>
          <ac:spMkLst>
            <pc:docMk/>
            <pc:sldMk cId="3804984846" sldId="282"/>
            <ac:spMk id="3" creationId="{2BF052D2-6CF3-75C7-9876-A8F3EBAC7DCC}"/>
          </ac:spMkLst>
        </pc:spChg>
      </pc:sldChg>
      <pc:sldChg chg="addSp delSp modSp mod">
        <pc:chgData name="Catherine Ata" userId="4e21e26771b92a65" providerId="LiveId" clId="{471F92A4-9D98-4E06-9E71-7EC81E8C0352}" dt="2024-08-17T22:20:05.472" v="317" actId="1076"/>
        <pc:sldMkLst>
          <pc:docMk/>
          <pc:sldMk cId="1439247380" sldId="283"/>
        </pc:sldMkLst>
        <pc:spChg chg="mod">
          <ac:chgData name="Catherine Ata" userId="4e21e26771b92a65" providerId="LiveId" clId="{471F92A4-9D98-4E06-9E71-7EC81E8C0352}" dt="2024-08-17T22:08:49.218" v="133" actId="14100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Catherine Ata" userId="4e21e26771b92a65" providerId="LiveId" clId="{471F92A4-9D98-4E06-9E71-7EC81E8C0352}" dt="2024-08-17T22:18:09.530" v="249" actId="14100"/>
          <ac:spMkLst>
            <pc:docMk/>
            <pc:sldMk cId="1439247380" sldId="283"/>
            <ac:spMk id="4" creationId="{CCE1343B-D448-0F3D-2A82-B1953503574C}"/>
          </ac:spMkLst>
        </pc:spChg>
        <pc:spChg chg="del mod">
          <ac:chgData name="Catherine Ata" userId="4e21e26771b92a65" providerId="LiveId" clId="{471F92A4-9D98-4E06-9E71-7EC81E8C0352}" dt="2024-08-17T22:10:48.959" v="140" actId="478"/>
          <ac:spMkLst>
            <pc:docMk/>
            <pc:sldMk cId="1439247380" sldId="283"/>
            <ac:spMk id="6" creationId="{11976326-1AFF-02CA-58FF-22A4B1856CFF}"/>
          </ac:spMkLst>
        </pc:spChg>
        <pc:spChg chg="add del mod">
          <ac:chgData name="Catherine Ata" userId="4e21e26771b92a65" providerId="LiveId" clId="{471F92A4-9D98-4E06-9E71-7EC81E8C0352}" dt="2024-08-17T22:17:35.383" v="238" actId="478"/>
          <ac:spMkLst>
            <pc:docMk/>
            <pc:sldMk cId="1439247380" sldId="283"/>
            <ac:spMk id="10" creationId="{8D4EB99F-F287-5CFD-7B43-1DD8A77E2EEB}"/>
          </ac:spMkLst>
        </pc:spChg>
        <pc:spChg chg="add mod">
          <ac:chgData name="Catherine Ata" userId="4e21e26771b92a65" providerId="LiveId" clId="{471F92A4-9D98-4E06-9E71-7EC81E8C0352}" dt="2024-08-17T22:19:57.273" v="316" actId="948"/>
          <ac:spMkLst>
            <pc:docMk/>
            <pc:sldMk cId="1439247380" sldId="283"/>
            <ac:spMk id="11" creationId="{1E6B4726-B887-AE65-79C3-09810318F35C}"/>
          </ac:spMkLst>
        </pc:spChg>
        <pc:graphicFrameChg chg="del modGraphic">
          <ac:chgData name="Catherine Ata" userId="4e21e26771b92a65" providerId="LiveId" clId="{471F92A4-9D98-4E06-9E71-7EC81E8C0352}" dt="2024-08-17T22:10:43.144" v="139" actId="478"/>
          <ac:graphicFrameMkLst>
            <pc:docMk/>
            <pc:sldMk cId="1439247380" sldId="283"/>
            <ac:graphicFrameMk id="5" creationId="{A1690977-D524-2E4E-8404-F36D39B96BC6}"/>
          </ac:graphicFrameMkLst>
        </pc:graphicFrameChg>
        <pc:picChg chg="add mod">
          <ac:chgData name="Catherine Ata" userId="4e21e26771b92a65" providerId="LiveId" clId="{471F92A4-9D98-4E06-9E71-7EC81E8C0352}" dt="2024-08-17T22:18:20.804" v="250" actId="1076"/>
          <ac:picMkLst>
            <pc:docMk/>
            <pc:sldMk cId="1439247380" sldId="283"/>
            <ac:picMk id="7" creationId="{E840750B-6405-27E8-2462-6B09D185ABA1}"/>
          </ac:picMkLst>
        </pc:picChg>
        <pc:picChg chg="mod">
          <ac:chgData name="Catherine Ata" userId="4e21e26771b92a65" providerId="LiveId" clId="{471F92A4-9D98-4E06-9E71-7EC81E8C0352}" dt="2024-08-17T22:08:45.434" v="132" actId="14100"/>
          <ac:picMkLst>
            <pc:docMk/>
            <pc:sldMk cId="1439247380" sldId="283"/>
            <ac:picMk id="8" creationId="{4A82B68C-0727-3949-54BA-6389D3FC4980}"/>
          </ac:picMkLst>
        </pc:picChg>
        <pc:picChg chg="add mod">
          <ac:chgData name="Catherine Ata" userId="4e21e26771b92a65" providerId="LiveId" clId="{471F92A4-9D98-4E06-9E71-7EC81E8C0352}" dt="2024-08-17T22:20:05.472" v="317" actId="1076"/>
          <ac:picMkLst>
            <pc:docMk/>
            <pc:sldMk cId="1439247380" sldId="283"/>
            <ac:picMk id="12" creationId="{12D6E0A5-75B5-F205-D08F-27C06E44422C}"/>
          </ac:picMkLst>
        </pc:picChg>
      </pc:sldChg>
      <pc:sldChg chg="addSp delSp modSp del mod">
        <pc:chgData name="Catherine Ata" userId="4e21e26771b92a65" providerId="LiveId" clId="{471F92A4-9D98-4E06-9E71-7EC81E8C0352}" dt="2024-08-17T22:20:08.911" v="318" actId="47"/>
        <pc:sldMkLst>
          <pc:docMk/>
          <pc:sldMk cId="2483628239" sldId="284"/>
        </pc:sldMkLst>
        <pc:spChg chg="add del mod">
          <ac:chgData name="Catherine Ata" userId="4e21e26771b92a65" providerId="LiveId" clId="{471F92A4-9D98-4E06-9E71-7EC81E8C0352}" dt="2024-08-17T22:18:38.527" v="251" actId="21"/>
          <ac:spMkLst>
            <pc:docMk/>
            <pc:sldMk cId="2483628239" sldId="284"/>
            <ac:spMk id="8" creationId="{1E6B4726-B887-AE65-79C3-09810318F35C}"/>
          </ac:spMkLst>
        </pc:spChg>
        <pc:graphicFrameChg chg="add del">
          <ac:chgData name="Catherine Ata" userId="4e21e26771b92a65" providerId="LiveId" clId="{471F92A4-9D98-4E06-9E71-7EC81E8C0352}" dt="2024-08-17T22:16:38.447" v="226" actId="478"/>
          <ac:graphicFrameMkLst>
            <pc:docMk/>
            <pc:sldMk cId="2483628239" sldId="284"/>
            <ac:graphicFrameMk id="6" creationId="{B9BC159F-9D18-AAB8-3D5E-EC873BDE8900}"/>
          </ac:graphicFrameMkLst>
        </pc:graphicFrameChg>
        <pc:picChg chg="add del">
          <ac:chgData name="Catherine Ata" userId="4e21e26771b92a65" providerId="LiveId" clId="{471F92A4-9D98-4E06-9E71-7EC81E8C0352}" dt="2024-08-17T22:18:38.527" v="251" actId="21"/>
          <ac:picMkLst>
            <pc:docMk/>
            <pc:sldMk cId="2483628239" sldId="284"/>
            <ac:picMk id="7" creationId="{12D6E0A5-75B5-F205-D08F-27C06E44422C}"/>
          </ac:picMkLst>
        </pc:picChg>
      </pc:sldChg>
      <pc:sldChg chg="addSp delSp modSp mod">
        <pc:chgData name="Catherine Ata" userId="4e21e26771b92a65" providerId="LiveId" clId="{471F92A4-9D98-4E06-9E71-7EC81E8C0352}" dt="2024-08-18T01:18:52.741" v="431" actId="14100"/>
        <pc:sldMkLst>
          <pc:docMk/>
          <pc:sldMk cId="1267315013" sldId="285"/>
        </pc:sldMkLst>
        <pc:spChg chg="mod">
          <ac:chgData name="Catherine Ata" userId="4e21e26771b92a65" providerId="LiveId" clId="{471F92A4-9D98-4E06-9E71-7EC81E8C0352}" dt="2024-08-18T01:18:52.741" v="431" actId="14100"/>
          <ac:spMkLst>
            <pc:docMk/>
            <pc:sldMk cId="1267315013" sldId="285"/>
            <ac:spMk id="2" creationId="{5F53288F-D697-1CA2-B76D-F82174DE241A}"/>
          </ac:spMkLst>
        </pc:spChg>
        <pc:spChg chg="del mod">
          <ac:chgData name="Catherine Ata" userId="4e21e26771b92a65" providerId="LiveId" clId="{471F92A4-9D98-4E06-9E71-7EC81E8C0352}" dt="2024-08-17T23:59:47.945" v="392" actId="478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Catherine Ata" userId="4e21e26771b92a65" providerId="LiveId" clId="{471F92A4-9D98-4E06-9E71-7EC81E8C0352}" dt="2024-08-18T01:18:42.232" v="429" actId="1076"/>
          <ac:spMkLst>
            <pc:docMk/>
            <pc:sldMk cId="1267315013" sldId="285"/>
            <ac:spMk id="4" creationId="{D98D57D9-8B39-B36A-7BD4-957C49BECAD3}"/>
          </ac:spMkLst>
        </pc:spChg>
        <pc:graphicFrameChg chg="del">
          <ac:chgData name="Catherine Ata" userId="4e21e26771b92a65" providerId="LiveId" clId="{471F92A4-9D98-4E06-9E71-7EC81E8C0352}" dt="2024-08-17T23:59:27.451" v="378" actId="478"/>
          <ac:graphicFrameMkLst>
            <pc:docMk/>
            <pc:sldMk cId="1267315013" sldId="285"/>
            <ac:graphicFrameMk id="7" creationId="{4A338E35-DE90-7093-168B-5A58B7D8C2B9}"/>
          </ac:graphicFrameMkLst>
        </pc:graphicFrameChg>
        <pc:graphicFrameChg chg="del">
          <ac:chgData name="Catherine Ata" userId="4e21e26771b92a65" providerId="LiveId" clId="{471F92A4-9D98-4E06-9E71-7EC81E8C0352}" dt="2024-08-17T23:59:35.026" v="380" actId="478"/>
          <ac:graphicFrameMkLst>
            <pc:docMk/>
            <pc:sldMk cId="1267315013" sldId="285"/>
            <ac:graphicFrameMk id="9" creationId="{1E25713C-9CF0-F0C9-8E25-03207E1E3894}"/>
          </ac:graphicFrameMkLst>
        </pc:graphicFrameChg>
        <pc:picChg chg="mod">
          <ac:chgData name="Catherine Ata" userId="4e21e26771b92a65" providerId="LiveId" clId="{471F92A4-9D98-4E06-9E71-7EC81E8C0352}" dt="2024-08-18T01:18:26.848" v="426" actId="14100"/>
          <ac:picMkLst>
            <pc:docMk/>
            <pc:sldMk cId="1267315013" sldId="285"/>
            <ac:picMk id="6" creationId="{5DD1E0AE-1261-D071-E917-87E13E7917CA}"/>
          </ac:picMkLst>
        </pc:picChg>
        <pc:picChg chg="add mod">
          <ac:chgData name="Catherine Ata" userId="4e21e26771b92a65" providerId="LiveId" clId="{471F92A4-9D98-4E06-9E71-7EC81E8C0352}" dt="2024-08-18T01:18:23.297" v="425" actId="1038"/>
          <ac:picMkLst>
            <pc:docMk/>
            <pc:sldMk cId="1267315013" sldId="285"/>
            <ac:picMk id="8" creationId="{178A2886-C03A-5CD0-9F06-63F09ABBCDAB}"/>
          </ac:picMkLst>
        </pc:picChg>
      </pc:sldChg>
      <pc:sldChg chg="addSp delSp modSp mod">
        <pc:chgData name="Catherine Ata" userId="4e21e26771b92a65" providerId="LiveId" clId="{471F92A4-9D98-4E06-9E71-7EC81E8C0352}" dt="2024-08-18T03:07:04.675" v="496" actId="5793"/>
        <pc:sldMkLst>
          <pc:docMk/>
          <pc:sldMk cId="1269482941" sldId="287"/>
        </pc:sldMkLst>
        <pc:spChg chg="mod">
          <ac:chgData name="Catherine Ata" userId="4e21e26771b92a65" providerId="LiveId" clId="{471F92A4-9D98-4E06-9E71-7EC81E8C0352}" dt="2024-08-18T02:42:51.123" v="450" actId="1076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471F92A4-9D98-4E06-9E71-7EC81E8C0352}" dt="2024-08-18T03:07:04.675" v="496" actId="5793"/>
          <ac:spMkLst>
            <pc:docMk/>
            <pc:sldMk cId="1269482941" sldId="287"/>
            <ac:spMk id="3" creationId="{6894B957-7D2F-464C-DB8B-5E3E8F5605E3}"/>
          </ac:spMkLst>
        </pc:spChg>
        <pc:spChg chg="del mod">
          <ac:chgData name="Catherine Ata" userId="4e21e26771b92a65" providerId="LiveId" clId="{471F92A4-9D98-4E06-9E71-7EC81E8C0352}" dt="2024-08-18T03:04:50.387" v="460" actId="478"/>
          <ac:spMkLst>
            <pc:docMk/>
            <pc:sldMk cId="1269482941" sldId="287"/>
            <ac:spMk id="4" creationId="{008CC66E-255E-8999-4618-8164A7128507}"/>
          </ac:spMkLst>
        </pc:spChg>
        <pc:graphicFrameChg chg="del">
          <ac:chgData name="Catherine Ata" userId="4e21e26771b92a65" providerId="LiveId" clId="{471F92A4-9D98-4E06-9E71-7EC81E8C0352}" dt="2024-08-18T03:04:48.715" v="459" actId="478"/>
          <ac:graphicFrameMkLst>
            <pc:docMk/>
            <pc:sldMk cId="1269482941" sldId="287"/>
            <ac:graphicFrameMk id="7" creationId="{75CC9028-8897-F546-47BF-5DC83E6F25EC}"/>
          </ac:graphicFrameMkLst>
        </pc:graphicFrameChg>
        <pc:picChg chg="mod">
          <ac:chgData name="Catherine Ata" userId="4e21e26771b92a65" providerId="LiveId" clId="{471F92A4-9D98-4E06-9E71-7EC81E8C0352}" dt="2024-08-18T02:42:45.319" v="449" actId="14100"/>
          <ac:picMkLst>
            <pc:docMk/>
            <pc:sldMk cId="1269482941" sldId="287"/>
            <ac:picMk id="5" creationId="{B75D4CCE-DE58-FAC2-95E8-EC465A608BBD}"/>
          </ac:picMkLst>
        </pc:picChg>
        <pc:picChg chg="add mod">
          <ac:chgData name="Catherine Ata" userId="4e21e26771b92a65" providerId="LiveId" clId="{471F92A4-9D98-4E06-9E71-7EC81E8C0352}" dt="2024-08-18T03:06:09.709" v="480" actId="1076"/>
          <ac:picMkLst>
            <pc:docMk/>
            <pc:sldMk cId="1269482941" sldId="287"/>
            <ac:picMk id="8" creationId="{416D8033-6D98-3482-478E-192D9376C80E}"/>
          </ac:picMkLst>
        </pc:picChg>
        <pc:picChg chg="add mod">
          <ac:chgData name="Catherine Ata" userId="4e21e26771b92a65" providerId="LiveId" clId="{471F92A4-9D98-4E06-9E71-7EC81E8C0352}" dt="2024-08-18T03:05:05.591" v="466" actId="1076"/>
          <ac:picMkLst>
            <pc:docMk/>
            <pc:sldMk cId="1269482941" sldId="287"/>
            <ac:picMk id="10" creationId="{CD738CD3-A840-27AC-6B20-7E2A5489ABD7}"/>
          </ac:picMkLst>
        </pc:picChg>
      </pc:sldChg>
      <pc:sldChg chg="addSp delSp modSp mod">
        <pc:chgData name="Catherine Ata" userId="4e21e26771b92a65" providerId="LiveId" clId="{471F92A4-9D98-4E06-9E71-7EC81E8C0352}" dt="2024-08-18T03:31:47.977" v="656" actId="14100"/>
        <pc:sldMkLst>
          <pc:docMk/>
          <pc:sldMk cId="3894976984" sldId="288"/>
        </pc:sldMkLst>
        <pc:spChg chg="mod">
          <ac:chgData name="Catherine Ata" userId="4e21e26771b92a65" providerId="LiveId" clId="{471F92A4-9D98-4E06-9E71-7EC81E8C0352}" dt="2024-08-18T03:31:47.977" v="656" actId="14100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3:30:26.747" v="607" actId="14100"/>
          <ac:spMkLst>
            <pc:docMk/>
            <pc:sldMk cId="3894976984" sldId="288"/>
            <ac:spMk id="4" creationId="{AE510471-877D-E8CD-62A0-16E26F909B3A}"/>
          </ac:spMkLst>
        </pc:spChg>
        <pc:spChg chg="mod">
          <ac:chgData name="Catherine Ata" userId="4e21e26771b92a65" providerId="LiveId" clId="{471F92A4-9D98-4E06-9E71-7EC81E8C0352}" dt="2024-08-18T03:30:49.359" v="623" actId="20577"/>
          <ac:spMkLst>
            <pc:docMk/>
            <pc:sldMk cId="3894976984" sldId="288"/>
            <ac:spMk id="6" creationId="{0E351CE6-16D2-08A2-E8CC-492DEFFAFAD6}"/>
          </ac:spMkLst>
        </pc:spChg>
        <pc:graphicFrameChg chg="del">
          <ac:chgData name="Catherine Ata" userId="4e21e26771b92a65" providerId="LiveId" clId="{471F92A4-9D98-4E06-9E71-7EC81E8C0352}" dt="2024-08-18T03:23:22.480" v="586" actId="478"/>
          <ac:graphicFrameMkLst>
            <pc:docMk/>
            <pc:sldMk cId="3894976984" sldId="288"/>
            <ac:graphicFrameMk id="5" creationId="{1D015F32-4A6C-381E-916C-8BFFA592F9F7}"/>
          </ac:graphicFrameMkLst>
        </pc:graphicFrameChg>
        <pc:picChg chg="add mod">
          <ac:chgData name="Catherine Ata" userId="4e21e26771b92a65" providerId="LiveId" clId="{471F92A4-9D98-4E06-9E71-7EC81E8C0352}" dt="2024-08-18T03:30:28.393" v="608" actId="1076"/>
          <ac:picMkLst>
            <pc:docMk/>
            <pc:sldMk cId="3894976984" sldId="288"/>
            <ac:picMk id="8" creationId="{D6914A48-535D-8CA6-70A7-0DD766453E51}"/>
          </ac:picMkLst>
        </pc:picChg>
        <pc:picChg chg="add mod">
          <ac:chgData name="Catherine Ata" userId="4e21e26771b92a65" providerId="LiveId" clId="{471F92A4-9D98-4E06-9E71-7EC81E8C0352}" dt="2024-08-18T03:30:30.367" v="609" actId="1076"/>
          <ac:picMkLst>
            <pc:docMk/>
            <pc:sldMk cId="3894976984" sldId="288"/>
            <ac:picMk id="10" creationId="{A060B989-37F5-FD9F-F0F9-899F83583B1F}"/>
          </ac:picMkLst>
        </pc:picChg>
        <pc:picChg chg="add mod">
          <ac:chgData name="Catherine Ata" userId="4e21e26771b92a65" providerId="LiveId" clId="{471F92A4-9D98-4E06-9E71-7EC81E8C0352}" dt="2024-08-18T03:30:31.563" v="610" actId="1076"/>
          <ac:picMkLst>
            <pc:docMk/>
            <pc:sldMk cId="3894976984" sldId="288"/>
            <ac:picMk id="12" creationId="{898B7300-ADAF-296A-FB9B-EF44202BB5C7}"/>
          </ac:picMkLst>
        </pc:picChg>
      </pc:sldChg>
      <pc:sldChg chg="addSp delSp modSp mod">
        <pc:chgData name="Catherine Ata" userId="4e21e26771b92a65" providerId="LiveId" clId="{471F92A4-9D98-4E06-9E71-7EC81E8C0352}" dt="2024-08-18T03:31:54.294" v="657" actId="14100"/>
        <pc:sldMkLst>
          <pc:docMk/>
          <pc:sldMk cId="1766831829" sldId="289"/>
        </pc:sldMkLst>
        <pc:spChg chg="mod">
          <ac:chgData name="Catherine Ata" userId="4e21e26771b92a65" providerId="LiveId" clId="{471F92A4-9D98-4E06-9E71-7EC81E8C0352}" dt="2024-08-18T03:31:54.294" v="657" actId="14100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471F92A4-9D98-4E06-9E71-7EC81E8C0352}" dt="2024-08-18T03:21:01.120" v="567" actId="14100"/>
          <ac:spMkLst>
            <pc:docMk/>
            <pc:sldMk cId="1766831829" sldId="289"/>
            <ac:spMk id="4" creationId="{CCE1343B-D448-0F3D-2A82-B1953503574C}"/>
          </ac:spMkLst>
        </pc:spChg>
        <pc:picChg chg="mod">
          <ac:chgData name="Catherine Ata" userId="4e21e26771b92a65" providerId="LiveId" clId="{471F92A4-9D98-4E06-9E71-7EC81E8C0352}" dt="2024-08-18T03:20:22.685" v="554" actId="14100"/>
          <ac:picMkLst>
            <pc:docMk/>
            <pc:sldMk cId="1766831829" sldId="289"/>
            <ac:picMk id="5" creationId="{588E5B1E-25ED-E47C-9657-A6C76AB84E3E}"/>
          </ac:picMkLst>
        </pc:picChg>
        <pc:picChg chg="add mod">
          <ac:chgData name="Catherine Ata" userId="4e21e26771b92a65" providerId="LiveId" clId="{471F92A4-9D98-4E06-9E71-7EC81E8C0352}" dt="2024-08-18T03:21:03.916" v="568" actId="1076"/>
          <ac:picMkLst>
            <pc:docMk/>
            <pc:sldMk cId="1766831829" sldId="289"/>
            <ac:picMk id="6" creationId="{A2283147-ECBE-725F-FE52-C8FC83206FC2}"/>
          </ac:picMkLst>
        </pc:picChg>
        <pc:picChg chg="del">
          <ac:chgData name="Catherine Ata" userId="4e21e26771b92a65" providerId="LiveId" clId="{471F92A4-9D98-4E06-9E71-7EC81E8C0352}" dt="2024-08-18T03:19:48.920" v="547" actId="478"/>
          <ac:picMkLst>
            <pc:docMk/>
            <pc:sldMk cId="1766831829" sldId="289"/>
            <ac:picMk id="7" creationId="{30819086-5713-8D47-29F3-6A22CBC699BB}"/>
          </ac:picMkLst>
        </pc:picChg>
        <pc:picChg chg="del">
          <ac:chgData name="Catherine Ata" userId="4e21e26771b92a65" providerId="LiveId" clId="{471F92A4-9D98-4E06-9E71-7EC81E8C0352}" dt="2024-08-18T03:19:53.384" v="548" actId="478"/>
          <ac:picMkLst>
            <pc:docMk/>
            <pc:sldMk cId="1766831829" sldId="289"/>
            <ac:picMk id="10" creationId="{AE9B51F2-6C17-08B5-B49A-427C4DAD21D6}"/>
          </ac:picMkLst>
        </pc:picChg>
      </pc:sldChg>
      <pc:sldChg chg="addSp delSp modSp mod">
        <pc:chgData name="Catherine Ata" userId="4e21e26771b92a65" providerId="LiveId" clId="{471F92A4-9D98-4E06-9E71-7EC81E8C0352}" dt="2024-08-18T04:07:09.248" v="947" actId="14100"/>
        <pc:sldMkLst>
          <pc:docMk/>
          <pc:sldMk cId="570267780" sldId="290"/>
        </pc:sldMkLst>
        <pc:spChg chg="mod">
          <ac:chgData name="Catherine Ata" userId="4e21e26771b92a65" providerId="LiveId" clId="{471F92A4-9D98-4E06-9E71-7EC81E8C0352}" dt="2024-08-18T03:31:32.869" v="653" actId="6549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03:59.306" v="931" actId="6549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Catherine Ata" userId="4e21e26771b92a65" providerId="LiveId" clId="{471F92A4-9D98-4E06-9E71-7EC81E8C0352}" dt="2024-08-18T04:02:20.037" v="897" actId="207"/>
          <ac:spMkLst>
            <pc:docMk/>
            <pc:sldMk cId="570267780" sldId="290"/>
            <ac:spMk id="6" creationId="{B58AB795-24AF-5BDC-AF9F-0B7F7A5FF4FF}"/>
          </ac:spMkLst>
        </pc:spChg>
        <pc:spChg chg="add del mod">
          <ac:chgData name="Catherine Ata" userId="4e21e26771b92a65" providerId="LiveId" clId="{471F92A4-9D98-4E06-9E71-7EC81E8C0352}" dt="2024-08-18T03:59:25.677" v="858" actId="11529"/>
          <ac:spMkLst>
            <pc:docMk/>
            <pc:sldMk cId="570267780" sldId="290"/>
            <ac:spMk id="9" creationId="{01AFA309-BAC9-A78E-B9D7-D52E45D0197F}"/>
          </ac:spMkLst>
        </pc:spChg>
        <pc:spChg chg="add mod">
          <ac:chgData name="Catherine Ata" userId="4e21e26771b92a65" providerId="LiveId" clId="{471F92A4-9D98-4E06-9E71-7EC81E8C0352}" dt="2024-08-18T04:02:57.055" v="910" actId="1038"/>
          <ac:spMkLst>
            <pc:docMk/>
            <pc:sldMk cId="570267780" sldId="290"/>
            <ac:spMk id="10" creationId="{A2EF30E5-86D6-C153-CAAC-1E973B3275BA}"/>
          </ac:spMkLst>
        </pc:spChg>
        <pc:spChg chg="add mod">
          <ac:chgData name="Catherine Ata" userId="4e21e26771b92a65" providerId="LiveId" clId="{471F92A4-9D98-4E06-9E71-7EC81E8C0352}" dt="2024-08-18T04:03:29.335" v="930" actId="14100"/>
          <ac:spMkLst>
            <pc:docMk/>
            <pc:sldMk cId="570267780" sldId="290"/>
            <ac:spMk id="11" creationId="{E46608E5-9D66-4B24-2A34-E3D3A692B05D}"/>
          </ac:spMkLst>
        </pc:spChg>
        <pc:spChg chg="add mod">
          <ac:chgData name="Catherine Ata" userId="4e21e26771b92a65" providerId="LiveId" clId="{471F92A4-9D98-4E06-9E71-7EC81E8C0352}" dt="2024-08-18T04:06:57.889" v="943" actId="255"/>
          <ac:spMkLst>
            <pc:docMk/>
            <pc:sldMk cId="570267780" sldId="290"/>
            <ac:spMk id="13" creationId="{438C4918-56CF-B480-D44A-A7607E8EFCCC}"/>
          </ac:spMkLst>
        </pc:spChg>
        <pc:graphicFrameChg chg="del mod modGraphic">
          <ac:chgData name="Catherine Ata" userId="4e21e26771b92a65" providerId="LiveId" clId="{471F92A4-9D98-4E06-9E71-7EC81E8C0352}" dt="2024-08-18T04:04:02.279" v="932" actId="478"/>
          <ac:graphicFrameMkLst>
            <pc:docMk/>
            <pc:sldMk cId="570267780" sldId="290"/>
            <ac:graphicFrameMk id="5" creationId="{5CDE0B76-0CB7-0657-D520-4352FCA99BAE}"/>
          </ac:graphicFrameMkLst>
        </pc:graphicFrameChg>
        <pc:picChg chg="add mod">
          <ac:chgData name="Catherine Ata" userId="4e21e26771b92a65" providerId="LiveId" clId="{471F92A4-9D98-4E06-9E71-7EC81E8C0352}" dt="2024-08-18T04:02:32.821" v="898" actId="14100"/>
          <ac:picMkLst>
            <pc:docMk/>
            <pc:sldMk cId="570267780" sldId="290"/>
            <ac:picMk id="8" creationId="{D229FF08-A062-23C2-46B3-E33935ACFC56}"/>
          </ac:picMkLst>
        </pc:picChg>
        <pc:picChg chg="add mod">
          <ac:chgData name="Catherine Ata" userId="4e21e26771b92a65" providerId="LiveId" clId="{471F92A4-9D98-4E06-9E71-7EC81E8C0352}" dt="2024-08-18T04:07:09.248" v="947" actId="14100"/>
          <ac:picMkLst>
            <pc:docMk/>
            <pc:sldMk cId="570267780" sldId="290"/>
            <ac:picMk id="15" creationId="{6F41032F-D481-EF16-80AD-7941EAB1E2D9}"/>
          </ac:picMkLst>
        </pc:picChg>
      </pc:sldChg>
      <pc:sldChg chg="addSp modSp mod">
        <pc:chgData name="Catherine Ata" userId="4e21e26771b92a65" providerId="LiveId" clId="{471F92A4-9D98-4E06-9E71-7EC81E8C0352}" dt="2024-08-18T04:17:48.614" v="1057" actId="14100"/>
        <pc:sldMkLst>
          <pc:docMk/>
          <pc:sldMk cId="3773754648" sldId="291"/>
        </pc:sldMkLst>
        <pc:spChg chg="mod">
          <ac:chgData name="Catherine Ata" userId="4e21e26771b92a65" providerId="LiveId" clId="{471F92A4-9D98-4E06-9E71-7EC81E8C0352}" dt="2024-08-18T04:12:03.005" v="990" actId="14100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17:16.662" v="1050" actId="14100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Catherine Ata" userId="4e21e26771b92a65" providerId="LiveId" clId="{471F92A4-9D98-4E06-9E71-7EC81E8C0352}" dt="2024-08-18T04:17:37.380" v="1054" actId="14100"/>
          <ac:spMkLst>
            <pc:docMk/>
            <pc:sldMk cId="3773754648" sldId="291"/>
            <ac:spMk id="12" creationId="{07310B4C-2FFE-037A-F3D5-1AA439EF61A7}"/>
          </ac:spMkLst>
        </pc:spChg>
        <pc:picChg chg="add mod">
          <ac:chgData name="Catherine Ata" userId="4e21e26771b92a65" providerId="LiveId" clId="{471F92A4-9D98-4E06-9E71-7EC81E8C0352}" dt="2024-08-18T04:17:48.614" v="1057" actId="14100"/>
          <ac:picMkLst>
            <pc:docMk/>
            <pc:sldMk cId="3773754648" sldId="291"/>
            <ac:picMk id="5" creationId="{1F051420-7DE9-2998-1639-095CF724FC51}"/>
          </ac:picMkLst>
        </pc:picChg>
      </pc:sldChg>
      <pc:sldChg chg="addSp modSp mod">
        <pc:chgData name="Catherine Ata" userId="4e21e26771b92a65" providerId="LiveId" clId="{471F92A4-9D98-4E06-9E71-7EC81E8C0352}" dt="2024-08-18T04:24:36.941" v="1082" actId="1076"/>
        <pc:sldMkLst>
          <pc:docMk/>
          <pc:sldMk cId="799708198" sldId="292"/>
        </pc:sldMkLst>
        <pc:spChg chg="mod">
          <ac:chgData name="Catherine Ata" userId="4e21e26771b92a65" providerId="LiveId" clId="{471F92A4-9D98-4E06-9E71-7EC81E8C0352}" dt="2024-08-18T04:20:25.291" v="1059" actId="14100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21:59.234" v="1066" actId="14100"/>
          <ac:spMkLst>
            <pc:docMk/>
            <pc:sldMk cId="799708198" sldId="292"/>
            <ac:spMk id="4" creationId="{AE510471-877D-E8CD-62A0-16E26F909B3A}"/>
          </ac:spMkLst>
        </pc:spChg>
        <pc:spChg chg="mod">
          <ac:chgData name="Catherine Ata" userId="4e21e26771b92a65" providerId="LiveId" clId="{471F92A4-9D98-4E06-9E71-7EC81E8C0352}" dt="2024-08-18T04:24:22.918" v="1078" actId="14100"/>
          <ac:spMkLst>
            <pc:docMk/>
            <pc:sldMk cId="799708198" sldId="292"/>
            <ac:spMk id="11" creationId="{EBAB570D-238A-7D31-2F90-A2F436A9C912}"/>
          </ac:spMkLst>
        </pc:spChg>
        <pc:picChg chg="add mod">
          <ac:chgData name="Catherine Ata" userId="4e21e26771b92a65" providerId="LiveId" clId="{471F92A4-9D98-4E06-9E71-7EC81E8C0352}" dt="2024-08-18T04:24:36.941" v="1082" actId="1076"/>
          <ac:picMkLst>
            <pc:docMk/>
            <pc:sldMk cId="799708198" sldId="292"/>
            <ac:picMk id="5" creationId="{B68AB336-736C-6A64-3448-F0C642E546E0}"/>
          </ac:picMkLst>
        </pc:picChg>
        <pc:picChg chg="mod">
          <ac:chgData name="Catherine Ata" userId="4e21e26771b92a65" providerId="LiveId" clId="{471F92A4-9D98-4E06-9E71-7EC81E8C0352}" dt="2024-08-18T04:20:19.419" v="1058" actId="14100"/>
          <ac:picMkLst>
            <pc:docMk/>
            <pc:sldMk cId="799708198" sldId="292"/>
            <ac:picMk id="7" creationId="{B6D19169-4245-3E95-65A1-3D4BEDE60767}"/>
          </ac:picMkLst>
        </pc:picChg>
        <pc:picChg chg="add mod">
          <ac:chgData name="Catherine Ata" userId="4e21e26771b92a65" providerId="LiveId" clId="{471F92A4-9D98-4E06-9E71-7EC81E8C0352}" dt="2024-08-18T04:24:32.860" v="1081" actId="1076"/>
          <ac:picMkLst>
            <pc:docMk/>
            <pc:sldMk cId="799708198" sldId="292"/>
            <ac:picMk id="8" creationId="{23C5BEDC-03B3-6D0B-D129-D7B53A2FA9ED}"/>
          </ac:picMkLst>
        </pc:picChg>
      </pc:sldChg>
      <pc:sldChg chg="addSp delSp modSp mod">
        <pc:chgData name="Catherine Ata" userId="4e21e26771b92a65" providerId="LiveId" clId="{471F92A4-9D98-4E06-9E71-7EC81E8C0352}" dt="2024-08-18T04:33:40.569" v="1200" actId="1076"/>
        <pc:sldMkLst>
          <pc:docMk/>
          <pc:sldMk cId="4183094101" sldId="293"/>
        </pc:sldMkLst>
        <pc:spChg chg="mod">
          <ac:chgData name="Catherine Ata" userId="4e21e26771b92a65" providerId="LiveId" clId="{471F92A4-9D98-4E06-9E71-7EC81E8C0352}" dt="2024-08-18T04:25:48.208" v="1083" actId="14100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33:26.369" v="1198" actId="20577"/>
          <ac:spMkLst>
            <pc:docMk/>
            <pc:sldMk cId="4183094101" sldId="293"/>
            <ac:spMk id="4" creationId="{AE510471-877D-E8CD-62A0-16E26F909B3A}"/>
          </ac:spMkLst>
        </pc:spChg>
        <pc:spChg chg="del mod">
          <ac:chgData name="Catherine Ata" userId="4e21e26771b92a65" providerId="LiveId" clId="{471F92A4-9D98-4E06-9E71-7EC81E8C0352}" dt="2024-08-18T04:28:11.482" v="1104" actId="478"/>
          <ac:spMkLst>
            <pc:docMk/>
            <pc:sldMk cId="4183094101" sldId="293"/>
            <ac:spMk id="12" creationId="{07310B4C-2FFE-037A-F3D5-1AA439EF61A7}"/>
          </ac:spMkLst>
        </pc:spChg>
        <pc:graphicFrameChg chg="del mod">
          <ac:chgData name="Catherine Ata" userId="4e21e26771b92a65" providerId="LiveId" clId="{471F92A4-9D98-4E06-9E71-7EC81E8C0352}" dt="2024-08-18T04:28:02.187" v="1101" actId="478"/>
          <ac:graphicFrameMkLst>
            <pc:docMk/>
            <pc:sldMk cId="4183094101" sldId="293"/>
            <ac:graphicFrameMk id="6" creationId="{19D2AD7C-829A-B9E7-513F-A2016E7464D3}"/>
          </ac:graphicFrameMkLst>
        </pc:graphicFrameChg>
        <pc:picChg chg="add mod">
          <ac:chgData name="Catherine Ata" userId="4e21e26771b92a65" providerId="LiveId" clId="{471F92A4-9D98-4E06-9E71-7EC81E8C0352}" dt="2024-08-18T04:33:40.569" v="1200" actId="1076"/>
          <ac:picMkLst>
            <pc:docMk/>
            <pc:sldMk cId="4183094101" sldId="293"/>
            <ac:picMk id="3" creationId="{E18D644F-3290-715E-FEA0-4C403E8949E2}"/>
          </ac:picMkLst>
        </pc:picChg>
        <pc:picChg chg="add mod">
          <ac:chgData name="Catherine Ata" userId="4e21e26771b92a65" providerId="LiveId" clId="{471F92A4-9D98-4E06-9E71-7EC81E8C0352}" dt="2024-08-18T04:33:36.394" v="1199" actId="1076"/>
          <ac:picMkLst>
            <pc:docMk/>
            <pc:sldMk cId="4183094101" sldId="293"/>
            <ac:picMk id="8" creationId="{2088039B-F8CF-D2C2-E8CD-42977B160794}"/>
          </ac:picMkLst>
        </pc:picChg>
      </pc:sldChg>
      <pc:sldChg chg="addSp delSp modSp mod">
        <pc:chgData name="Catherine Ata" userId="4e21e26771b92a65" providerId="LiveId" clId="{471F92A4-9D98-4E06-9E71-7EC81E8C0352}" dt="2024-08-18T04:43:07.327" v="1280" actId="27636"/>
        <pc:sldMkLst>
          <pc:docMk/>
          <pc:sldMk cId="3366650810" sldId="294"/>
        </pc:sldMkLst>
        <pc:spChg chg="mod">
          <ac:chgData name="Catherine Ata" userId="4e21e26771b92a65" providerId="LiveId" clId="{471F92A4-9D98-4E06-9E71-7EC81E8C0352}" dt="2024-08-18T04:43:07.327" v="1280" actId="27636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42:22.612" v="1274" actId="948"/>
          <ac:spMkLst>
            <pc:docMk/>
            <pc:sldMk cId="3366650810" sldId="294"/>
            <ac:spMk id="4" creationId="{AE510471-877D-E8CD-62A0-16E26F909B3A}"/>
          </ac:spMkLst>
        </pc:spChg>
        <pc:spChg chg="del mod">
          <ac:chgData name="Catherine Ata" userId="4e21e26771b92a65" providerId="LiveId" clId="{471F92A4-9D98-4E06-9E71-7EC81E8C0352}" dt="2024-08-18T04:40:34.185" v="1243" actId="478"/>
          <ac:spMkLst>
            <pc:docMk/>
            <pc:sldMk cId="3366650810" sldId="294"/>
            <ac:spMk id="5" creationId="{ACFF8F32-C780-4169-2CEA-0A3FACE998FD}"/>
          </ac:spMkLst>
        </pc:spChg>
        <pc:graphicFrameChg chg="del">
          <ac:chgData name="Catherine Ata" userId="4e21e26771b92a65" providerId="LiveId" clId="{471F92A4-9D98-4E06-9E71-7EC81E8C0352}" dt="2024-08-18T04:40:36.888" v="1244" actId="478"/>
          <ac:graphicFrameMkLst>
            <pc:docMk/>
            <pc:sldMk cId="3366650810" sldId="294"/>
            <ac:graphicFrameMk id="9" creationId="{820099AE-5585-3F6F-0DF5-B574D049D969}"/>
          </ac:graphicFrameMkLst>
        </pc:graphicFrameChg>
        <pc:picChg chg="add mod">
          <ac:chgData name="Catherine Ata" userId="4e21e26771b92a65" providerId="LiveId" clId="{471F92A4-9D98-4E06-9E71-7EC81E8C0352}" dt="2024-08-18T04:42:46.891" v="1276" actId="1076"/>
          <ac:picMkLst>
            <pc:docMk/>
            <pc:sldMk cId="3366650810" sldId="294"/>
            <ac:picMk id="6" creationId="{5F158EE7-0EE2-B8FC-E4EC-0237F68C42B2}"/>
          </ac:picMkLst>
        </pc:picChg>
        <pc:picChg chg="mod">
          <ac:chgData name="Catherine Ata" userId="4e21e26771b92a65" providerId="LiveId" clId="{471F92A4-9D98-4E06-9E71-7EC81E8C0352}" dt="2024-08-18T04:39:04.690" v="1237" actId="14100"/>
          <ac:picMkLst>
            <pc:docMk/>
            <pc:sldMk cId="3366650810" sldId="294"/>
            <ac:picMk id="7" creationId="{B6D19169-4245-3E95-65A1-3D4BEDE60767}"/>
          </ac:picMkLst>
        </pc:picChg>
        <pc:picChg chg="add mod">
          <ac:chgData name="Catherine Ata" userId="4e21e26771b92a65" providerId="LiveId" clId="{471F92A4-9D98-4E06-9E71-7EC81E8C0352}" dt="2024-08-18T04:43:01.507" v="1278" actId="1076"/>
          <ac:picMkLst>
            <pc:docMk/>
            <pc:sldMk cId="3366650810" sldId="294"/>
            <ac:picMk id="8" creationId="{ECD7343F-216A-2A76-8609-EE060D77EC11}"/>
          </ac:picMkLst>
        </pc:picChg>
      </pc:sldChg>
      <pc:sldChg chg="addSp delSp modSp mod">
        <pc:chgData name="Catherine Ata" userId="4e21e26771b92a65" providerId="LiveId" clId="{471F92A4-9D98-4E06-9E71-7EC81E8C0352}" dt="2024-08-18T04:50:17.821" v="1354" actId="1076"/>
        <pc:sldMkLst>
          <pc:docMk/>
          <pc:sldMk cId="3711437500" sldId="295"/>
        </pc:sldMkLst>
        <pc:spChg chg="mod">
          <ac:chgData name="Catherine Ata" userId="4e21e26771b92a65" providerId="LiveId" clId="{471F92A4-9D98-4E06-9E71-7EC81E8C0352}" dt="2024-08-18T04:47:50.054" v="1343" actId="14100"/>
          <ac:spMkLst>
            <pc:docMk/>
            <pc:sldMk cId="3711437500" sldId="295"/>
            <ac:spMk id="4" creationId="{AE510471-877D-E8CD-62A0-16E26F909B3A}"/>
          </ac:spMkLst>
        </pc:spChg>
        <pc:spChg chg="mod">
          <ac:chgData name="Catherine Ata" userId="4e21e26771b92a65" providerId="LiveId" clId="{471F92A4-9D98-4E06-9E71-7EC81E8C0352}" dt="2024-08-18T04:47:35.066" v="1340" actId="6549"/>
          <ac:spMkLst>
            <pc:docMk/>
            <pc:sldMk cId="3711437500" sldId="295"/>
            <ac:spMk id="12" creationId="{07310B4C-2FFE-037A-F3D5-1AA439EF61A7}"/>
          </ac:spMkLst>
        </pc:spChg>
        <pc:picChg chg="add del mod">
          <ac:chgData name="Catherine Ata" userId="4e21e26771b92a65" providerId="LiveId" clId="{471F92A4-9D98-4E06-9E71-7EC81E8C0352}" dt="2024-08-18T04:49:48.150" v="1348" actId="478"/>
          <ac:picMkLst>
            <pc:docMk/>
            <pc:sldMk cId="3711437500" sldId="295"/>
            <ac:picMk id="5" creationId="{E616B29B-B7B6-D396-B218-4C83CD91FA29}"/>
          </ac:picMkLst>
        </pc:picChg>
        <pc:picChg chg="add del mod">
          <ac:chgData name="Catherine Ata" userId="4e21e26771b92a65" providerId="LiveId" clId="{471F92A4-9D98-4E06-9E71-7EC81E8C0352}" dt="2024-08-18T04:49:54.755" v="1351" actId="478"/>
          <ac:picMkLst>
            <pc:docMk/>
            <pc:sldMk cId="3711437500" sldId="295"/>
            <ac:picMk id="8" creationId="{67C476C7-70A2-AB7F-A31E-737677D03AC9}"/>
          </ac:picMkLst>
        </pc:picChg>
        <pc:picChg chg="add mod">
          <ac:chgData name="Catherine Ata" userId="4e21e26771b92a65" providerId="LiveId" clId="{471F92A4-9D98-4E06-9E71-7EC81E8C0352}" dt="2024-08-18T04:50:17.821" v="1354" actId="1076"/>
          <ac:picMkLst>
            <pc:docMk/>
            <pc:sldMk cId="3711437500" sldId="295"/>
            <ac:picMk id="10" creationId="{81CF330B-7023-BF63-1B67-30FCE4F16419}"/>
          </ac:picMkLst>
        </pc:picChg>
        <pc:picChg chg="add mod">
          <ac:chgData name="Catherine Ata" userId="4e21e26771b92a65" providerId="LiveId" clId="{471F92A4-9D98-4E06-9E71-7EC81E8C0352}" dt="2024-08-18T04:50:13.627" v="1353" actId="1076"/>
          <ac:picMkLst>
            <pc:docMk/>
            <pc:sldMk cId="3711437500" sldId="295"/>
            <ac:picMk id="13" creationId="{E3391F3E-DA4C-606E-98DE-D5FC64880741}"/>
          </ac:picMkLst>
        </pc:picChg>
      </pc:sldChg>
      <pc:sldChg chg="addSp delSp modSp mod">
        <pc:chgData name="Catherine Ata" userId="4e21e26771b92a65" providerId="LiveId" clId="{471F92A4-9D98-4E06-9E71-7EC81E8C0352}" dt="2024-08-18T04:38:39.495" v="1235" actId="1076"/>
        <pc:sldMkLst>
          <pc:docMk/>
          <pc:sldMk cId="2413278030" sldId="299"/>
        </pc:sldMkLst>
        <pc:spChg chg="mod">
          <ac:chgData name="Catherine Ata" userId="4e21e26771b92a65" providerId="LiveId" clId="{471F92A4-9D98-4E06-9E71-7EC81E8C0352}" dt="2024-08-18T04:33:53.642" v="1202" actId="14100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38:30.673" v="1231" actId="6549"/>
          <ac:spMkLst>
            <pc:docMk/>
            <pc:sldMk cId="2413278030" sldId="299"/>
            <ac:spMk id="4" creationId="{AE510471-877D-E8CD-62A0-16E26F909B3A}"/>
          </ac:spMkLst>
        </pc:spChg>
        <pc:graphicFrameChg chg="del">
          <ac:chgData name="Catherine Ata" userId="4e21e26771b92a65" providerId="LiveId" clId="{471F92A4-9D98-4E06-9E71-7EC81E8C0352}" dt="2024-08-18T04:38:08.506" v="1226" actId="478"/>
          <ac:graphicFrameMkLst>
            <pc:docMk/>
            <pc:sldMk cId="2413278030" sldId="299"/>
            <ac:graphicFrameMk id="5" creationId="{8D9CAE37-5231-035B-FEE5-2A1380D3ACAE}"/>
          </ac:graphicFrameMkLst>
        </pc:graphicFrameChg>
        <pc:picChg chg="add mod">
          <ac:chgData name="Catherine Ata" userId="4e21e26771b92a65" providerId="LiveId" clId="{471F92A4-9D98-4E06-9E71-7EC81E8C0352}" dt="2024-08-18T04:38:35.028" v="1233" actId="1076"/>
          <ac:picMkLst>
            <pc:docMk/>
            <pc:sldMk cId="2413278030" sldId="299"/>
            <ac:picMk id="6" creationId="{7DDED8AB-E7F5-D1B5-DAF2-56040EF2B6CB}"/>
          </ac:picMkLst>
        </pc:picChg>
        <pc:picChg chg="mod">
          <ac:chgData name="Catherine Ata" userId="4e21e26771b92a65" providerId="LiveId" clId="{471F92A4-9D98-4E06-9E71-7EC81E8C0352}" dt="2024-08-18T04:33:47.805" v="1201" actId="14100"/>
          <ac:picMkLst>
            <pc:docMk/>
            <pc:sldMk cId="2413278030" sldId="299"/>
            <ac:picMk id="7" creationId="{B6D19169-4245-3E95-65A1-3D4BEDE60767}"/>
          </ac:picMkLst>
        </pc:picChg>
        <pc:picChg chg="add mod">
          <ac:chgData name="Catherine Ata" userId="4e21e26771b92a65" providerId="LiveId" clId="{471F92A4-9D98-4E06-9E71-7EC81E8C0352}" dt="2024-08-18T04:38:39.495" v="1235" actId="1076"/>
          <ac:picMkLst>
            <pc:docMk/>
            <pc:sldMk cId="2413278030" sldId="299"/>
            <ac:picMk id="9" creationId="{0F9D1A0A-CF6B-3CB5-B0C5-F706BD61F90B}"/>
          </ac:picMkLst>
        </pc:picChg>
      </pc:sldChg>
      <pc:sldChg chg="addSp delSp modSp mod">
        <pc:chgData name="Catherine Ata" userId="4e21e26771b92a65" providerId="LiveId" clId="{471F92A4-9D98-4E06-9E71-7EC81E8C0352}" dt="2024-08-17T22:01:47.584" v="83" actId="948"/>
        <pc:sldMkLst>
          <pc:docMk/>
          <pc:sldMk cId="349740764" sldId="308"/>
        </pc:sldMkLst>
        <pc:spChg chg="mod">
          <ac:chgData name="Catherine Ata" userId="4e21e26771b92a65" providerId="LiveId" clId="{471F92A4-9D98-4E06-9E71-7EC81E8C0352}" dt="2024-08-17T22:00:05.101" v="71" actId="14100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471F92A4-9D98-4E06-9E71-7EC81E8C0352}" dt="2024-08-17T22:01:47.584" v="83" actId="948"/>
          <ac:spMkLst>
            <pc:docMk/>
            <pc:sldMk cId="349740764" sldId="308"/>
            <ac:spMk id="3" creationId="{B65FEB2A-9723-77BC-B7D8-112D3C437235}"/>
          </ac:spMkLst>
        </pc:spChg>
        <pc:grpChg chg="del">
          <ac:chgData name="Catherine Ata" userId="4e21e26771b92a65" providerId="LiveId" clId="{471F92A4-9D98-4E06-9E71-7EC81E8C0352}" dt="2024-08-17T21:58:05.066" v="5" actId="478"/>
          <ac:grpSpMkLst>
            <pc:docMk/>
            <pc:sldMk cId="349740764" sldId="308"/>
            <ac:grpSpMk id="5" creationId="{3A0B8E34-2321-1C49-A212-11C7207219AF}"/>
          </ac:grpSpMkLst>
        </pc:grpChg>
        <pc:picChg chg="add mod">
          <ac:chgData name="Catherine Ata" userId="4e21e26771b92a65" providerId="LiveId" clId="{471F92A4-9D98-4E06-9E71-7EC81E8C0352}" dt="2024-08-17T21:59:46.710" v="66" actId="14100"/>
          <ac:picMkLst>
            <pc:docMk/>
            <pc:sldMk cId="349740764" sldId="308"/>
            <ac:picMk id="6" creationId="{5E093CA5-4085-8EF6-86C8-69CA47A60E71}"/>
          </ac:picMkLst>
        </pc:picChg>
        <pc:picChg chg="mod">
          <ac:chgData name="Catherine Ata" userId="4e21e26771b92a65" providerId="LiveId" clId="{471F92A4-9D98-4E06-9E71-7EC81E8C0352}" dt="2024-08-17T21:59:52.524" v="67" actId="14100"/>
          <ac:picMkLst>
            <pc:docMk/>
            <pc:sldMk cId="349740764" sldId="308"/>
            <ac:picMk id="8" creationId="{6C917C48-7CCA-0736-87CB-003E8EB32DD2}"/>
          </ac:picMkLst>
        </pc:picChg>
      </pc:sldChg>
      <pc:sldChg chg="addSp delSp modSp mod">
        <pc:chgData name="Catherine Ata" userId="4e21e26771b92a65" providerId="LiveId" clId="{471F92A4-9D98-4E06-9E71-7EC81E8C0352}" dt="2024-08-18T04:11:12.866" v="988" actId="1076"/>
        <pc:sldMkLst>
          <pc:docMk/>
          <pc:sldMk cId="1695168472" sldId="309"/>
        </pc:sldMkLst>
        <pc:spChg chg="mod">
          <ac:chgData name="Catherine Ata" userId="4e21e26771b92a65" providerId="LiveId" clId="{471F92A4-9D98-4E06-9E71-7EC81E8C0352}" dt="2024-08-18T04:07:29.334" v="952" actId="14100"/>
          <ac:spMkLst>
            <pc:docMk/>
            <pc:sldMk cId="1695168472" sldId="309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4:11:03.248" v="987" actId="14100"/>
          <ac:spMkLst>
            <pc:docMk/>
            <pc:sldMk cId="1695168472" sldId="309"/>
            <ac:spMk id="4" creationId="{AE510471-877D-E8CD-62A0-16E26F909B3A}"/>
          </ac:spMkLst>
        </pc:spChg>
        <pc:spChg chg="del mod">
          <ac:chgData name="Catherine Ata" userId="4e21e26771b92a65" providerId="LiveId" clId="{471F92A4-9D98-4E06-9E71-7EC81E8C0352}" dt="2024-08-18T04:07:20.304" v="949" actId="478"/>
          <ac:spMkLst>
            <pc:docMk/>
            <pc:sldMk cId="1695168472" sldId="309"/>
            <ac:spMk id="6" creationId="{B58AB795-24AF-5BDC-AF9F-0B7F7A5FF4FF}"/>
          </ac:spMkLst>
        </pc:spChg>
        <pc:spChg chg="add del mod">
          <ac:chgData name="Catherine Ata" userId="4e21e26771b92a65" providerId="LiveId" clId="{471F92A4-9D98-4E06-9E71-7EC81E8C0352}" dt="2024-08-18T04:07:41.895" v="953" actId="478"/>
          <ac:spMkLst>
            <pc:docMk/>
            <pc:sldMk cId="1695168472" sldId="309"/>
            <ac:spMk id="8" creationId="{017DAD53-2B04-2A3A-765B-59855F6269E2}"/>
          </ac:spMkLst>
        </pc:spChg>
        <pc:graphicFrameChg chg="del">
          <ac:chgData name="Catherine Ata" userId="4e21e26771b92a65" providerId="LiveId" clId="{471F92A4-9D98-4E06-9E71-7EC81E8C0352}" dt="2024-08-18T04:09:43.251" v="968" actId="478"/>
          <ac:graphicFrameMkLst>
            <pc:docMk/>
            <pc:sldMk cId="1695168472" sldId="309"/>
            <ac:graphicFrameMk id="5" creationId="{206BAFFA-4C4B-7288-BF81-96F2723A0F67}"/>
          </ac:graphicFrameMkLst>
        </pc:graphicFrameChg>
        <pc:picChg chg="add mod">
          <ac:chgData name="Catherine Ata" userId="4e21e26771b92a65" providerId="LiveId" clId="{471F92A4-9D98-4E06-9E71-7EC81E8C0352}" dt="2024-08-18T04:11:12.866" v="988" actId="1076"/>
          <ac:picMkLst>
            <pc:docMk/>
            <pc:sldMk cId="1695168472" sldId="309"/>
            <ac:picMk id="10" creationId="{F671A759-3022-8DF1-E727-AB27A332A0EB}"/>
          </ac:picMkLst>
        </pc:picChg>
        <pc:picChg chg="add mod">
          <ac:chgData name="Catherine Ata" userId="4e21e26771b92a65" providerId="LiveId" clId="{471F92A4-9D98-4E06-9E71-7EC81E8C0352}" dt="2024-08-18T04:10:58.254" v="985" actId="1076"/>
          <ac:picMkLst>
            <pc:docMk/>
            <pc:sldMk cId="1695168472" sldId="309"/>
            <ac:picMk id="12" creationId="{C72B90AA-7C56-BC9F-F3FB-8F095ACBC616}"/>
          </ac:picMkLst>
        </pc:picChg>
      </pc:sldChg>
      <pc:sldChg chg="addSp delSp modSp add mod">
        <pc:chgData name="Catherine Ata" userId="4e21e26771b92a65" providerId="LiveId" clId="{471F92A4-9D98-4E06-9E71-7EC81E8C0352}" dt="2024-08-19T01:41:36.440" v="1463" actId="1037"/>
        <pc:sldMkLst>
          <pc:docMk/>
          <pc:sldMk cId="3043240937" sldId="310"/>
        </pc:sldMkLst>
        <pc:spChg chg="mod">
          <ac:chgData name="Catherine Ata" userId="4e21e26771b92a65" providerId="LiveId" clId="{471F92A4-9D98-4E06-9E71-7EC81E8C0352}" dt="2024-08-18T03:34:29.614" v="676"/>
          <ac:spMkLst>
            <pc:docMk/>
            <pc:sldMk cId="3043240937" sldId="310"/>
            <ac:spMk id="2" creationId="{8156B364-19B5-5070-704F-AE2745EB0F50}"/>
          </ac:spMkLst>
        </pc:spChg>
        <pc:spChg chg="mod">
          <ac:chgData name="Catherine Ata" userId="4e21e26771b92a65" providerId="LiveId" clId="{471F92A4-9D98-4E06-9E71-7EC81E8C0352}" dt="2024-08-18T03:54:27.326" v="783" actId="14100"/>
          <ac:spMkLst>
            <pc:docMk/>
            <pc:sldMk cId="3043240937" sldId="310"/>
            <ac:spMk id="4" creationId="{AE510471-877D-E8CD-62A0-16E26F909B3A}"/>
          </ac:spMkLst>
        </pc:spChg>
        <pc:spChg chg="del mod">
          <ac:chgData name="Catherine Ata" userId="4e21e26771b92a65" providerId="LiveId" clId="{471F92A4-9D98-4E06-9E71-7EC81E8C0352}" dt="2024-08-18T03:39:31.901" v="704"/>
          <ac:spMkLst>
            <pc:docMk/>
            <pc:sldMk cId="3043240937" sldId="310"/>
            <ac:spMk id="6" creationId="{0E351CE6-16D2-08A2-E8CC-492DEFFAFAD6}"/>
          </ac:spMkLst>
        </pc:spChg>
        <pc:spChg chg="add mod">
          <ac:chgData name="Catherine Ata" userId="4e21e26771b92a65" providerId="LiveId" clId="{471F92A4-9D98-4E06-9E71-7EC81E8C0352}" dt="2024-08-18T03:54:50.409" v="818" actId="1037"/>
          <ac:spMkLst>
            <pc:docMk/>
            <pc:sldMk cId="3043240937" sldId="310"/>
            <ac:spMk id="17" creationId="{55C14941-666F-EF06-275B-4223C4C48D4F}"/>
          </ac:spMkLst>
        </pc:spChg>
        <pc:spChg chg="add mod">
          <ac:chgData name="Catherine Ata" userId="4e21e26771b92a65" providerId="LiveId" clId="{471F92A4-9D98-4E06-9E71-7EC81E8C0352}" dt="2024-08-18T03:55:40.569" v="839" actId="1038"/>
          <ac:spMkLst>
            <pc:docMk/>
            <pc:sldMk cId="3043240937" sldId="310"/>
            <ac:spMk id="18" creationId="{9375B7E2-F305-996A-E32F-02C5A6BC1A44}"/>
          </ac:spMkLst>
        </pc:spChg>
        <pc:spChg chg="add mod">
          <ac:chgData name="Catherine Ata" userId="4e21e26771b92a65" providerId="LiveId" clId="{471F92A4-9D98-4E06-9E71-7EC81E8C0352}" dt="2024-08-18T03:55:40.569" v="839" actId="1038"/>
          <ac:spMkLst>
            <pc:docMk/>
            <pc:sldMk cId="3043240937" sldId="310"/>
            <ac:spMk id="19" creationId="{ADCC1F17-018A-2F7C-AA35-B50A8E1E2E9F}"/>
          </ac:spMkLst>
        </pc:spChg>
        <pc:spChg chg="add mod">
          <ac:chgData name="Catherine Ata" userId="4e21e26771b92a65" providerId="LiveId" clId="{471F92A4-9D98-4E06-9E71-7EC81E8C0352}" dt="2024-08-19T01:41:36.440" v="1463" actId="1037"/>
          <ac:spMkLst>
            <pc:docMk/>
            <pc:sldMk cId="3043240937" sldId="310"/>
            <ac:spMk id="20" creationId="{A3FEA2C4-8B78-0610-850B-367780E2E2BC}"/>
          </ac:spMkLst>
        </pc:spChg>
        <pc:spChg chg="add mod">
          <ac:chgData name="Catherine Ata" userId="4e21e26771b92a65" providerId="LiveId" clId="{471F92A4-9D98-4E06-9E71-7EC81E8C0352}" dt="2024-08-18T03:54:50.409" v="818" actId="1037"/>
          <ac:spMkLst>
            <pc:docMk/>
            <pc:sldMk cId="3043240937" sldId="310"/>
            <ac:spMk id="21" creationId="{AFFEC0E4-69FD-E7EB-7766-AE6A5C6A9C71}"/>
          </ac:spMkLst>
        </pc:spChg>
        <pc:picChg chg="add del mod">
          <ac:chgData name="Catherine Ata" userId="4e21e26771b92a65" providerId="LiveId" clId="{471F92A4-9D98-4E06-9E71-7EC81E8C0352}" dt="2024-08-18T03:49:14.213" v="710" actId="478"/>
          <ac:picMkLst>
            <pc:docMk/>
            <pc:sldMk cId="3043240937" sldId="310"/>
            <ac:picMk id="5" creationId="{2592A2BF-092F-8064-88F5-8E178BFF2AED}"/>
          </ac:picMkLst>
        </pc:picChg>
        <pc:picChg chg="mod">
          <ac:chgData name="Catherine Ata" userId="4e21e26771b92a65" providerId="LiveId" clId="{471F92A4-9D98-4E06-9E71-7EC81E8C0352}" dt="2024-08-18T03:54:39.912" v="784" actId="1076"/>
          <ac:picMkLst>
            <pc:docMk/>
            <pc:sldMk cId="3043240937" sldId="310"/>
            <ac:picMk id="8" creationId="{D6914A48-535D-8CA6-70A7-0DD766453E51}"/>
          </ac:picMkLst>
        </pc:picChg>
        <pc:picChg chg="del">
          <ac:chgData name="Catherine Ata" userId="4e21e26771b92a65" providerId="LiveId" clId="{471F92A4-9D98-4E06-9E71-7EC81E8C0352}" dt="2024-08-18T03:39:31.899" v="702" actId="478"/>
          <ac:picMkLst>
            <pc:docMk/>
            <pc:sldMk cId="3043240937" sldId="310"/>
            <ac:picMk id="10" creationId="{A060B989-37F5-FD9F-F0F9-899F83583B1F}"/>
          </ac:picMkLst>
        </pc:picChg>
        <pc:picChg chg="add mod">
          <ac:chgData name="Catherine Ata" userId="4e21e26771b92a65" providerId="LiveId" clId="{471F92A4-9D98-4E06-9E71-7EC81E8C0352}" dt="2024-08-18T03:55:44.516" v="840" actId="1076"/>
          <ac:picMkLst>
            <pc:docMk/>
            <pc:sldMk cId="3043240937" sldId="310"/>
            <ac:picMk id="11" creationId="{6B859259-C29C-545D-CC36-1F4214534EB6}"/>
          </ac:picMkLst>
        </pc:picChg>
        <pc:picChg chg="del">
          <ac:chgData name="Catherine Ata" userId="4e21e26771b92a65" providerId="LiveId" clId="{471F92A4-9D98-4E06-9E71-7EC81E8C0352}" dt="2024-08-18T03:39:38.923" v="705" actId="478"/>
          <ac:picMkLst>
            <pc:docMk/>
            <pc:sldMk cId="3043240937" sldId="310"/>
            <ac:picMk id="12" creationId="{898B7300-ADAF-296A-FB9B-EF44202BB5C7}"/>
          </ac:picMkLst>
        </pc:picChg>
        <pc:picChg chg="add mod">
          <ac:chgData name="Catherine Ata" userId="4e21e26771b92a65" providerId="LiveId" clId="{471F92A4-9D98-4E06-9E71-7EC81E8C0352}" dt="2024-08-18T03:55:40.569" v="839" actId="1038"/>
          <ac:picMkLst>
            <pc:docMk/>
            <pc:sldMk cId="3043240937" sldId="310"/>
            <ac:picMk id="14" creationId="{76B32051-90AB-E9F9-A017-243D45241F5F}"/>
          </ac:picMkLst>
        </pc:picChg>
        <pc:picChg chg="add mod">
          <ac:chgData name="Catherine Ata" userId="4e21e26771b92a65" providerId="LiveId" clId="{471F92A4-9D98-4E06-9E71-7EC81E8C0352}" dt="2024-08-18T03:55:53.950" v="841" actId="14100"/>
          <ac:picMkLst>
            <pc:docMk/>
            <pc:sldMk cId="3043240937" sldId="310"/>
            <ac:picMk id="16" creationId="{9511D322-257F-2090-441F-FB8F1031B457}"/>
          </ac:picMkLst>
        </pc:picChg>
      </pc:sldChg>
      <pc:sldChg chg="delSp modSp add mod">
        <pc:chgData name="Catherine Ata" userId="4e21e26771b92a65" providerId="LiveId" clId="{471F92A4-9D98-4E06-9E71-7EC81E8C0352}" dt="2024-08-18T04:43:16.382" v="1281" actId="14100"/>
        <pc:sldMkLst>
          <pc:docMk/>
          <pc:sldMk cId="2127555262" sldId="311"/>
        </pc:sldMkLst>
        <pc:spChg chg="mod">
          <ac:chgData name="Catherine Ata" userId="4e21e26771b92a65" providerId="LiveId" clId="{471F92A4-9D98-4E06-9E71-7EC81E8C0352}" dt="2024-08-18T04:43:16.382" v="1281" actId="14100"/>
          <ac:spMkLst>
            <pc:docMk/>
            <pc:sldMk cId="2127555262" sldId="311"/>
            <ac:spMk id="2" creationId="{46CAA7C7-1B21-E4DE-A30C-992523F350E2}"/>
          </ac:spMkLst>
        </pc:spChg>
        <pc:spChg chg="del mod">
          <ac:chgData name="Catherine Ata" userId="4e21e26771b92a65" providerId="LiveId" clId="{471F92A4-9D98-4E06-9E71-7EC81E8C0352}" dt="2024-08-18T04:13:30.132" v="1040" actId="478"/>
          <ac:spMkLst>
            <pc:docMk/>
            <pc:sldMk cId="2127555262" sldId="311"/>
            <ac:spMk id="3" creationId="{2BF052D2-6CF3-75C7-9876-A8F3EBAC7DCC}"/>
          </ac:spMkLst>
        </pc:spChg>
      </pc:sldChg>
      <pc:sldChg chg="add">
        <pc:chgData name="Catherine Ata" userId="4e21e26771b92a65" providerId="LiveId" clId="{471F92A4-9D98-4E06-9E71-7EC81E8C0352}" dt="2024-08-19T17:38:50.538" v="1464"/>
        <pc:sldMkLst>
          <pc:docMk/>
          <pc:sldMk cId="2097729747" sldId="31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39FF05-AF86-4B4B-9B97-37F06A76EBE8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Reading and Writing Data in Text </a:t>
          </a:r>
          <a:r>
            <a:rPr lang="en-US" dirty="0">
              <a:latin typeface="Tw Cen MT" panose="020B0602020104020603"/>
            </a:rPr>
            <a:t>Format</a:t>
          </a:r>
        </a:p>
      </dgm:t>
    </dgm:pt>
    <dgm:pt modelId="{6B67D212-33A7-4E67-B4FF-D48E18DC4CA6}" type="parTrans" cxnId="{46D8CE8D-EFB1-497F-BDC3-74A8645CD375}">
      <dgm:prSet/>
      <dgm:spPr/>
      <dgm:t>
        <a:bodyPr/>
        <a:lstStyle/>
        <a:p>
          <a:endParaRPr lang="en-US"/>
        </a:p>
      </dgm:t>
    </dgm:pt>
    <dgm:pt modelId="{17421C65-158F-4993-B538-05EBEF49E044}" type="sibTrans" cxnId="{46D8CE8D-EFB1-497F-BDC3-74A8645CD375}">
      <dgm:prSet/>
      <dgm:spPr/>
      <dgm:t>
        <a:bodyPr/>
        <a:lstStyle/>
        <a:p>
          <a:endParaRPr lang="en-US"/>
        </a:p>
      </dgm:t>
    </dgm:pt>
    <dgm:pt modelId="{07D0216A-6956-48AA-A46F-3AF9934EC40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Interacting</a:t>
          </a:r>
          <a:r>
            <a:rPr lang="en-US" dirty="0"/>
            <a:t> with Web APIs</a:t>
          </a:r>
        </a:p>
      </dgm:t>
    </dgm:pt>
    <dgm:pt modelId="{3A7C68B2-A1D6-4690-A3D1-A2C3C2C44049}" type="parTrans" cxnId="{898ED7D6-6771-4F5D-98A0-40D58C5A0C87}">
      <dgm:prSet/>
      <dgm:spPr/>
      <dgm:t>
        <a:bodyPr/>
        <a:lstStyle/>
        <a:p>
          <a:endParaRPr lang="en-US"/>
        </a:p>
      </dgm:t>
    </dgm:pt>
    <dgm:pt modelId="{C76A542B-2105-4F73-B81D-5DCE6CE2698B}" type="sibTrans" cxnId="{898ED7D6-6771-4F5D-98A0-40D58C5A0C87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4AD4A829-0D6C-432E-8E0A-B4A350A04E8D}" type="pres">
      <dgm:prSet presAssocID="{E939FF05-AF86-4B4B-9B97-37F06A76EBE8}" presName="compNode" presStyleCnt="0"/>
      <dgm:spPr/>
    </dgm:pt>
    <dgm:pt modelId="{6C60266E-6EC6-43E2-ADF6-0E357621C12E}" type="pres">
      <dgm:prSet presAssocID="{E939FF05-AF86-4B4B-9B97-37F06A76EB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ackboard outline"/>
        </a:ext>
      </dgm:extLst>
    </dgm:pt>
    <dgm:pt modelId="{E4937327-B98A-45B3-8376-EA73CD5BED30}" type="pres">
      <dgm:prSet presAssocID="{E939FF05-AF86-4B4B-9B97-37F06A76EBE8}" presName="spaceRect" presStyleCnt="0"/>
      <dgm:spPr/>
    </dgm:pt>
    <dgm:pt modelId="{B5D583BE-912B-4715-8BAA-A141171D9F32}" type="pres">
      <dgm:prSet presAssocID="{E939FF05-AF86-4B4B-9B97-37F06A76EBE8}" presName="textRect" presStyleLbl="revTx" presStyleIdx="0" presStyleCnt="2">
        <dgm:presLayoutVars>
          <dgm:chMax val="1"/>
          <dgm:chPref val="1"/>
        </dgm:presLayoutVars>
      </dgm:prSet>
      <dgm:spPr/>
    </dgm:pt>
    <dgm:pt modelId="{D6678904-6F58-4DEE-A5E1-B3713D2BD8D5}" type="pres">
      <dgm:prSet presAssocID="{17421C65-158F-4993-B538-05EBEF49E044}" presName="sibTrans" presStyleCnt="0"/>
      <dgm:spPr/>
    </dgm:pt>
    <dgm:pt modelId="{F27CCBE7-4635-4E90-BD3C-0BA454A86D74}" type="pres">
      <dgm:prSet presAssocID="{07D0216A-6956-48AA-A46F-3AF9934EC40F}" presName="compNode" presStyleCnt="0"/>
      <dgm:spPr/>
    </dgm:pt>
    <dgm:pt modelId="{BDCE1100-D7AC-41CF-88A4-8AEF3975A421}" type="pres">
      <dgm:prSet presAssocID="{07D0216A-6956-48AA-A46F-3AF9934EC4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 outline"/>
        </a:ext>
      </dgm:extLst>
    </dgm:pt>
    <dgm:pt modelId="{0B18A706-35C5-4290-B669-98716768C446}" type="pres">
      <dgm:prSet presAssocID="{07D0216A-6956-48AA-A46F-3AF9934EC40F}" presName="spaceRect" presStyleCnt="0"/>
      <dgm:spPr/>
    </dgm:pt>
    <dgm:pt modelId="{FAECA2DC-5CEF-4D93-BD1B-63E754BD4612}" type="pres">
      <dgm:prSet presAssocID="{07D0216A-6956-48AA-A46F-3AF9934EC40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6D8CE8D-EFB1-497F-BDC3-74A8645CD375}" srcId="{9B66E9AE-0F49-4324-B5C6-88E68B146997}" destId="{E939FF05-AF86-4B4B-9B97-37F06A76EBE8}" srcOrd="0" destOrd="0" parTransId="{6B67D212-33A7-4E67-B4FF-D48E18DC4CA6}" sibTransId="{17421C65-158F-4993-B538-05EBEF49E044}"/>
    <dgm:cxn modelId="{B0789C95-AAFB-453E-94E3-6335427650E1}" type="presOf" srcId="{07D0216A-6956-48AA-A46F-3AF9934EC40F}" destId="{FAECA2DC-5CEF-4D93-BD1B-63E754BD4612}" srcOrd="0" destOrd="0" presId="urn:microsoft.com/office/officeart/2018/2/layout/IconLabelList"/>
    <dgm:cxn modelId="{911AB3BC-C685-493A-877F-12D143DA8A6A}" type="presOf" srcId="{E939FF05-AF86-4B4B-9B97-37F06A76EBE8}" destId="{B5D583BE-912B-4715-8BAA-A141171D9F32}" srcOrd="0" destOrd="0" presId="urn:microsoft.com/office/officeart/2018/2/layout/IconLabelList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898ED7D6-6771-4F5D-98A0-40D58C5A0C87}" srcId="{9B66E9AE-0F49-4324-B5C6-88E68B146997}" destId="{07D0216A-6956-48AA-A46F-3AF9934EC40F}" srcOrd="1" destOrd="0" parTransId="{3A7C68B2-A1D6-4690-A3D1-A2C3C2C44049}" sibTransId="{C76A542B-2105-4F73-B81D-5DCE6CE2698B}"/>
    <dgm:cxn modelId="{168AA8A1-622B-47E9-B230-4885D00F8787}" type="presParOf" srcId="{10CA44A9-4959-499A-A363-A08535EF544F}" destId="{4AD4A829-0D6C-432E-8E0A-B4A350A04E8D}" srcOrd="0" destOrd="0" presId="urn:microsoft.com/office/officeart/2018/2/layout/IconLabelList"/>
    <dgm:cxn modelId="{366D2A2A-E1EC-42AF-9E46-95F97CE162EA}" type="presParOf" srcId="{4AD4A829-0D6C-432E-8E0A-B4A350A04E8D}" destId="{6C60266E-6EC6-43E2-ADF6-0E357621C12E}" srcOrd="0" destOrd="0" presId="urn:microsoft.com/office/officeart/2018/2/layout/IconLabelList"/>
    <dgm:cxn modelId="{FD90C28F-6698-45A2-89D6-9CF7A8BF062A}" type="presParOf" srcId="{4AD4A829-0D6C-432E-8E0A-B4A350A04E8D}" destId="{E4937327-B98A-45B3-8376-EA73CD5BED30}" srcOrd="1" destOrd="0" presId="urn:microsoft.com/office/officeart/2018/2/layout/IconLabelList"/>
    <dgm:cxn modelId="{FA763692-9235-40A6-AA7B-A8916C262F98}" type="presParOf" srcId="{4AD4A829-0D6C-432E-8E0A-B4A350A04E8D}" destId="{B5D583BE-912B-4715-8BAA-A141171D9F32}" srcOrd="2" destOrd="0" presId="urn:microsoft.com/office/officeart/2018/2/layout/IconLabelList"/>
    <dgm:cxn modelId="{F23D59B7-4F92-4E30-9E8F-A980E69E694F}" type="presParOf" srcId="{10CA44A9-4959-499A-A363-A08535EF544F}" destId="{D6678904-6F58-4DEE-A5E1-B3713D2BD8D5}" srcOrd="1" destOrd="0" presId="urn:microsoft.com/office/officeart/2018/2/layout/IconLabelList"/>
    <dgm:cxn modelId="{92A72DF8-AA7F-418F-AA9C-C2F683012F6F}" type="presParOf" srcId="{10CA44A9-4959-499A-A363-A08535EF544F}" destId="{F27CCBE7-4635-4E90-BD3C-0BA454A86D74}" srcOrd="2" destOrd="0" presId="urn:microsoft.com/office/officeart/2018/2/layout/IconLabelList"/>
    <dgm:cxn modelId="{667A5654-6347-4D8D-BCF6-5D66D7625493}" type="presParOf" srcId="{F27CCBE7-4635-4E90-BD3C-0BA454A86D74}" destId="{BDCE1100-D7AC-41CF-88A4-8AEF3975A421}" srcOrd="0" destOrd="0" presId="urn:microsoft.com/office/officeart/2018/2/layout/IconLabelList"/>
    <dgm:cxn modelId="{21EEF004-9C3C-46C6-BAC7-C0767A03CB75}" type="presParOf" srcId="{F27CCBE7-4635-4E90-BD3C-0BA454A86D74}" destId="{0B18A706-35C5-4290-B669-98716768C446}" srcOrd="1" destOrd="0" presId="urn:microsoft.com/office/officeart/2018/2/layout/IconLabelList"/>
    <dgm:cxn modelId="{DF9F0ECE-9687-48FD-8802-2736BAE1AE7D}" type="presParOf" srcId="{F27CCBE7-4635-4E90-BD3C-0BA454A86D74}" destId="{FAECA2DC-5CEF-4D93-BD1B-63E754BD46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0266E-6EC6-43E2-ADF6-0E357621C12E}">
      <dsp:nvSpPr>
        <dsp:cNvPr id="0" name=""/>
        <dsp:cNvSpPr/>
      </dsp:nvSpPr>
      <dsp:spPr>
        <a:xfrm>
          <a:off x="808599" y="1183178"/>
          <a:ext cx="1270687" cy="1270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583BE-912B-4715-8BAA-A141171D9F32}">
      <dsp:nvSpPr>
        <dsp:cNvPr id="0" name=""/>
        <dsp:cNvSpPr/>
      </dsp:nvSpPr>
      <dsp:spPr>
        <a:xfrm>
          <a:off x="32067" y="2805349"/>
          <a:ext cx="282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Reading and Writing Data in Text </a:t>
          </a:r>
          <a:r>
            <a:rPr lang="en-US" sz="2600" kern="1200" dirty="0">
              <a:latin typeface="Tw Cen MT" panose="020B0602020104020603"/>
            </a:rPr>
            <a:t>Format</a:t>
          </a:r>
        </a:p>
      </dsp:txBody>
      <dsp:txXfrm>
        <a:off x="32067" y="2805349"/>
        <a:ext cx="2823750" cy="720000"/>
      </dsp:txXfrm>
    </dsp:sp>
    <dsp:sp modelId="{BDCE1100-D7AC-41CF-88A4-8AEF3975A421}">
      <dsp:nvSpPr>
        <dsp:cNvPr id="0" name=""/>
        <dsp:cNvSpPr/>
      </dsp:nvSpPr>
      <dsp:spPr>
        <a:xfrm>
          <a:off x="4126505" y="1183178"/>
          <a:ext cx="1270687" cy="1270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CA2DC-5CEF-4D93-BD1B-63E754BD4612}">
      <dsp:nvSpPr>
        <dsp:cNvPr id="0" name=""/>
        <dsp:cNvSpPr/>
      </dsp:nvSpPr>
      <dsp:spPr>
        <a:xfrm>
          <a:off x="3349974" y="2805349"/>
          <a:ext cx="282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w Cen MT" panose="020B0602020104020603"/>
            </a:rPr>
            <a:t>Interacting</a:t>
          </a:r>
          <a:r>
            <a:rPr lang="en-US" sz="2600" kern="1200" dirty="0"/>
            <a:t> with Web APIs</a:t>
          </a:r>
        </a:p>
      </dsp:txBody>
      <dsp:txXfrm>
        <a:off x="3349974" y="2805349"/>
        <a:ext cx="282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ex1.csv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ex2.csv" TargetMode="Externa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ex3.txt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ex4.cs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hyperlink" Target="https://github.com/wesm/pydata-book/blob/3rd-edition/examples/ex5.csv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ex5.csv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requests.readthedocs.io/en/latest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cs typeface="Arial"/>
              </a:rPr>
              <a:t>Module 5: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400" b="1" dirty="0">
                <a:ea typeface="+mj-lt"/>
                <a:cs typeface="+mj-lt"/>
              </a:rPr>
              <a:t>Reading and Writing Data</a:t>
            </a:r>
            <a:endParaRPr lang="en-US" sz="4400" b="1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dirty="0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517027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40" y="292608"/>
            <a:ext cx="8915400" cy="119026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Reading and Writing Data in Text Format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473" y="1325880"/>
            <a:ext cx="10241338" cy="513892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Pandas provides functions for reading tabular data as a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 object.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 err="1">
                <a:ea typeface="+mn-lt"/>
                <a:cs typeface="+mn-lt"/>
              </a:rPr>
              <a:t>read_csv</a:t>
            </a:r>
            <a:r>
              <a:rPr lang="en-US" dirty="0">
                <a:ea typeface="+mn-lt"/>
                <a:cs typeface="+mn-lt"/>
              </a:rPr>
              <a:t> – commonly used function</a:t>
            </a: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528" y="-9235"/>
            <a:ext cx="967708" cy="9293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093CA5-4085-8EF6-86C8-69CA47A60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74" y="2240280"/>
            <a:ext cx="10275054" cy="396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Reading and Writing Data in Text Format 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052D2-6CF3-75C7-9876-A8F3EBAC7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52" y="3247293"/>
            <a:ext cx="9904459" cy="103163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CSV, TXT, JSON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56" y="274357"/>
            <a:ext cx="9810408" cy="1436681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READING AND WRITING DATA IN TEXT FORMAT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60704" y="1792224"/>
            <a:ext cx="4526280" cy="39044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Let’s consider the following comma-separated csv text file in </a:t>
            </a:r>
            <a:r>
              <a:rPr lang="en-US" sz="2000" dirty="0">
                <a:ea typeface="+mn-lt"/>
                <a:cs typeface="+mn-lt"/>
                <a:hlinkClick r:id="rId2"/>
              </a:rPr>
              <a:t>examples/ex1.csv</a:t>
            </a:r>
            <a:r>
              <a:rPr lang="en-US" sz="2000" dirty="0">
                <a:ea typeface="+mn-lt"/>
                <a:cs typeface="+mn-lt"/>
              </a:rPr>
              <a:t>: 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	</a:t>
            </a:r>
            <a:r>
              <a:rPr lang="en-US" sz="1800" dirty="0" err="1">
                <a:ea typeface="+mn-lt"/>
                <a:cs typeface="+mn-lt"/>
              </a:rPr>
              <a:t>a,b,c,d,message</a:t>
            </a:r>
            <a:r>
              <a:rPr lang="en-US" sz="1800" dirty="0">
                <a:ea typeface="+mn-lt"/>
                <a:cs typeface="+mn-lt"/>
              </a:rPr>
              <a:t> 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	1,2,3,4,hello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	5,6,7,8,world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	9,10,11,12,foo </a:t>
            </a:r>
            <a:endParaRPr lang="en-US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864" y="-9235"/>
            <a:ext cx="1028372" cy="987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26BE08-D877-E6C5-27AC-F4047B726D7B}"/>
              </a:ext>
            </a:extLst>
          </p:cNvPr>
          <p:cNvSpPr txBox="1"/>
          <p:nvPr/>
        </p:nvSpPr>
        <p:spPr>
          <a:xfrm>
            <a:off x="6096000" y="1829213"/>
            <a:ext cx="482489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 dirty="0" err="1">
                <a:ea typeface="+mn-lt"/>
                <a:cs typeface="+mn-lt"/>
              </a:rPr>
              <a:t>pd.read_csv</a:t>
            </a:r>
            <a:r>
              <a:rPr lang="en-US" sz="2000" dirty="0">
                <a:ea typeface="+mn-lt"/>
                <a:cs typeface="+mn-lt"/>
              </a:rPr>
              <a:t> - read csv files into a </a:t>
            </a:r>
            <a:r>
              <a:rPr lang="en-US" sz="2000" dirty="0" err="1">
                <a:ea typeface="+mn-lt"/>
                <a:cs typeface="+mn-lt"/>
              </a:rPr>
              <a:t>DataFrame</a:t>
            </a:r>
            <a:r>
              <a:rPr lang="en-US" sz="2000" dirty="0">
                <a:ea typeface="+mn-lt"/>
                <a:cs typeface="+mn-lt"/>
              </a:rPr>
              <a:t>. 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CC2C7-D3E1-EB2B-E5E9-968113A33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232" y="2729398"/>
            <a:ext cx="2874264" cy="318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609600"/>
            <a:ext cx="9740426" cy="1079500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Reading and Writing Data in Text Format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50392" y="1914174"/>
            <a:ext cx="4773168" cy="3174739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Use </a:t>
            </a:r>
            <a:r>
              <a:rPr lang="en-US" sz="2400" dirty="0" err="1">
                <a:ea typeface="+mn-lt"/>
                <a:cs typeface="+mn-lt"/>
              </a:rPr>
              <a:t>pd.read_csv</a:t>
            </a:r>
            <a:r>
              <a:rPr lang="en-US" sz="2400" dirty="0">
                <a:ea typeface="+mn-lt"/>
                <a:cs typeface="+mn-lt"/>
              </a:rPr>
              <a:t>(header=None) for file without a header: </a:t>
            </a:r>
            <a:r>
              <a:rPr lang="en-US" sz="2400" dirty="0">
                <a:ea typeface="+mn-lt"/>
                <a:cs typeface="+mn-lt"/>
                <a:hlinkClick r:id="rId2"/>
              </a:rPr>
              <a:t>examples/ex2.csv</a:t>
            </a:r>
            <a:endParaRPr lang="en-US" sz="24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</a:rPr>
              <a:t>1,2,3,4,hello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5,6,7,8,world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9,10,11,12,foo</a:t>
            </a:r>
          </a:p>
          <a:p>
            <a:pPr lvl="1">
              <a:lnSpc>
                <a:spcPct val="100000"/>
              </a:lnSpc>
            </a:pPr>
            <a:endParaRPr lang="en-US" sz="2000" dirty="0">
              <a:ea typeface="+mn-lt"/>
              <a:cs typeface="+mn-lt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6" y="-9235"/>
            <a:ext cx="923640" cy="887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40750B-6405-27E8-2462-6B09D185A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" y="4170869"/>
            <a:ext cx="4245864" cy="2286235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6096000" y="1914174"/>
            <a:ext cx="4637075" cy="356370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Read and include column names: </a:t>
            </a:r>
            <a:endParaRPr lang="en-US" sz="3600" dirty="0"/>
          </a:p>
          <a:p>
            <a:pPr marL="457200" lvl="1" indent="0">
              <a:buNone/>
            </a:pPr>
            <a:br>
              <a:rPr lang="en-US" dirty="0">
                <a:ea typeface="+mn-lt"/>
                <a:cs typeface="+mn-lt"/>
              </a:rPr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D6E0A5-75B5-F205-D08F-27C06E444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13137"/>
            <a:ext cx="5562886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24" y="234952"/>
            <a:ext cx="9674351" cy="1478570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Reading and Writing Data in Text Format 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2149017" y="1941462"/>
            <a:ext cx="8750809" cy="11387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index_col</a:t>
            </a:r>
            <a:r>
              <a:rPr lang="en-US" sz="2400" dirty="0">
                <a:ea typeface="+mn-lt"/>
                <a:cs typeface="+mn-lt"/>
              </a:rPr>
              <a:t> – argument that sets </a:t>
            </a:r>
            <a:r>
              <a:rPr lang="en-US" sz="2400" dirty="0" err="1">
                <a:ea typeface="+mn-lt"/>
                <a:cs typeface="+mn-lt"/>
              </a:rPr>
              <a:t>DataFrame</a:t>
            </a:r>
            <a:r>
              <a:rPr lang="en-US" sz="2400" dirty="0">
                <a:ea typeface="+mn-lt"/>
                <a:cs typeface="+mn-lt"/>
              </a:rPr>
              <a:t> column as the index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Example: Set “</a:t>
            </a:r>
            <a:r>
              <a:rPr lang="en-US" sz="2400" dirty="0" err="1">
                <a:ea typeface="+mn-lt"/>
                <a:cs typeface="+mn-lt"/>
              </a:rPr>
              <a:t>message”columnas</a:t>
            </a:r>
            <a:r>
              <a:rPr lang="en-US" sz="2400" dirty="0">
                <a:ea typeface="+mn-lt"/>
                <a:cs typeface="+mn-lt"/>
              </a:rPr>
              <a:t> the index</a:t>
            </a:r>
            <a:br>
              <a:rPr lang="en-US" dirty="0"/>
            </a:br>
            <a:endParaRPr lang="en-US" sz="2000" dirty="0"/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976" y="-9236"/>
            <a:ext cx="963260" cy="925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8A2886-C03A-5CD0-9F06-63F09ABB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112" y="2919718"/>
            <a:ext cx="7710621" cy="279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842" y="498202"/>
            <a:ext cx="9885421" cy="9465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/>
                <a:ea typeface="+mj-lt"/>
                <a:cs typeface="Arial"/>
              </a:rPr>
              <a:t>Reading and Writing Data in Text Format</a:t>
            </a:r>
            <a:endParaRPr lang="en-US" dirty="0">
              <a:latin typeface="Arial"/>
              <a:ea typeface="+mj-lt"/>
              <a:cs typeface="Arial"/>
            </a:endParaRPr>
          </a:p>
          <a:p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72768" y="1558393"/>
            <a:ext cx="9601200" cy="4215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Forming a hierarchical index from multiple columns. 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912" y="-18471"/>
            <a:ext cx="885652" cy="85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782462-D364-421A-23EC-9255D423D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286" y="2443573"/>
            <a:ext cx="5391427" cy="352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157" y="477408"/>
            <a:ext cx="9905998" cy="1210282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Reading and Writing Data in Text Format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9156" y="1715912"/>
            <a:ext cx="9983839" cy="4300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Table with complex delimiter using whitespace or some other patterns.</a:t>
            </a:r>
          </a:p>
          <a:p>
            <a:r>
              <a:rPr lang="en-US" dirty="0">
                <a:ea typeface="+mn-lt"/>
                <a:cs typeface="+mn-lt"/>
              </a:rPr>
              <a:t>Example: </a:t>
            </a:r>
            <a:r>
              <a:rPr lang="en-US" dirty="0">
                <a:ea typeface="+mn-lt"/>
                <a:cs typeface="+mn-lt"/>
                <a:hlinkClick r:id="rId2"/>
              </a:rPr>
              <a:t>ex3.txt</a:t>
            </a:r>
            <a:endParaRPr lang="en-US" dirty="0"/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>
              <a:latin typeface="TW Cen M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996" y="-18471"/>
            <a:ext cx="847568" cy="81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6D8033-6D98-3482-478E-192D9376C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37" y="3305956"/>
            <a:ext cx="4621944" cy="1969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738CD3-A840-27AC-6B20-7E2A5489A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668" y="3059446"/>
            <a:ext cx="3702240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79" y="402766"/>
            <a:ext cx="9905998" cy="1265146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Reading and Writing Data in Text Format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5231"/>
            <a:ext cx="9905999" cy="390753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The parser functions have additional arguments to handle a variety of exception file formats.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Example: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  <a:hlinkClick r:id="rId2"/>
              </a:rPr>
              <a:t>ex4.csv</a:t>
            </a:r>
            <a:r>
              <a:rPr lang="en-US" dirty="0">
                <a:ea typeface="+mn-lt"/>
                <a:cs typeface="+mn-lt"/>
              </a:rPr>
              <a:t> - skip certain rows using </a:t>
            </a:r>
            <a:r>
              <a:rPr lang="en-US" dirty="0" err="1">
                <a:ea typeface="+mn-lt"/>
                <a:cs typeface="+mn-lt"/>
              </a:rPr>
              <a:t>skiprows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In this case we need to skip row 0, 2, and 3. </a:t>
            </a:r>
          </a:p>
          <a:p>
            <a:endParaRPr lang="en-US" sz="2800" dirty="0">
              <a:ea typeface="+mn-lt"/>
              <a:cs typeface="+mn-lt"/>
            </a:endParaRPr>
          </a:p>
          <a:p>
            <a:endParaRPr lang="en-US" sz="2800" dirty="0">
              <a:ea typeface="+mn-lt"/>
              <a:cs typeface="+mn-lt"/>
            </a:endParaRPr>
          </a:p>
          <a:p>
            <a:endParaRPr lang="en-US" sz="2800" dirty="0"/>
          </a:p>
          <a:p>
            <a: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TW Cen MT"/>
              <a:ea typeface="+mn-lt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577" y="-18472"/>
            <a:ext cx="887987" cy="85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904ED3-5776-4CA4-71FC-BE5473A49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79" y="2835159"/>
            <a:ext cx="4956812" cy="1910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0F92D6-81E7-A440-3A4B-EFB06BAA2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031" y="2838850"/>
            <a:ext cx="4019757" cy="2101958"/>
          </a:xfrm>
          <a:prstGeom prst="rect">
            <a:avLst/>
          </a:prstGeom>
        </p:spPr>
      </p:pic>
      <p:sp>
        <p:nvSpPr>
          <p:cNvPr id="10" name="Arrow: Left-Up 9">
            <a:extLst>
              <a:ext uri="{FF2B5EF4-FFF2-40B4-BE49-F238E27FC236}">
                <a16:creationId xmlns:a16="http://schemas.microsoft.com/office/drawing/2014/main" id="{B8B580C4-B47C-0FD8-B58A-63B3DC62519F}"/>
              </a:ext>
            </a:extLst>
          </p:cNvPr>
          <p:cNvSpPr/>
          <p:nvPr/>
        </p:nvSpPr>
        <p:spPr>
          <a:xfrm>
            <a:off x="7790688" y="5001768"/>
            <a:ext cx="1490472" cy="32004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213963"/>
            <a:ext cx="8942228" cy="114464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ea typeface="+mj-lt"/>
                <a:cs typeface="+mj-lt"/>
              </a:rPr>
              <a:t>Reading and Writing Data in Text Format</a:t>
            </a:r>
            <a:endParaRPr lang="en-US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584" y="1567240"/>
            <a:ext cx="3342164" cy="287010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Handling missing values – replace them with other values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Example: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  <a:hlinkClick r:id="rId2"/>
              </a:rPr>
              <a:t>ex5.csv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Check for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NaN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/Null</a:t>
            </a:r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914A48-535D-8CA6-70A7-0DD766453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864" y="3076017"/>
            <a:ext cx="3149762" cy="1949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859259-C29C-545D-CC36-1F4214534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34" y="5077105"/>
            <a:ext cx="3187864" cy="1549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B32051-90AB-E9F9-A017-243D45241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4617" y="1421424"/>
            <a:ext cx="3968954" cy="29020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11D322-257F-2090-441F-FB8F1031B4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358" y="3429001"/>
            <a:ext cx="4017198" cy="27157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5C14941-666F-EF06-275B-4223C4C48D4F}"/>
              </a:ext>
            </a:extLst>
          </p:cNvPr>
          <p:cNvSpPr/>
          <p:nvPr/>
        </p:nvSpPr>
        <p:spPr>
          <a:xfrm>
            <a:off x="3026663" y="4462272"/>
            <a:ext cx="492761" cy="283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5B7E2-F305-996A-E32F-02C5A6BC1A44}"/>
              </a:ext>
            </a:extLst>
          </p:cNvPr>
          <p:cNvSpPr/>
          <p:nvPr/>
        </p:nvSpPr>
        <p:spPr>
          <a:xfrm>
            <a:off x="6464808" y="3813048"/>
            <a:ext cx="325519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CC1F17-018A-2F7C-AA35-B50A8E1E2E9F}"/>
              </a:ext>
            </a:extLst>
          </p:cNvPr>
          <p:cNvSpPr/>
          <p:nvPr/>
        </p:nvSpPr>
        <p:spPr>
          <a:xfrm>
            <a:off x="7315398" y="3575304"/>
            <a:ext cx="325519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FEA2C4-8B78-0610-850B-367780E2E2BC}"/>
              </a:ext>
            </a:extLst>
          </p:cNvPr>
          <p:cNvSpPr/>
          <p:nvPr/>
        </p:nvSpPr>
        <p:spPr>
          <a:xfrm>
            <a:off x="9916173" y="5649468"/>
            <a:ext cx="399275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EC0E4-69FD-E7EB-7766-AE6A5C6A9C71}"/>
              </a:ext>
            </a:extLst>
          </p:cNvPr>
          <p:cNvSpPr/>
          <p:nvPr/>
        </p:nvSpPr>
        <p:spPr>
          <a:xfrm>
            <a:off x="4044496" y="4178808"/>
            <a:ext cx="402337" cy="283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4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48" y="245671"/>
            <a:ext cx="8988552" cy="94262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Reading and Writing Data in Text Format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31216" y="1036948"/>
            <a:ext cx="10237510" cy="461918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    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Table 6-2 lists operations used frequently in </a:t>
            </a:r>
            <a:r>
              <a:rPr lang="en-US" sz="2000" dirty="0" err="1">
                <a:solidFill>
                  <a:srgbClr val="FFFFFF"/>
                </a:solidFill>
                <a:ea typeface="+mn-lt"/>
                <a:cs typeface="+mn-lt"/>
              </a:rPr>
              <a:t>pandas.read_csv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endParaRPr lang="en-US" sz="28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26" y="-9236"/>
            <a:ext cx="832510" cy="799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283147-ECBE-725F-FE52-C8FC83206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579" y="1553385"/>
            <a:ext cx="9482221" cy="47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213963"/>
            <a:ext cx="8942228" cy="114464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ea typeface="+mj-lt"/>
                <a:cs typeface="+mj-lt"/>
              </a:rPr>
              <a:t>Writing Data to Text Format </a:t>
            </a:r>
            <a:endParaRPr lang="en-US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584" y="1567240"/>
            <a:ext cx="4489704" cy="287010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Data can be exported to a delimited format (e.g. csv format)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Example: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  <a:hlinkClick r:id="rId2"/>
              </a:rPr>
              <a:t>ex5.csv</a:t>
            </a:r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351CE6-16D2-08A2-E8CC-492DEFFAFAD6}"/>
              </a:ext>
            </a:extLst>
          </p:cNvPr>
          <p:cNvSpPr txBox="1"/>
          <p:nvPr/>
        </p:nvSpPr>
        <p:spPr>
          <a:xfrm>
            <a:off x="5633408" y="1567240"/>
            <a:ext cx="591081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>
                <a:cs typeface="Arial"/>
              </a:rPr>
              <a:t>Use .</a:t>
            </a:r>
            <a:r>
              <a:rPr lang="en-US" sz="2400" dirty="0" err="1">
                <a:cs typeface="Arial"/>
              </a:rPr>
              <a:t>to_csv</a:t>
            </a:r>
            <a:r>
              <a:rPr lang="en-US" sz="2400" dirty="0">
                <a:cs typeface="Arial"/>
              </a:rPr>
              <a:t>() method to write data into a comma-separated file: ​</a:t>
            </a:r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endParaRPr lang="en-US" dirty="0">
              <a:latin typeface="TW Cen MT"/>
              <a:ea typeface="+mn-lt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914A48-535D-8CA6-70A7-0DD766453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479" y="3044568"/>
            <a:ext cx="3149762" cy="1949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60B989-37F5-FD9F-F0F9-899F83583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944" y="2574644"/>
            <a:ext cx="4121362" cy="939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8B7300-ADAF-296A-FB9B-EF44202BB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480" y="3723121"/>
            <a:ext cx="2724290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7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300318"/>
            <a:ext cx="9859777" cy="9684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Writing Data to Text Format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3861" y="1275568"/>
            <a:ext cx="5100941" cy="3325599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buFont typeface="Arial"/>
            </a:pPr>
            <a:endParaRPr lang="en-US" sz="1800" dirty="0">
              <a:latin typeface="TW Cen MT"/>
              <a:cs typeface="Arial"/>
            </a:endParaRPr>
          </a:p>
          <a:p>
            <a:pPr marL="457200" lvl="1" indent="0">
              <a:buNone/>
            </a:pPr>
            <a:endParaRPr lang="en-US" dirty="0">
              <a:latin typeface="TW Cen M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335154" y="1452659"/>
            <a:ext cx="5356600" cy="3824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Using other delimiters: </a:t>
            </a:r>
            <a:r>
              <a:rPr lang="en-US" sz="2800" dirty="0" err="1">
                <a:solidFill>
                  <a:srgbClr val="FF0000"/>
                </a:solidFill>
                <a:ea typeface="+mn-lt"/>
                <a:cs typeface="+mn-lt"/>
              </a:rPr>
              <a:t>sep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=‘|”</a:t>
            </a:r>
          </a:p>
          <a:p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dirty="0" err="1">
                <a:solidFill>
                  <a:schemeClr val="accent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sys.stdout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800" dirty="0">
                <a:ea typeface="+mn-lt"/>
                <a:cs typeface="+mn-lt"/>
              </a:rPr>
              <a:t>to print the result to the console: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29FF08-A062-23C2-46B3-E33935AC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56" y="3429000"/>
            <a:ext cx="2715768" cy="16093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EF30E5-86D6-C153-CAAC-1E973B3275BA}"/>
              </a:ext>
            </a:extLst>
          </p:cNvPr>
          <p:cNvSpPr/>
          <p:nvPr/>
        </p:nvSpPr>
        <p:spPr>
          <a:xfrm>
            <a:off x="4142933" y="3630168"/>
            <a:ext cx="639379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608E5-9D66-4B24-2A34-E3D3A692B05D}"/>
              </a:ext>
            </a:extLst>
          </p:cNvPr>
          <p:cNvSpPr/>
          <p:nvPr/>
        </p:nvSpPr>
        <p:spPr>
          <a:xfrm>
            <a:off x="3310128" y="3639312"/>
            <a:ext cx="774193" cy="237744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C4918-56CF-B480-D44A-A7607E8EFCCC}"/>
              </a:ext>
            </a:extLst>
          </p:cNvPr>
          <p:cNvSpPr txBox="1"/>
          <p:nvPr/>
        </p:nvSpPr>
        <p:spPr>
          <a:xfrm>
            <a:off x="6766560" y="1581141"/>
            <a:ext cx="45994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Disable row and column labels. </a:t>
            </a:r>
          </a:p>
          <a:p>
            <a:pPr lvl="1"/>
            <a:endParaRPr lang="en-US" sz="2400" dirty="0">
              <a:latin typeface="TW Cen MT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41032F-D481-EF16-80AD-7941EAB1E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038" y="2746858"/>
            <a:ext cx="4253438" cy="142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7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32" y="512662"/>
            <a:ext cx="9138925" cy="9684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Writing Data to Text Format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27632" y="1563624"/>
            <a:ext cx="9646920" cy="32752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Print a subset of columns, in the order we want.</a:t>
            </a:r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Unless specified, both the row and column labels are shown.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1A759-3022-8DF1-E727-AB27A332A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053" y="4585852"/>
            <a:ext cx="5115013" cy="1417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2B90AA-7C56-BC9F-F3FB-8F095ACBC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061" y="2166856"/>
            <a:ext cx="4672584" cy="1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68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895" y="506238"/>
            <a:ext cx="9649959" cy="8697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Reading and Writing Data in Text Format: JSON Data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1567483"/>
            <a:ext cx="4828032" cy="35092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JSON (JavaScript Object Notation) is a standard format for sending data by HTTP request between web browsers and other applications. </a:t>
            </a:r>
          </a:p>
          <a:p>
            <a:r>
              <a:rPr lang="en-US" sz="2000" dirty="0">
                <a:ea typeface="+mn-lt"/>
                <a:cs typeface="+mn-lt"/>
              </a:rPr>
              <a:t>Its data format is very flexible compared to a tabular text form like CSV. </a:t>
            </a:r>
          </a:p>
          <a:p>
            <a:r>
              <a:rPr lang="en-US" sz="2000" dirty="0">
                <a:ea typeface="+mn-lt"/>
                <a:cs typeface="+mn-lt"/>
              </a:rPr>
              <a:t>Example of a JSON object: 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357885" y="1682496"/>
            <a:ext cx="5053827" cy="3210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JSON is very similar to Python code except for its null value and some other nuances. </a:t>
            </a:r>
          </a:p>
          <a:p>
            <a:r>
              <a:rPr lang="en-US" sz="2000" dirty="0">
                <a:ea typeface="+mn-lt"/>
                <a:cs typeface="+mn-lt"/>
              </a:rPr>
              <a:t>Basic types are objects (</a:t>
            </a:r>
            <a:r>
              <a:rPr lang="en-US" sz="2000" dirty="0" err="1">
                <a:ea typeface="+mn-lt"/>
                <a:cs typeface="+mn-lt"/>
              </a:rPr>
              <a:t>dicts</a:t>
            </a:r>
            <a:r>
              <a:rPr lang="en-US" sz="2000" dirty="0">
                <a:ea typeface="+mn-lt"/>
                <a:cs typeface="+mn-lt"/>
              </a:rPr>
              <a:t>), arrays (lists), strings, numbers, </a:t>
            </a:r>
            <a:r>
              <a:rPr lang="en-US" sz="2000" dirty="0" err="1">
                <a:ea typeface="+mn-lt"/>
                <a:cs typeface="+mn-lt"/>
              </a:rPr>
              <a:t>booleans</a:t>
            </a:r>
            <a:r>
              <a:rPr lang="en-US" sz="2000" dirty="0">
                <a:ea typeface="+mn-lt"/>
                <a:cs typeface="+mn-lt"/>
              </a:rPr>
              <a:t>, and nulls. </a:t>
            </a:r>
          </a:p>
          <a:p>
            <a:r>
              <a:rPr lang="en-US" sz="2000" dirty="0">
                <a:ea typeface="+mn-lt"/>
                <a:cs typeface="+mn-lt"/>
              </a:rPr>
              <a:t>All of the keys in an object are in strings. 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51420-7DE9-2998-1639-095CF724F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235" y="4548561"/>
            <a:ext cx="7169563" cy="14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523088"/>
            <a:ext cx="10026894" cy="10253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Reading and Writing Data in Text Format: JSON Data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5297" y="1901952"/>
            <a:ext cx="5687568" cy="33652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ea typeface="+mn-lt"/>
                <a:cs typeface="+mn-lt"/>
              </a:rPr>
              <a:t>json.loads</a:t>
            </a:r>
            <a:r>
              <a:rPr lang="en-US" dirty="0">
                <a:ea typeface="+mn-lt"/>
                <a:cs typeface="+mn-lt"/>
              </a:rPr>
              <a:t> converts a JSON string to Python form. </a:t>
            </a:r>
          </a:p>
          <a:p>
            <a:pPr lvl="1"/>
            <a:endParaRPr lang="en-US" sz="1600" dirty="0">
              <a:latin typeface="TW Cen MT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516" y="-18471"/>
            <a:ext cx="838047" cy="80485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AB570D-238A-7D31-2F90-A2F436A9C912}"/>
              </a:ext>
            </a:extLst>
          </p:cNvPr>
          <p:cNvSpPr txBox="1">
            <a:spLocks/>
          </p:cNvSpPr>
          <p:nvPr/>
        </p:nvSpPr>
        <p:spPr>
          <a:xfrm>
            <a:off x="758953" y="3717018"/>
            <a:ext cx="11450126" cy="15593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b="1" dirty="0" err="1">
                <a:ea typeface="+mn-lt"/>
                <a:cs typeface="+mn-lt"/>
              </a:rPr>
              <a:t>json.dumps</a:t>
            </a:r>
            <a:r>
              <a:rPr lang="en-US" sz="2400" dirty="0">
                <a:ea typeface="+mn-lt"/>
                <a:cs typeface="+mn-lt"/>
              </a:rPr>
              <a:t> converts a Python object back to JSON</a:t>
            </a:r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AB336-736C-6A64-3448-F0C642E5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64" y="2017171"/>
            <a:ext cx="4997707" cy="162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C5BEDC-03B3-6D0B-D129-D7B53A2FA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742" y="4270725"/>
            <a:ext cx="10636797" cy="135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512" y="335642"/>
            <a:ext cx="9045872" cy="8019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Reading and Writing Data in Text Format: JSON Data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078" y="1929384"/>
            <a:ext cx="10117466" cy="4279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Passing a list of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dicts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to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and selecting a subset of the data field</a:t>
            </a:r>
          </a:p>
          <a:p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Subset: result[‘siblings’]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  and columns [‘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name’,’age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’]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8D644F-3290-715E-FEA0-4C403E89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062" y="2480664"/>
            <a:ext cx="4997707" cy="162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88039B-F8CF-D2C2-E8CD-42977B160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319" y="4502234"/>
            <a:ext cx="5702593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235748"/>
            <a:ext cx="10178192" cy="121960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Reading and Writing Data in Text Format: JSON Data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1709576"/>
            <a:ext cx="10388610" cy="2732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dirty="0" err="1">
                <a:ea typeface="+mn-lt"/>
                <a:cs typeface="+mn-lt"/>
              </a:rPr>
              <a:t>pandas.read_json</a:t>
            </a:r>
            <a:r>
              <a:rPr lang="en-US" dirty="0">
                <a:ea typeface="+mn-lt"/>
                <a:cs typeface="+mn-lt"/>
              </a:rPr>
              <a:t> can convert JSON datasets in specific arrangements into a Series or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 sz="3200" dirty="0"/>
          </a:p>
          <a:p>
            <a:pPr lvl="1"/>
            <a:r>
              <a:rPr lang="en-US" dirty="0">
                <a:ea typeface="+mn-lt"/>
                <a:cs typeface="+mn-lt"/>
              </a:rPr>
              <a:t>Example: </a:t>
            </a:r>
            <a:r>
              <a:rPr lang="en-US" dirty="0" err="1">
                <a:ea typeface="+mn-lt"/>
                <a:cs typeface="+mn-lt"/>
              </a:rPr>
              <a:t>example.json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By default, </a:t>
            </a:r>
            <a:r>
              <a:rPr lang="en-US" sz="2000" dirty="0" err="1">
                <a:ea typeface="+mn-lt"/>
                <a:cs typeface="+mn-lt"/>
              </a:rPr>
              <a:t>pandas.read_json</a:t>
            </a:r>
            <a:r>
              <a:rPr lang="en-US" sz="2000" dirty="0">
                <a:ea typeface="+mn-lt"/>
                <a:cs typeface="+mn-lt"/>
              </a:rPr>
              <a:t> assume each object in the JSON array is a row in the table. </a:t>
            </a:r>
          </a:p>
          <a:p>
            <a:pPr lvl="1"/>
            <a:endParaRPr lang="en-US" sz="16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912" y="-18472"/>
            <a:ext cx="843652" cy="8102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DED8AB-E7F5-D1B5-DAF2-56040EF2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171" y="2471039"/>
            <a:ext cx="3543475" cy="1163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9D1A0A-CF6B-3CB5-B0C5-F706BD61F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87" y="4224451"/>
            <a:ext cx="3092609" cy="1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78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12648"/>
            <a:ext cx="9977055" cy="119786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Reading and Writing Data in Text Format: JSON Data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4984" y="2002536"/>
            <a:ext cx="10680192" cy="18046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 err="1">
                <a:ea typeface="+mn-lt"/>
                <a:cs typeface="+mn-lt"/>
              </a:rPr>
              <a:t>to_json</a:t>
            </a:r>
            <a:r>
              <a:rPr lang="en-US" sz="2800" dirty="0">
                <a:ea typeface="+mn-lt"/>
                <a:cs typeface="+mn-lt"/>
              </a:rPr>
              <a:t> methods - Export data from pandas Series and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to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a typeface="+mn-lt"/>
                <a:cs typeface="+mn-lt"/>
              </a:rPr>
              <a:t>			JSON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036" y="-18471"/>
            <a:ext cx="867528" cy="83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158EE7-0EE2-B8FC-E4EC-0237F68C4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652" y="3174312"/>
            <a:ext cx="5677192" cy="2063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D7343F-216A-2A76-8609-EE060D77E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783" y="3282267"/>
            <a:ext cx="3092609" cy="1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490472"/>
            <a:ext cx="9905955" cy="254812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INTERACTING WITH WEB APIs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5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8" y="505397"/>
            <a:ext cx="10766777" cy="8019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Interacting with Web APIs </a:t>
            </a:r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3856" y="2103120"/>
            <a:ext cx="4773920" cy="27587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Many websites have public APIs that provide data feeds via JSON or some other format. 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requests package</a:t>
            </a:r>
            <a:r>
              <a:rPr lang="en-US" dirty="0">
                <a:ea typeface="+mn-lt"/>
                <a:cs typeface="+mn-lt"/>
              </a:rPr>
              <a:t> - easy-to-use method to interact with web APIs.</a:t>
            </a:r>
          </a:p>
          <a:p>
            <a:pPr lvl="1"/>
            <a:endParaRPr lang="en-US" dirty="0">
              <a:solidFill>
                <a:srgbClr val="82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100997" y="2340864"/>
            <a:ext cx="5781865" cy="1183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CF330B-7023-BF63-1B67-30FCE4F16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134" y="2226915"/>
            <a:ext cx="5112013" cy="1739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391F3E-DA4C-606E-98DE-D5FC64880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835" y="4600799"/>
            <a:ext cx="8388781" cy="11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3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19" y="809796"/>
            <a:ext cx="4552533" cy="1554099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Interacting with Web APIs 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4425" y="2295143"/>
            <a:ext cx="3701583" cy="25773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800" dirty="0">
                <a:ea typeface="+mn-lt"/>
                <a:cs typeface="+mn-lt"/>
              </a:rPr>
              <a:t>Passing data directly to a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and extract fields of interest.</a:t>
            </a:r>
          </a:p>
          <a:p>
            <a:pPr lvl="1"/>
            <a:endParaRPr lang="en-US" sz="24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250" y="-18471"/>
            <a:ext cx="733314" cy="704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F4121-87D9-AD9D-6ADF-6C0A17DB2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31" y="295445"/>
            <a:ext cx="6067625" cy="626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0C10D-11DF-3355-96FE-C9E0FF53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88" y="-9235"/>
            <a:ext cx="985548" cy="9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3655</TotalTime>
  <Words>815</Words>
  <Application>Microsoft Office PowerPoint</Application>
  <PresentationFormat>Widescreen</PresentationFormat>
  <Paragraphs>104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Arial,Sans-Serif</vt:lpstr>
      <vt:lpstr>TW Cen MT</vt:lpstr>
      <vt:lpstr>TW Cen MT</vt:lpstr>
      <vt:lpstr>Circuit</vt:lpstr>
      <vt:lpstr>Module 5:  Reading and Writing Data</vt:lpstr>
      <vt:lpstr>AGENDA</vt:lpstr>
      <vt:lpstr>Reading and Writing Data in Text Format </vt:lpstr>
      <vt:lpstr>Reading and Writing Data in Text Format </vt:lpstr>
      <vt:lpstr>READING AND WRITING DATA IN TEXT FORMAT </vt:lpstr>
      <vt:lpstr>Reading and Writing Data in Text Format </vt:lpstr>
      <vt:lpstr>Reading and Writing Data in Text Format </vt:lpstr>
      <vt:lpstr>Reading and Writing Data in Text Format </vt:lpstr>
      <vt:lpstr>Reading and Writing Data in Text Format </vt:lpstr>
      <vt:lpstr>Reading and Writing Data in Text Format</vt:lpstr>
      <vt:lpstr>Reading and Writing Data in Text Format</vt:lpstr>
      <vt:lpstr>Reading and Writing Data in Text Format </vt:lpstr>
      <vt:lpstr>Writing Data to Text Format </vt:lpstr>
      <vt:lpstr>Writing Data to Text Format </vt:lpstr>
      <vt:lpstr>Writing Data to Text Format </vt:lpstr>
      <vt:lpstr>Reading and Writing Data in Text Format: JSON Data</vt:lpstr>
      <vt:lpstr>Reading and Writing Data in Text Format: JSON Data </vt:lpstr>
      <vt:lpstr>Reading and Writing Data in Text Format: JSON Data</vt:lpstr>
      <vt:lpstr>Reading and Writing Data in Text Format: JSON Data </vt:lpstr>
      <vt:lpstr>Reading and Writing Data in Text Format: JSON Data </vt:lpstr>
      <vt:lpstr>INTERACTING WITH WEB APIs</vt:lpstr>
      <vt:lpstr>Interacting with Web APIs </vt:lpstr>
      <vt:lpstr>Interacting with Web APIs 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2028</cp:revision>
  <dcterms:created xsi:type="dcterms:W3CDTF">2024-06-04T16:42:17Z</dcterms:created>
  <dcterms:modified xsi:type="dcterms:W3CDTF">2024-11-02T00:57:22Z</dcterms:modified>
</cp:coreProperties>
</file>