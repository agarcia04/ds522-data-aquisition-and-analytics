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82" r:id="rId4"/>
    <p:sldId id="308" r:id="rId5"/>
    <p:sldId id="281" r:id="rId6"/>
    <p:sldId id="283" r:id="rId7"/>
    <p:sldId id="320" r:id="rId8"/>
    <p:sldId id="285" r:id="rId9"/>
    <p:sldId id="258" r:id="rId10"/>
    <p:sldId id="287" r:id="rId11"/>
    <p:sldId id="261" r:id="rId12"/>
    <p:sldId id="289" r:id="rId13"/>
    <p:sldId id="288" r:id="rId14"/>
    <p:sldId id="290" r:id="rId15"/>
    <p:sldId id="312" r:id="rId16"/>
    <p:sldId id="291" r:id="rId17"/>
    <p:sldId id="292" r:id="rId18"/>
    <p:sldId id="293" r:id="rId19"/>
    <p:sldId id="294" r:id="rId20"/>
    <p:sldId id="295" r:id="rId21"/>
    <p:sldId id="263" r:id="rId22"/>
    <p:sldId id="297" r:id="rId23"/>
    <p:sldId id="298" r:id="rId24"/>
    <p:sldId id="299" r:id="rId25"/>
    <p:sldId id="300" r:id="rId26"/>
    <p:sldId id="309" r:id="rId27"/>
    <p:sldId id="310" r:id="rId28"/>
    <p:sldId id="311" r:id="rId29"/>
    <p:sldId id="318" r:id="rId30"/>
    <p:sldId id="284" r:id="rId31"/>
    <p:sldId id="321" r:id="rId32"/>
    <p:sldId id="322" r:id="rId33"/>
    <p:sldId id="323" r:id="rId34"/>
    <p:sldId id="319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17" r:id="rId46"/>
    <p:sldId id="279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332A2-DFBA-4116-A43C-D9FE08B8ED70}" v="73" dt="2024-08-23T17:24:11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Ata" userId="4e21e26771b92a65" providerId="LiveId" clId="{6E9332A2-DFBA-4116-A43C-D9FE08B8ED70}"/>
    <pc:docChg chg="undo redo custSel addSld delSld modSld sldOrd">
      <pc:chgData name="Catherine Ata" userId="4e21e26771b92a65" providerId="LiveId" clId="{6E9332A2-DFBA-4116-A43C-D9FE08B8ED70}" dt="2024-08-24T00:51:08.244" v="2993" actId="20577"/>
      <pc:docMkLst>
        <pc:docMk/>
      </pc:docMkLst>
      <pc:sldChg chg="modSp mod">
        <pc:chgData name="Catherine Ata" userId="4e21e26771b92a65" providerId="LiveId" clId="{6E9332A2-DFBA-4116-A43C-D9FE08B8ED70}" dt="2024-08-22T17:44:22.305" v="83" actId="14100"/>
        <pc:sldMkLst>
          <pc:docMk/>
          <pc:sldMk cId="158767598" sldId="256"/>
        </pc:sldMkLst>
        <pc:spChg chg="mod">
          <ac:chgData name="Catherine Ata" userId="4e21e26771b92a65" providerId="LiveId" clId="{6E9332A2-DFBA-4116-A43C-D9FE08B8ED70}" dt="2024-08-22T17:42:25.723" v="28" actId="20577"/>
          <ac:spMkLst>
            <pc:docMk/>
            <pc:sldMk cId="158767598" sldId="256"/>
            <ac:spMk id="2" creationId="{6B420F8C-B260-B061-FAEB-456B3F2929EC}"/>
          </ac:spMkLst>
        </pc:spChg>
        <pc:picChg chg="mod">
          <ac:chgData name="Catherine Ata" userId="4e21e26771b92a65" providerId="LiveId" clId="{6E9332A2-DFBA-4116-A43C-D9FE08B8ED70}" dt="2024-08-22T17:44:22.305" v="83" actId="14100"/>
          <ac:picMkLst>
            <pc:docMk/>
            <pc:sldMk cId="158767598" sldId="256"/>
            <ac:picMk id="5" creationId="{47C069D0-BFED-6A53-E54A-0E65EEE9FFAD}"/>
          </ac:picMkLst>
        </pc:picChg>
      </pc:sldChg>
      <pc:sldChg chg="modSp mod">
        <pc:chgData name="Catherine Ata" userId="4e21e26771b92a65" providerId="LiveId" clId="{6E9332A2-DFBA-4116-A43C-D9FE08B8ED70}" dt="2024-08-23T17:24:11.276" v="2873"/>
        <pc:sldMkLst>
          <pc:docMk/>
          <pc:sldMk cId="1316968593" sldId="257"/>
        </pc:sldMkLst>
        <pc:graphicFrameChg chg="mod">
          <ac:chgData name="Catherine Ata" userId="4e21e26771b92a65" providerId="LiveId" clId="{6E9332A2-DFBA-4116-A43C-D9FE08B8ED70}" dt="2024-08-23T17:24:11.276" v="2873"/>
          <ac:graphicFrameMkLst>
            <pc:docMk/>
            <pc:sldMk cId="1316968593" sldId="257"/>
            <ac:graphicFrameMk id="53" creationId="{B3529599-F5B4-68D7-C3D3-833636480F09}"/>
          </ac:graphicFrameMkLst>
        </pc:graphicFrameChg>
        <pc:picChg chg="mod">
          <ac:chgData name="Catherine Ata" userId="4e21e26771b92a65" providerId="LiveId" clId="{6E9332A2-DFBA-4116-A43C-D9FE08B8ED70}" dt="2024-08-22T17:44:16.028" v="82" actId="14100"/>
          <ac:picMkLst>
            <pc:docMk/>
            <pc:sldMk cId="1316968593" sldId="257"/>
            <ac:picMk id="4" creationId="{CCBBE772-449F-732D-5D97-8C14264921DF}"/>
          </ac:picMkLst>
        </pc:picChg>
      </pc:sldChg>
      <pc:sldChg chg="addSp delSp modSp mod">
        <pc:chgData name="Catherine Ata" userId="4e21e26771b92a65" providerId="LiveId" clId="{6E9332A2-DFBA-4116-A43C-D9FE08B8ED70}" dt="2024-08-22T18:33:42.283" v="470" actId="1076"/>
        <pc:sldMkLst>
          <pc:docMk/>
          <pc:sldMk cId="2251826545" sldId="258"/>
        </pc:sldMkLst>
        <pc:spChg chg="mod">
          <ac:chgData name="Catherine Ata" userId="4e21e26771b92a65" providerId="LiveId" clId="{6E9332A2-DFBA-4116-A43C-D9FE08B8ED70}" dt="2024-08-22T18:25:26.550" v="423" actId="14100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Catherine Ata" userId="4e21e26771b92a65" providerId="LiveId" clId="{6E9332A2-DFBA-4116-A43C-D9FE08B8ED70}" dt="2024-08-22T18:33:38.427" v="468" actId="14100"/>
          <ac:spMkLst>
            <pc:docMk/>
            <pc:sldMk cId="2251826545" sldId="258"/>
            <ac:spMk id="3" creationId="{6894B957-7D2F-464C-DB8B-5E3E8F5605E3}"/>
          </ac:spMkLst>
        </pc:spChg>
        <pc:spChg chg="del mod">
          <ac:chgData name="Catherine Ata" userId="4e21e26771b92a65" providerId="LiveId" clId="{6E9332A2-DFBA-4116-A43C-D9FE08B8ED70}" dt="2024-08-22T18:32:03.804" v="444" actId="22"/>
          <ac:spMkLst>
            <pc:docMk/>
            <pc:sldMk cId="2251826545" sldId="258"/>
            <ac:spMk id="4" creationId="{008CC66E-255E-8999-4618-8164A7128507}"/>
          </ac:spMkLst>
        </pc:spChg>
        <pc:graphicFrameChg chg="del">
          <ac:chgData name="Catherine Ata" userId="4e21e26771b92a65" providerId="LiveId" clId="{6E9332A2-DFBA-4116-A43C-D9FE08B8ED70}" dt="2024-08-22T18:29:32.628" v="432" actId="478"/>
          <ac:graphicFrameMkLst>
            <pc:docMk/>
            <pc:sldMk cId="2251826545" sldId="258"/>
            <ac:graphicFrameMk id="8" creationId="{9644DC63-A0F1-8BFC-85C7-2DE2D27F39BE}"/>
          </ac:graphicFrameMkLst>
        </pc:graphicFrameChg>
        <pc:graphicFrameChg chg="del">
          <ac:chgData name="Catherine Ata" userId="4e21e26771b92a65" providerId="LiveId" clId="{6E9332A2-DFBA-4116-A43C-D9FE08B8ED70}" dt="2024-08-22T18:31:07.091" v="441" actId="478"/>
          <ac:graphicFrameMkLst>
            <pc:docMk/>
            <pc:sldMk cId="2251826545" sldId="258"/>
            <ac:graphicFrameMk id="12" creationId="{754BD8F0-7706-4806-3645-DEC19D859E52}"/>
          </ac:graphicFrameMkLst>
        </pc:graphicFrameChg>
        <pc:picChg chg="mod">
          <ac:chgData name="Catherine Ata" userId="4e21e26771b92a65" providerId="LiveId" clId="{6E9332A2-DFBA-4116-A43C-D9FE08B8ED70}" dt="2024-08-22T18:25:13.587" v="419" actId="14100"/>
          <ac:picMkLst>
            <pc:docMk/>
            <pc:sldMk cId="2251826545" sldId="258"/>
            <ac:picMk id="5" creationId="{B75D4CCE-DE58-FAC2-95E8-EC465A608BBD}"/>
          </ac:picMkLst>
        </pc:picChg>
        <pc:picChg chg="add mod">
          <ac:chgData name="Catherine Ata" userId="4e21e26771b92a65" providerId="LiveId" clId="{6E9332A2-DFBA-4116-A43C-D9FE08B8ED70}" dt="2024-08-22T18:33:40.254" v="469" actId="1076"/>
          <ac:picMkLst>
            <pc:docMk/>
            <pc:sldMk cId="2251826545" sldId="258"/>
            <ac:picMk id="7" creationId="{D983FB2C-2383-5900-8E3F-7BA29F38D7E1}"/>
          </ac:picMkLst>
        </pc:picChg>
        <pc:picChg chg="add mod ord">
          <ac:chgData name="Catherine Ata" userId="4e21e26771b92a65" providerId="LiveId" clId="{6E9332A2-DFBA-4116-A43C-D9FE08B8ED70}" dt="2024-08-22T18:33:42.283" v="470" actId="1076"/>
          <ac:picMkLst>
            <pc:docMk/>
            <pc:sldMk cId="2251826545" sldId="258"/>
            <ac:picMk id="13" creationId="{DC619423-1A61-42A2-0A19-5F5C068DEC79}"/>
          </ac:picMkLst>
        </pc:picChg>
      </pc:sldChg>
      <pc:sldChg chg="addSp delSp modSp mod">
        <pc:chgData name="Catherine Ata" userId="4e21e26771b92a65" providerId="LiveId" clId="{6E9332A2-DFBA-4116-A43C-D9FE08B8ED70}" dt="2024-08-22T18:51:19.867" v="559" actId="1076"/>
        <pc:sldMkLst>
          <pc:docMk/>
          <pc:sldMk cId="3392761998" sldId="261"/>
        </pc:sldMkLst>
        <pc:spChg chg="mod">
          <ac:chgData name="Catherine Ata" userId="4e21e26771b92a65" providerId="LiveId" clId="{6E9332A2-DFBA-4116-A43C-D9FE08B8ED70}" dt="2024-08-22T18:41:56.633" v="529" actId="1076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Catherine Ata" userId="4e21e26771b92a65" providerId="LiveId" clId="{6E9332A2-DFBA-4116-A43C-D9FE08B8ED70}" dt="2024-08-22T18:48:06.264" v="543" actId="20577"/>
          <ac:spMkLst>
            <pc:docMk/>
            <pc:sldMk cId="3392761998" sldId="261"/>
            <ac:spMk id="3" creationId="{FCE55FD6-D68C-6291-B312-70DC1097A5A1}"/>
          </ac:spMkLst>
        </pc:spChg>
        <pc:spChg chg="del">
          <ac:chgData name="Catherine Ata" userId="4e21e26771b92a65" providerId="LiveId" clId="{6E9332A2-DFBA-4116-A43C-D9FE08B8ED70}" dt="2024-08-22T18:48:24.256" v="548" actId="478"/>
          <ac:spMkLst>
            <pc:docMk/>
            <pc:sldMk cId="3392761998" sldId="261"/>
            <ac:spMk id="8" creationId="{3FE055F4-441E-BD1C-2DAB-FD0C8B9EC882}"/>
          </ac:spMkLst>
        </pc:spChg>
        <pc:graphicFrameChg chg="del">
          <ac:chgData name="Catherine Ata" userId="4e21e26771b92a65" providerId="LiveId" clId="{6E9332A2-DFBA-4116-A43C-D9FE08B8ED70}" dt="2024-08-22T18:45:15.617" v="533" actId="478"/>
          <ac:graphicFrameMkLst>
            <pc:docMk/>
            <pc:sldMk cId="3392761998" sldId="261"/>
            <ac:graphicFrameMk id="7" creationId="{EC0F8542-B917-4FE9-5D28-5677ECDE8FE2}"/>
          </ac:graphicFrameMkLst>
        </pc:graphicFrameChg>
        <pc:graphicFrameChg chg="del">
          <ac:chgData name="Catherine Ata" userId="4e21e26771b92a65" providerId="LiveId" clId="{6E9332A2-DFBA-4116-A43C-D9FE08B8ED70}" dt="2024-08-22T18:48:24.256" v="548" actId="478"/>
          <ac:graphicFrameMkLst>
            <pc:docMk/>
            <pc:sldMk cId="3392761998" sldId="261"/>
            <ac:graphicFrameMk id="10" creationId="{5C224374-DAB4-9D29-A745-974887DD47B2}"/>
          </ac:graphicFrameMkLst>
        </pc:graphicFrameChg>
        <pc:picChg chg="mod">
          <ac:chgData name="Catherine Ata" userId="4e21e26771b92a65" providerId="LiveId" clId="{6E9332A2-DFBA-4116-A43C-D9FE08B8ED70}" dt="2024-08-22T18:41:21.162" v="520" actId="14100"/>
          <ac:picMkLst>
            <pc:docMk/>
            <pc:sldMk cId="3392761998" sldId="261"/>
            <ac:picMk id="4" creationId="{1C51B868-1DE5-0961-5576-60D4367683F7}"/>
          </ac:picMkLst>
        </pc:picChg>
        <pc:picChg chg="add mod">
          <ac:chgData name="Catherine Ata" userId="4e21e26771b92a65" providerId="LiveId" clId="{6E9332A2-DFBA-4116-A43C-D9FE08B8ED70}" dt="2024-08-22T18:51:09.179" v="555" actId="1076"/>
          <ac:picMkLst>
            <pc:docMk/>
            <pc:sldMk cId="3392761998" sldId="261"/>
            <ac:picMk id="6" creationId="{14DF2964-41E3-1152-4C85-C5FA610C7F06}"/>
          </ac:picMkLst>
        </pc:picChg>
        <pc:picChg chg="add mod">
          <ac:chgData name="Catherine Ata" userId="4e21e26771b92a65" providerId="LiveId" clId="{6E9332A2-DFBA-4116-A43C-D9FE08B8ED70}" dt="2024-08-22T18:51:19.867" v="559" actId="1076"/>
          <ac:picMkLst>
            <pc:docMk/>
            <pc:sldMk cId="3392761998" sldId="261"/>
            <ac:picMk id="11" creationId="{01E13945-8E4E-1215-BCEF-EA4AB6502C47}"/>
          </ac:picMkLst>
        </pc:picChg>
        <pc:picChg chg="add mod">
          <ac:chgData name="Catherine Ata" userId="4e21e26771b92a65" providerId="LiveId" clId="{6E9332A2-DFBA-4116-A43C-D9FE08B8ED70}" dt="2024-08-22T18:51:14.991" v="557" actId="1076"/>
          <ac:picMkLst>
            <pc:docMk/>
            <pc:sldMk cId="3392761998" sldId="261"/>
            <ac:picMk id="13" creationId="{57532CB7-409A-6868-54BD-8501374A733B}"/>
          </ac:picMkLst>
        </pc:picChg>
      </pc:sldChg>
      <pc:sldChg chg="addSp delSp modSp mod">
        <pc:chgData name="Catherine Ata" userId="4e21e26771b92a65" providerId="LiveId" clId="{6E9332A2-DFBA-4116-A43C-D9FE08B8ED70}" dt="2024-08-22T20:00:48.545" v="1082" actId="1076"/>
        <pc:sldMkLst>
          <pc:docMk/>
          <pc:sldMk cId="2972582398" sldId="263"/>
        </pc:sldMkLst>
        <pc:spChg chg="mod">
          <ac:chgData name="Catherine Ata" userId="4e21e26771b92a65" providerId="LiveId" clId="{6E9332A2-DFBA-4116-A43C-D9FE08B8ED70}" dt="2024-08-22T19:55:42.711" v="1037" actId="14100"/>
          <ac:spMkLst>
            <pc:docMk/>
            <pc:sldMk cId="2972582398" sldId="263"/>
            <ac:spMk id="2" creationId="{8156B364-19B5-5070-704F-AE2745EB0F50}"/>
          </ac:spMkLst>
        </pc:spChg>
        <pc:spChg chg="del">
          <ac:chgData name="Catherine Ata" userId="4e21e26771b92a65" providerId="LiveId" clId="{6E9332A2-DFBA-4116-A43C-D9FE08B8ED70}" dt="2024-08-22T19:59:26.479" v="1066" actId="478"/>
          <ac:spMkLst>
            <pc:docMk/>
            <pc:sldMk cId="2972582398" sldId="263"/>
            <ac:spMk id="5" creationId="{126DDA88-9CC9-CC45-60FB-CC93E79372C3}"/>
          </ac:spMkLst>
        </pc:spChg>
        <pc:spChg chg="mod">
          <ac:chgData name="Catherine Ata" userId="4e21e26771b92a65" providerId="LiveId" clId="{6E9332A2-DFBA-4116-A43C-D9FE08B8ED70}" dt="2024-08-22T20:00:45.166" v="1081" actId="14100"/>
          <ac:spMkLst>
            <pc:docMk/>
            <pc:sldMk cId="2972582398" sldId="263"/>
            <ac:spMk id="6" creationId="{B58AB795-24AF-5BDC-AF9F-0B7F7A5FF4FF}"/>
          </ac:spMkLst>
        </pc:spChg>
        <pc:spChg chg="del mod">
          <ac:chgData name="Catherine Ata" userId="4e21e26771b92a65" providerId="LiveId" clId="{6E9332A2-DFBA-4116-A43C-D9FE08B8ED70}" dt="2024-08-22T19:59:08.310" v="1063" actId="478"/>
          <ac:spMkLst>
            <pc:docMk/>
            <pc:sldMk cId="2972582398" sldId="263"/>
            <ac:spMk id="9" creationId="{B7E45765-FB8B-78C0-EB9A-9DCB803039CB}"/>
          </ac:spMkLst>
        </pc:spChg>
        <pc:graphicFrameChg chg="del">
          <ac:chgData name="Catherine Ata" userId="4e21e26771b92a65" providerId="LiveId" clId="{6E9332A2-DFBA-4116-A43C-D9FE08B8ED70}" dt="2024-08-22T19:57:52.369" v="1049" actId="478"/>
          <ac:graphicFrameMkLst>
            <pc:docMk/>
            <pc:sldMk cId="2972582398" sldId="263"/>
            <ac:graphicFrameMk id="8" creationId="{635D4294-35C5-CD35-C436-10C71572E7D5}"/>
          </ac:graphicFrameMkLst>
        </pc:graphicFrameChg>
        <pc:graphicFrameChg chg="del">
          <ac:chgData name="Catherine Ata" userId="4e21e26771b92a65" providerId="LiveId" clId="{6E9332A2-DFBA-4116-A43C-D9FE08B8ED70}" dt="2024-08-22T20:00:16.314" v="1073" actId="478"/>
          <ac:graphicFrameMkLst>
            <pc:docMk/>
            <pc:sldMk cId="2972582398" sldId="263"/>
            <ac:graphicFrameMk id="13" creationId="{63F7257B-8F9D-ED64-9F06-A1249AB96AB3}"/>
          </ac:graphicFrameMkLst>
        </pc:graphicFrameChg>
        <pc:graphicFrameChg chg="del modGraphic">
          <ac:chgData name="Catherine Ata" userId="4e21e26771b92a65" providerId="LiveId" clId="{6E9332A2-DFBA-4116-A43C-D9FE08B8ED70}" dt="2024-08-22T19:59:17.605" v="1065" actId="478"/>
          <ac:graphicFrameMkLst>
            <pc:docMk/>
            <pc:sldMk cId="2972582398" sldId="263"/>
            <ac:graphicFrameMk id="15" creationId="{5E8E2739-2EA9-C28E-1E11-80DC9DCF84E9}"/>
          </ac:graphicFrameMkLst>
        </pc:graphicFrameChg>
        <pc:picChg chg="add mod">
          <ac:chgData name="Catherine Ata" userId="4e21e26771b92a65" providerId="LiveId" clId="{6E9332A2-DFBA-4116-A43C-D9FE08B8ED70}" dt="2024-08-22T20:00:38.035" v="1078" actId="1076"/>
          <ac:picMkLst>
            <pc:docMk/>
            <pc:sldMk cId="2972582398" sldId="263"/>
            <ac:picMk id="4" creationId="{C12201E0-37AF-F47B-6898-C1729A7B6854}"/>
          </ac:picMkLst>
        </pc:picChg>
        <pc:picChg chg="mod">
          <ac:chgData name="Catherine Ata" userId="4e21e26771b92a65" providerId="LiveId" clId="{6E9332A2-DFBA-4116-A43C-D9FE08B8ED70}" dt="2024-08-22T19:55:46.352" v="1038" actId="14100"/>
          <ac:picMkLst>
            <pc:docMk/>
            <pc:sldMk cId="2972582398" sldId="263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20:00:40.158" v="1079" actId="1076"/>
          <ac:picMkLst>
            <pc:docMk/>
            <pc:sldMk cId="2972582398" sldId="263"/>
            <ac:picMk id="11" creationId="{66A95135-8815-42C6-D806-A9E16217A4BB}"/>
          </ac:picMkLst>
        </pc:picChg>
        <pc:picChg chg="add mod">
          <ac:chgData name="Catherine Ata" userId="4e21e26771b92a65" providerId="LiveId" clId="{6E9332A2-DFBA-4116-A43C-D9FE08B8ED70}" dt="2024-08-22T20:00:48.545" v="1082" actId="1076"/>
          <ac:picMkLst>
            <pc:docMk/>
            <pc:sldMk cId="2972582398" sldId="263"/>
            <ac:picMk id="14" creationId="{D0387244-07D7-26B7-4642-7EF2A624F754}"/>
          </ac:picMkLst>
        </pc:picChg>
      </pc:sldChg>
      <pc:sldChg chg="del">
        <pc:chgData name="Catherine Ata" userId="4e21e26771b92a65" providerId="LiveId" clId="{6E9332A2-DFBA-4116-A43C-D9FE08B8ED70}" dt="2024-08-22T19:21:15.772" v="743" actId="47"/>
        <pc:sldMkLst>
          <pc:docMk/>
          <pc:sldMk cId="3921166562" sldId="264"/>
        </pc:sldMkLst>
      </pc:sldChg>
      <pc:sldChg chg="del">
        <pc:chgData name="Catherine Ata" userId="4e21e26771b92a65" providerId="LiveId" clId="{6E9332A2-DFBA-4116-A43C-D9FE08B8ED70}" dt="2024-08-22T21:08:28.613" v="1509" actId="47"/>
        <pc:sldMkLst>
          <pc:docMk/>
          <pc:sldMk cId="1918334880" sldId="280"/>
        </pc:sldMkLst>
      </pc:sldChg>
      <pc:sldChg chg="addSp delSp modSp mod">
        <pc:chgData name="Catherine Ata" userId="4e21e26771b92a65" providerId="LiveId" clId="{6E9332A2-DFBA-4116-A43C-D9FE08B8ED70}" dt="2024-08-22T18:03:16.591" v="244" actId="1076"/>
        <pc:sldMkLst>
          <pc:docMk/>
          <pc:sldMk cId="1765310388" sldId="281"/>
        </pc:sldMkLst>
        <pc:spChg chg="mod">
          <ac:chgData name="Catherine Ata" userId="4e21e26771b92a65" providerId="LiveId" clId="{6E9332A2-DFBA-4116-A43C-D9FE08B8ED70}" dt="2024-08-22T17:54:42.005" v="193" actId="122"/>
          <ac:spMkLst>
            <pc:docMk/>
            <pc:sldMk cId="1765310388" sldId="281"/>
            <ac:spMk id="2" creationId="{3B3F58F4-F002-0A63-FDA5-2FE8E17AB734}"/>
          </ac:spMkLst>
        </pc:spChg>
        <pc:spChg chg="del mod">
          <ac:chgData name="Catherine Ata" userId="4e21e26771b92a65" providerId="LiveId" clId="{6E9332A2-DFBA-4116-A43C-D9FE08B8ED70}" dt="2024-08-22T18:02:06.567" v="227" actId="478"/>
          <ac:spMkLst>
            <pc:docMk/>
            <pc:sldMk cId="1765310388" sldId="281"/>
            <ac:spMk id="3" creationId="{CBE59167-4E54-8620-30FB-C2CE6B54D025}"/>
          </ac:spMkLst>
        </pc:spChg>
        <pc:spChg chg="mod">
          <ac:chgData name="Catherine Ata" userId="4e21e26771b92a65" providerId="LiveId" clId="{6E9332A2-DFBA-4116-A43C-D9FE08B8ED70}" dt="2024-08-22T18:01:10.860" v="222" actId="14100"/>
          <ac:spMkLst>
            <pc:docMk/>
            <pc:sldMk cId="1765310388" sldId="281"/>
            <ac:spMk id="4" creationId="{CCE1343B-D448-0F3D-2A82-B1953503574C}"/>
          </ac:spMkLst>
        </pc:spChg>
        <pc:spChg chg="del mod">
          <ac:chgData name="Catherine Ata" userId="4e21e26771b92a65" providerId="LiveId" clId="{6E9332A2-DFBA-4116-A43C-D9FE08B8ED70}" dt="2024-08-22T18:02:02.776" v="226" actId="478"/>
          <ac:spMkLst>
            <pc:docMk/>
            <pc:sldMk cId="1765310388" sldId="281"/>
            <ac:spMk id="5" creationId="{6E644BFC-E4EB-55EC-75F1-41B7F02C07C9}"/>
          </ac:spMkLst>
        </pc:spChg>
        <pc:picChg chg="add mod">
          <ac:chgData name="Catherine Ata" userId="4e21e26771b92a65" providerId="LiveId" clId="{6E9332A2-DFBA-4116-A43C-D9FE08B8ED70}" dt="2024-08-22T18:02:40.545" v="239" actId="1076"/>
          <ac:picMkLst>
            <pc:docMk/>
            <pc:sldMk cId="1765310388" sldId="281"/>
            <ac:picMk id="7" creationId="{8B711963-AA79-4558-9D0E-F3BE687936FD}"/>
          </ac:picMkLst>
        </pc:picChg>
        <pc:picChg chg="mod">
          <ac:chgData name="Catherine Ata" userId="4e21e26771b92a65" providerId="LiveId" clId="{6E9332A2-DFBA-4116-A43C-D9FE08B8ED70}" dt="2024-08-22T17:59:46.229" v="215" actId="14100"/>
          <ac:picMkLst>
            <pc:docMk/>
            <pc:sldMk cId="1765310388" sldId="281"/>
            <ac:picMk id="8" creationId="{D63B66E4-6B46-A975-B873-4AD50E0AD109}"/>
          </ac:picMkLst>
        </pc:picChg>
        <pc:picChg chg="add mod">
          <ac:chgData name="Catherine Ata" userId="4e21e26771b92a65" providerId="LiveId" clId="{6E9332A2-DFBA-4116-A43C-D9FE08B8ED70}" dt="2024-08-22T18:03:15.337" v="243" actId="1076"/>
          <ac:picMkLst>
            <pc:docMk/>
            <pc:sldMk cId="1765310388" sldId="281"/>
            <ac:picMk id="10" creationId="{9DEF9B3B-F74B-5FA5-4242-CFBA8F64651E}"/>
          </ac:picMkLst>
        </pc:picChg>
        <pc:picChg chg="add mod">
          <ac:chgData name="Catherine Ata" userId="4e21e26771b92a65" providerId="LiveId" clId="{6E9332A2-DFBA-4116-A43C-D9FE08B8ED70}" dt="2024-08-22T18:03:16.591" v="244" actId="1076"/>
          <ac:picMkLst>
            <pc:docMk/>
            <pc:sldMk cId="1765310388" sldId="281"/>
            <ac:picMk id="12" creationId="{8C76FBE8-7811-A080-1C79-EB697B5312BF}"/>
          </ac:picMkLst>
        </pc:picChg>
        <pc:picChg chg="add mod">
          <ac:chgData name="Catherine Ata" userId="4e21e26771b92a65" providerId="LiveId" clId="{6E9332A2-DFBA-4116-A43C-D9FE08B8ED70}" dt="2024-08-22T18:02:43.309" v="240" actId="14100"/>
          <ac:picMkLst>
            <pc:docMk/>
            <pc:sldMk cId="1765310388" sldId="281"/>
            <ac:picMk id="14" creationId="{7FEDDFDA-1A66-F211-A17F-456FAE6B5428}"/>
          </ac:picMkLst>
        </pc:picChg>
      </pc:sldChg>
      <pc:sldChg chg="delSp modSp mod ord">
        <pc:chgData name="Catherine Ata" userId="4e21e26771b92a65" providerId="LiveId" clId="{6E9332A2-DFBA-4116-A43C-D9FE08B8ED70}" dt="2024-08-22T17:44:08.154" v="81" actId="14100"/>
        <pc:sldMkLst>
          <pc:docMk/>
          <pc:sldMk cId="3804984846" sldId="282"/>
        </pc:sldMkLst>
        <pc:spChg chg="mod">
          <ac:chgData name="Catherine Ata" userId="4e21e26771b92a65" providerId="LiveId" clId="{6E9332A2-DFBA-4116-A43C-D9FE08B8ED70}" dt="2024-08-22T17:43:11.997" v="33" actId="14100"/>
          <ac:spMkLst>
            <pc:docMk/>
            <pc:sldMk cId="3804984846" sldId="282"/>
            <ac:spMk id="2" creationId="{46CAA7C7-1B21-E4DE-A30C-992523F350E2}"/>
          </ac:spMkLst>
        </pc:spChg>
        <pc:spChg chg="del mod">
          <ac:chgData name="Catherine Ata" userId="4e21e26771b92a65" providerId="LiveId" clId="{6E9332A2-DFBA-4116-A43C-D9FE08B8ED70}" dt="2024-08-22T17:43:07.265" v="32" actId="478"/>
          <ac:spMkLst>
            <pc:docMk/>
            <pc:sldMk cId="3804984846" sldId="282"/>
            <ac:spMk id="3" creationId="{2BF052D2-6CF3-75C7-9876-A8F3EBAC7DCC}"/>
          </ac:spMkLst>
        </pc:spChg>
        <pc:picChg chg="mod">
          <ac:chgData name="Catherine Ata" userId="4e21e26771b92a65" providerId="LiveId" clId="{6E9332A2-DFBA-4116-A43C-D9FE08B8ED70}" dt="2024-08-22T17:44:08.154" v="81" actId="14100"/>
          <ac:picMkLst>
            <pc:docMk/>
            <pc:sldMk cId="3804984846" sldId="282"/>
            <ac:picMk id="5" creationId="{719856DE-EB4C-E1E6-078D-CC52E70FD237}"/>
          </ac:picMkLst>
        </pc:picChg>
      </pc:sldChg>
      <pc:sldChg chg="addSp delSp modSp mod ord">
        <pc:chgData name="Catherine Ata" userId="4e21e26771b92a65" providerId="LiveId" clId="{6E9332A2-DFBA-4116-A43C-D9FE08B8ED70}" dt="2024-08-23T15:30:22.944" v="1844"/>
        <pc:sldMkLst>
          <pc:docMk/>
          <pc:sldMk cId="1439247380" sldId="283"/>
        </pc:sldMkLst>
        <pc:spChg chg="mod">
          <ac:chgData name="Catherine Ata" userId="4e21e26771b92a65" providerId="LiveId" clId="{6E9332A2-DFBA-4116-A43C-D9FE08B8ED70}" dt="2024-08-22T18:03:42.635" v="248" actId="14100"/>
          <ac:spMkLst>
            <pc:docMk/>
            <pc:sldMk cId="1439247380" sldId="283"/>
            <ac:spMk id="2" creationId="{3B3F58F4-F002-0A63-FDA5-2FE8E17AB734}"/>
          </ac:spMkLst>
        </pc:spChg>
        <pc:spChg chg="mod">
          <ac:chgData name="Catherine Ata" userId="4e21e26771b92a65" providerId="LiveId" clId="{6E9332A2-DFBA-4116-A43C-D9FE08B8ED70}" dt="2024-08-22T18:08:47.219" v="267" actId="14100"/>
          <ac:spMkLst>
            <pc:docMk/>
            <pc:sldMk cId="1439247380" sldId="283"/>
            <ac:spMk id="4" creationId="{CCE1343B-D448-0F3D-2A82-B1953503574C}"/>
          </ac:spMkLst>
        </pc:spChg>
        <pc:spChg chg="mod">
          <ac:chgData name="Catherine Ata" userId="4e21e26771b92a65" providerId="LiveId" clId="{6E9332A2-DFBA-4116-A43C-D9FE08B8ED70}" dt="2024-08-22T18:08:24.329" v="263" actId="14100"/>
          <ac:spMkLst>
            <pc:docMk/>
            <pc:sldMk cId="1439247380" sldId="283"/>
            <ac:spMk id="6" creationId="{11976326-1AFF-02CA-58FF-22A4B1856CFF}"/>
          </ac:spMkLst>
        </pc:spChg>
        <pc:spChg chg="add del">
          <ac:chgData name="Catherine Ata" userId="4e21e26771b92a65" providerId="LiveId" clId="{6E9332A2-DFBA-4116-A43C-D9FE08B8ED70}" dt="2024-08-22T18:08:56.852" v="269" actId="22"/>
          <ac:spMkLst>
            <pc:docMk/>
            <pc:sldMk cId="1439247380" sldId="283"/>
            <ac:spMk id="10" creationId="{78804522-05F0-0D01-20DB-47BBEE278336}"/>
          </ac:spMkLst>
        </pc:spChg>
        <pc:picChg chg="add del mod">
          <ac:chgData name="Catherine Ata" userId="4e21e26771b92a65" providerId="LiveId" clId="{6E9332A2-DFBA-4116-A43C-D9FE08B8ED70}" dt="2024-08-22T18:09:43.894" v="273" actId="478"/>
          <ac:picMkLst>
            <pc:docMk/>
            <pc:sldMk cId="1439247380" sldId="283"/>
            <ac:picMk id="5" creationId="{91F4EEB8-6F2F-B7FF-B393-4BBA2E6A8BCD}"/>
          </ac:picMkLst>
        </pc:picChg>
        <pc:picChg chg="add mod">
          <ac:chgData name="Catherine Ata" userId="4e21e26771b92a65" providerId="LiveId" clId="{6E9332A2-DFBA-4116-A43C-D9FE08B8ED70}" dt="2024-08-22T18:11:06.256" v="290" actId="1076"/>
          <ac:picMkLst>
            <pc:docMk/>
            <pc:sldMk cId="1439247380" sldId="283"/>
            <ac:picMk id="7" creationId="{FD3C151D-A2F6-F04A-B2B1-2716966B7548}"/>
          </ac:picMkLst>
        </pc:picChg>
        <pc:picChg chg="mod">
          <ac:chgData name="Catherine Ata" userId="4e21e26771b92a65" providerId="LiveId" clId="{6E9332A2-DFBA-4116-A43C-D9FE08B8ED70}" dt="2024-08-22T18:03:34.196" v="246" actId="14100"/>
          <ac:picMkLst>
            <pc:docMk/>
            <pc:sldMk cId="1439247380" sldId="283"/>
            <ac:picMk id="8" creationId="{4A82B68C-0727-3949-54BA-6389D3FC4980}"/>
          </ac:picMkLst>
        </pc:picChg>
        <pc:picChg chg="add mod">
          <ac:chgData name="Catherine Ata" userId="4e21e26771b92a65" providerId="LiveId" clId="{6E9332A2-DFBA-4116-A43C-D9FE08B8ED70}" dt="2024-08-22T18:11:03.464" v="289" actId="1076"/>
          <ac:picMkLst>
            <pc:docMk/>
            <pc:sldMk cId="1439247380" sldId="283"/>
            <ac:picMk id="12" creationId="{476BCE4D-F420-CF9D-DAB7-65430B8F9BE3}"/>
          </ac:picMkLst>
        </pc:picChg>
        <pc:picChg chg="add mod">
          <ac:chgData name="Catherine Ata" userId="4e21e26771b92a65" providerId="LiveId" clId="{6E9332A2-DFBA-4116-A43C-D9FE08B8ED70}" dt="2024-08-22T18:10:50.712" v="284" actId="1076"/>
          <ac:picMkLst>
            <pc:docMk/>
            <pc:sldMk cId="1439247380" sldId="283"/>
            <ac:picMk id="14" creationId="{F324ACCC-DB3D-D3A9-7E53-5025E8915239}"/>
          </ac:picMkLst>
        </pc:picChg>
      </pc:sldChg>
      <pc:sldChg chg="addSp delSp modSp mod ord">
        <pc:chgData name="Catherine Ata" userId="4e21e26771b92a65" providerId="LiveId" clId="{6E9332A2-DFBA-4116-A43C-D9FE08B8ED70}" dt="2024-08-23T16:03:56.918" v="2009" actId="1076"/>
        <pc:sldMkLst>
          <pc:docMk/>
          <pc:sldMk cId="2483628239" sldId="284"/>
        </pc:sldMkLst>
        <pc:spChg chg="mod">
          <ac:chgData name="Catherine Ata" userId="4e21e26771b92a65" providerId="LiveId" clId="{6E9332A2-DFBA-4116-A43C-D9FE08B8ED70}" dt="2024-08-23T16:03:56.918" v="2009" actId="1076"/>
          <ac:spMkLst>
            <pc:docMk/>
            <pc:sldMk cId="2483628239" sldId="284"/>
            <ac:spMk id="2" creationId="{37C1921E-EC87-3861-32D6-1C146BF8C53F}"/>
          </ac:spMkLst>
        </pc:spChg>
        <pc:spChg chg="del mod">
          <ac:chgData name="Catherine Ata" userId="4e21e26771b92a65" providerId="LiveId" clId="{6E9332A2-DFBA-4116-A43C-D9FE08B8ED70}" dt="2024-08-23T15:26:32.581" v="1830"/>
          <ac:spMkLst>
            <pc:docMk/>
            <pc:sldMk cId="2483628239" sldId="284"/>
            <ac:spMk id="7" creationId="{F80704F6-66E2-40E5-904E-5135B1266711}"/>
          </ac:spMkLst>
        </pc:spChg>
        <pc:spChg chg="mod">
          <ac:chgData name="Catherine Ata" userId="4e21e26771b92a65" providerId="LiveId" clId="{6E9332A2-DFBA-4116-A43C-D9FE08B8ED70}" dt="2024-08-23T15:26:52.372" v="1834" actId="14100"/>
          <ac:spMkLst>
            <pc:docMk/>
            <pc:sldMk cId="2483628239" sldId="284"/>
            <ac:spMk id="8" creationId="{1E6B4726-B887-AE65-79C3-09810318F35C}"/>
          </ac:spMkLst>
        </pc:spChg>
        <pc:spChg chg="del">
          <ac:chgData name="Catherine Ata" userId="4e21e26771b92a65" providerId="LiveId" clId="{6E9332A2-DFBA-4116-A43C-D9FE08B8ED70}" dt="2024-08-22T18:12:12.326" v="329" actId="478"/>
          <ac:spMkLst>
            <pc:docMk/>
            <pc:sldMk cId="2483628239" sldId="284"/>
            <ac:spMk id="10" creationId="{6B675A55-0FD7-0E71-71C5-C5590FEA715F}"/>
          </ac:spMkLst>
        </pc:spChg>
        <pc:graphicFrameChg chg="del mod">
          <ac:chgData name="Catherine Ata" userId="4e21e26771b92a65" providerId="LiveId" clId="{6E9332A2-DFBA-4116-A43C-D9FE08B8ED70}" dt="2024-08-22T18:13:11.691" v="334" actId="478"/>
          <ac:graphicFrameMkLst>
            <pc:docMk/>
            <pc:sldMk cId="2483628239" sldId="284"/>
            <ac:graphicFrameMk id="6" creationId="{0F01C289-D39D-289D-BAD2-734EEE5E811B}"/>
          </ac:graphicFrameMkLst>
        </pc:graphicFrameChg>
        <pc:picChg chg="mod">
          <ac:chgData name="Catherine Ata" userId="4e21e26771b92a65" providerId="LiveId" clId="{6E9332A2-DFBA-4116-A43C-D9FE08B8ED70}" dt="2024-08-22T18:11:54.946" v="328" actId="14100"/>
          <ac:picMkLst>
            <pc:docMk/>
            <pc:sldMk cId="2483628239" sldId="284"/>
            <ac:picMk id="4" creationId="{330E757E-87E4-74E0-D1A2-3C34B05AED08}"/>
          </ac:picMkLst>
        </pc:picChg>
        <pc:picChg chg="add del mod">
          <ac:chgData name="Catherine Ata" userId="4e21e26771b92a65" providerId="LiveId" clId="{6E9332A2-DFBA-4116-A43C-D9FE08B8ED70}" dt="2024-08-23T15:23:15.153" v="1680" actId="478"/>
          <ac:picMkLst>
            <pc:docMk/>
            <pc:sldMk cId="2483628239" sldId="284"/>
            <ac:picMk id="5" creationId="{1286336B-180E-E97B-77C5-B28B7CA43C22}"/>
          </ac:picMkLst>
        </pc:picChg>
        <pc:picChg chg="add del mod">
          <ac:chgData name="Catherine Ata" userId="4e21e26771b92a65" providerId="LiveId" clId="{6E9332A2-DFBA-4116-A43C-D9FE08B8ED70}" dt="2024-08-23T15:23:17.249" v="1681" actId="478"/>
          <ac:picMkLst>
            <pc:docMk/>
            <pc:sldMk cId="2483628239" sldId="284"/>
            <ac:picMk id="11" creationId="{65B4F0F3-E109-2080-31DB-4F83071F00C4}"/>
          </ac:picMkLst>
        </pc:picChg>
      </pc:sldChg>
      <pc:sldChg chg="addSp delSp modSp mod">
        <pc:chgData name="Catherine Ata" userId="4e21e26771b92a65" providerId="LiveId" clId="{6E9332A2-DFBA-4116-A43C-D9FE08B8ED70}" dt="2024-08-22T18:24:39.700" v="416" actId="1076"/>
        <pc:sldMkLst>
          <pc:docMk/>
          <pc:sldMk cId="1267315013" sldId="285"/>
        </pc:sldMkLst>
        <pc:spChg chg="mod">
          <ac:chgData name="Catherine Ata" userId="4e21e26771b92a65" providerId="LiveId" clId="{6E9332A2-DFBA-4116-A43C-D9FE08B8ED70}" dt="2024-08-22T18:18:51.254" v="370" actId="14100"/>
          <ac:spMkLst>
            <pc:docMk/>
            <pc:sldMk cId="1267315013" sldId="285"/>
            <ac:spMk id="2" creationId="{5F53288F-D697-1CA2-B76D-F82174DE241A}"/>
          </ac:spMkLst>
        </pc:spChg>
        <pc:spChg chg="del mod">
          <ac:chgData name="Catherine Ata" userId="4e21e26771b92a65" providerId="LiveId" clId="{6E9332A2-DFBA-4116-A43C-D9FE08B8ED70}" dt="2024-08-22T18:22:53.396" v="393" actId="478"/>
          <ac:spMkLst>
            <pc:docMk/>
            <pc:sldMk cId="1267315013" sldId="285"/>
            <ac:spMk id="3" creationId="{9EA36228-3E20-D0B6-5905-F8B95DA20F9F}"/>
          </ac:spMkLst>
        </pc:spChg>
        <pc:spChg chg="mod">
          <ac:chgData name="Catherine Ata" userId="4e21e26771b92a65" providerId="LiveId" clId="{6E9332A2-DFBA-4116-A43C-D9FE08B8ED70}" dt="2024-08-22T18:24:17.405" v="410" actId="20577"/>
          <ac:spMkLst>
            <pc:docMk/>
            <pc:sldMk cId="1267315013" sldId="285"/>
            <ac:spMk id="4" creationId="{D98D57D9-8B39-B36A-7BD4-957C49BECAD3}"/>
          </ac:spMkLst>
        </pc:spChg>
        <pc:graphicFrameChg chg="del">
          <ac:chgData name="Catherine Ata" userId="4e21e26771b92a65" providerId="LiveId" clId="{6E9332A2-DFBA-4116-A43C-D9FE08B8ED70}" dt="2024-08-22T18:20:32.845" v="374" actId="478"/>
          <ac:graphicFrameMkLst>
            <pc:docMk/>
            <pc:sldMk cId="1267315013" sldId="285"/>
            <ac:graphicFrameMk id="8" creationId="{83CF815D-C393-E6ED-B72E-7B83A085DFB2}"/>
          </ac:graphicFrameMkLst>
        </pc:graphicFrameChg>
        <pc:graphicFrameChg chg="del">
          <ac:chgData name="Catherine Ata" userId="4e21e26771b92a65" providerId="LiveId" clId="{6E9332A2-DFBA-4116-A43C-D9FE08B8ED70}" dt="2024-08-22T18:23:21.558" v="403" actId="478"/>
          <ac:graphicFrameMkLst>
            <pc:docMk/>
            <pc:sldMk cId="1267315013" sldId="285"/>
            <ac:graphicFrameMk id="12" creationId="{D36D819F-4C45-D6CE-B3BE-F0BC9DCADD00}"/>
          </ac:graphicFrameMkLst>
        </pc:graphicFrameChg>
        <pc:picChg chg="mod">
          <ac:chgData name="Catherine Ata" userId="4e21e26771b92a65" providerId="LiveId" clId="{6E9332A2-DFBA-4116-A43C-D9FE08B8ED70}" dt="2024-08-22T18:18:35.051" v="366" actId="14100"/>
          <ac:picMkLst>
            <pc:docMk/>
            <pc:sldMk cId="1267315013" sldId="285"/>
            <ac:picMk id="6" creationId="{5DD1E0AE-1261-D071-E917-87E13E7917CA}"/>
          </ac:picMkLst>
        </pc:picChg>
        <pc:picChg chg="add mod">
          <ac:chgData name="Catherine Ata" userId="4e21e26771b92a65" providerId="LiveId" clId="{6E9332A2-DFBA-4116-A43C-D9FE08B8ED70}" dt="2024-08-22T18:24:36.175" v="415" actId="1076"/>
          <ac:picMkLst>
            <pc:docMk/>
            <pc:sldMk cId="1267315013" sldId="285"/>
            <ac:picMk id="7" creationId="{9F351361-BF40-7EC5-6586-429F5F182698}"/>
          </ac:picMkLst>
        </pc:picChg>
        <pc:picChg chg="add mod">
          <ac:chgData name="Catherine Ata" userId="4e21e26771b92a65" providerId="LiveId" clId="{6E9332A2-DFBA-4116-A43C-D9FE08B8ED70}" dt="2024-08-22T18:24:39.700" v="416" actId="1076"/>
          <ac:picMkLst>
            <pc:docMk/>
            <pc:sldMk cId="1267315013" sldId="285"/>
            <ac:picMk id="10" creationId="{1E6FF5CF-4617-B571-82D7-EEB009DE2D68}"/>
          </ac:picMkLst>
        </pc:picChg>
      </pc:sldChg>
      <pc:sldChg chg="addSp delSp modSp mod">
        <pc:chgData name="Catherine Ata" userId="4e21e26771b92a65" providerId="LiveId" clId="{6E9332A2-DFBA-4116-A43C-D9FE08B8ED70}" dt="2024-08-22T18:41:14.497" v="519" actId="14100"/>
        <pc:sldMkLst>
          <pc:docMk/>
          <pc:sldMk cId="1269482941" sldId="287"/>
        </pc:sldMkLst>
        <pc:spChg chg="mod">
          <ac:chgData name="Catherine Ata" userId="4e21e26771b92a65" providerId="LiveId" clId="{6E9332A2-DFBA-4116-A43C-D9FE08B8ED70}" dt="2024-08-22T18:41:14.497" v="519" actId="14100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Catherine Ata" userId="4e21e26771b92a65" providerId="LiveId" clId="{6E9332A2-DFBA-4116-A43C-D9FE08B8ED70}" dt="2024-08-22T18:40:17.460" v="514" actId="14100"/>
          <ac:spMkLst>
            <pc:docMk/>
            <pc:sldMk cId="1269482941" sldId="287"/>
            <ac:spMk id="3" creationId="{6894B957-7D2F-464C-DB8B-5E3E8F5605E3}"/>
          </ac:spMkLst>
        </pc:spChg>
        <pc:spChg chg="mod">
          <ac:chgData name="Catherine Ata" userId="4e21e26771b92a65" providerId="LiveId" clId="{6E9332A2-DFBA-4116-A43C-D9FE08B8ED70}" dt="2024-08-22T18:40:42.726" v="515" actId="1076"/>
          <ac:spMkLst>
            <pc:docMk/>
            <pc:sldMk cId="1269482941" sldId="287"/>
            <ac:spMk id="8" creationId="{014CE6FC-20C8-7F2C-5457-A648CE7E9CF6}"/>
          </ac:spMkLst>
        </pc:spChg>
        <pc:graphicFrameChg chg="del mod">
          <ac:chgData name="Catherine Ata" userId="4e21e26771b92a65" providerId="LiveId" clId="{6E9332A2-DFBA-4116-A43C-D9FE08B8ED70}" dt="2024-08-22T18:37:05.730" v="479" actId="478"/>
          <ac:graphicFrameMkLst>
            <pc:docMk/>
            <pc:sldMk cId="1269482941" sldId="287"/>
            <ac:graphicFrameMk id="7" creationId="{C99AD782-DF05-EE2C-1B86-AF85CA00B544}"/>
          </ac:graphicFrameMkLst>
        </pc:graphicFrameChg>
        <pc:graphicFrameChg chg="del">
          <ac:chgData name="Catherine Ata" userId="4e21e26771b92a65" providerId="LiveId" clId="{6E9332A2-DFBA-4116-A43C-D9FE08B8ED70}" dt="2024-08-22T18:39:29.330" v="508" actId="478"/>
          <ac:graphicFrameMkLst>
            <pc:docMk/>
            <pc:sldMk cId="1269482941" sldId="287"/>
            <ac:graphicFrameMk id="11" creationId="{B4EDEBFB-222A-7679-4960-6800CC6BE1F4}"/>
          </ac:graphicFrameMkLst>
        </pc:graphicFrameChg>
        <pc:picChg chg="mod">
          <ac:chgData name="Catherine Ata" userId="4e21e26771b92a65" providerId="LiveId" clId="{6E9332A2-DFBA-4116-A43C-D9FE08B8ED70}" dt="2024-08-22T18:34:09.163" v="472" actId="14100"/>
          <ac:picMkLst>
            <pc:docMk/>
            <pc:sldMk cId="1269482941" sldId="287"/>
            <ac:picMk id="5" creationId="{B75D4CCE-DE58-FAC2-95E8-EC465A608BBD}"/>
          </ac:picMkLst>
        </pc:picChg>
        <pc:picChg chg="add mod">
          <ac:chgData name="Catherine Ata" userId="4e21e26771b92a65" providerId="LiveId" clId="{6E9332A2-DFBA-4116-A43C-D9FE08B8ED70}" dt="2024-08-22T18:37:18.540" v="485" actId="1076"/>
          <ac:picMkLst>
            <pc:docMk/>
            <pc:sldMk cId="1269482941" sldId="287"/>
            <ac:picMk id="6" creationId="{0E9DCF1C-F06C-79D1-C51D-FE73F199B8FB}"/>
          </ac:picMkLst>
        </pc:picChg>
        <pc:picChg chg="add mod">
          <ac:chgData name="Catherine Ata" userId="4e21e26771b92a65" providerId="LiveId" clId="{6E9332A2-DFBA-4116-A43C-D9FE08B8ED70}" dt="2024-08-22T18:40:45.601" v="516" actId="1076"/>
          <ac:picMkLst>
            <pc:docMk/>
            <pc:sldMk cId="1269482941" sldId="287"/>
            <ac:picMk id="9" creationId="{410BF982-EAF0-0159-9D78-26FDD6FADE9F}"/>
          </ac:picMkLst>
        </pc:picChg>
      </pc:sldChg>
      <pc:sldChg chg="addSp delSp modSp mod">
        <pc:chgData name="Catherine Ata" userId="4e21e26771b92a65" providerId="LiveId" clId="{6E9332A2-DFBA-4116-A43C-D9FE08B8ED70}" dt="2024-08-22T19:07:49.642" v="657" actId="1076"/>
        <pc:sldMkLst>
          <pc:docMk/>
          <pc:sldMk cId="3894976984" sldId="288"/>
        </pc:sldMkLst>
        <pc:spChg chg="mod">
          <ac:chgData name="Catherine Ata" userId="4e21e26771b92a65" providerId="LiveId" clId="{6E9332A2-DFBA-4116-A43C-D9FE08B8ED70}" dt="2024-08-22T19:00:47.020" v="569" actId="14100"/>
          <ac:spMkLst>
            <pc:docMk/>
            <pc:sldMk cId="3894976984" sldId="288"/>
            <ac:spMk id="2" creationId="{8156B364-19B5-5070-704F-AE2745EB0F50}"/>
          </ac:spMkLst>
        </pc:spChg>
        <pc:spChg chg="mod">
          <ac:chgData name="Catherine Ata" userId="4e21e26771b92a65" providerId="LiveId" clId="{6E9332A2-DFBA-4116-A43C-D9FE08B8ED70}" dt="2024-08-22T19:06:59.798" v="648" actId="14100"/>
          <ac:spMkLst>
            <pc:docMk/>
            <pc:sldMk cId="3894976984" sldId="288"/>
            <ac:spMk id="4" creationId="{AE510471-877D-E8CD-62A0-16E26F909B3A}"/>
          </ac:spMkLst>
        </pc:spChg>
        <pc:spChg chg="del mod">
          <ac:chgData name="Catherine Ata" userId="4e21e26771b92a65" providerId="LiveId" clId="{6E9332A2-DFBA-4116-A43C-D9FE08B8ED70}" dt="2024-08-22T19:07:31.912" v="650"/>
          <ac:spMkLst>
            <pc:docMk/>
            <pc:sldMk cId="3894976984" sldId="288"/>
            <ac:spMk id="8" creationId="{303962B8-EB05-8849-7906-A5AA829158D4}"/>
          </ac:spMkLst>
        </pc:spChg>
        <pc:graphicFrameChg chg="del">
          <ac:chgData name="Catherine Ata" userId="4e21e26771b92a65" providerId="LiveId" clId="{6E9332A2-DFBA-4116-A43C-D9FE08B8ED70}" dt="2024-08-22T19:02:17.841" v="582" actId="478"/>
          <ac:graphicFrameMkLst>
            <pc:docMk/>
            <pc:sldMk cId="3894976984" sldId="288"/>
            <ac:graphicFrameMk id="6" creationId="{64BF8101-5663-2C7E-62A2-F9A0733A91B4}"/>
          </ac:graphicFrameMkLst>
        </pc:graphicFrameChg>
        <pc:graphicFrameChg chg="del">
          <ac:chgData name="Catherine Ata" userId="4e21e26771b92a65" providerId="LiveId" clId="{6E9332A2-DFBA-4116-A43C-D9FE08B8ED70}" dt="2024-08-22T19:05:25.942" v="640" actId="478"/>
          <ac:graphicFrameMkLst>
            <pc:docMk/>
            <pc:sldMk cId="3894976984" sldId="288"/>
            <ac:graphicFrameMk id="10" creationId="{99700C61-B449-9164-5E92-194966F6EE2B}"/>
          </ac:graphicFrameMkLst>
        </pc:graphicFrameChg>
        <pc:picChg chg="add mod">
          <ac:chgData name="Catherine Ata" userId="4e21e26771b92a65" providerId="LiveId" clId="{6E9332A2-DFBA-4116-A43C-D9FE08B8ED70}" dt="2024-08-22T19:07:49.642" v="657" actId="1076"/>
          <ac:picMkLst>
            <pc:docMk/>
            <pc:sldMk cId="3894976984" sldId="288"/>
            <ac:picMk id="5" creationId="{35F0689A-6EDB-9D1D-E062-1C8FD1D67FFA}"/>
          </ac:picMkLst>
        </pc:picChg>
        <pc:picChg chg="mod">
          <ac:chgData name="Catherine Ata" userId="4e21e26771b92a65" providerId="LiveId" clId="{6E9332A2-DFBA-4116-A43C-D9FE08B8ED70}" dt="2024-08-22T19:00:38.444" v="567" actId="14100"/>
          <ac:picMkLst>
            <pc:docMk/>
            <pc:sldMk cId="3894976984" sldId="288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19:07:47.282" v="656" actId="1076"/>
          <ac:picMkLst>
            <pc:docMk/>
            <pc:sldMk cId="3894976984" sldId="288"/>
            <ac:picMk id="11" creationId="{CC628632-BD74-4D7C-BF73-48D63FB645D7}"/>
          </ac:picMkLst>
        </pc:picChg>
      </pc:sldChg>
      <pc:sldChg chg="addSp delSp modSp mod">
        <pc:chgData name="Catherine Ata" userId="4e21e26771b92a65" providerId="LiveId" clId="{6E9332A2-DFBA-4116-A43C-D9FE08B8ED70}" dt="2024-08-22T19:18:37.150" v="741" actId="14100"/>
        <pc:sldMkLst>
          <pc:docMk/>
          <pc:sldMk cId="1766831829" sldId="289"/>
        </pc:sldMkLst>
        <pc:spChg chg="mod">
          <ac:chgData name="Catherine Ata" userId="4e21e26771b92a65" providerId="LiveId" clId="{6E9332A2-DFBA-4116-A43C-D9FE08B8ED70}" dt="2024-08-22T19:10:52.259" v="690" actId="122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Catherine Ata" userId="4e21e26771b92a65" providerId="LiveId" clId="{6E9332A2-DFBA-4116-A43C-D9FE08B8ED70}" dt="2024-08-22T19:18:27.565" v="737" actId="14100"/>
          <ac:spMkLst>
            <pc:docMk/>
            <pc:sldMk cId="1766831829" sldId="289"/>
            <ac:spMk id="4" creationId="{CCE1343B-D448-0F3D-2A82-B1953503574C}"/>
          </ac:spMkLst>
        </pc:spChg>
        <pc:spChg chg="del">
          <ac:chgData name="Catherine Ata" userId="4e21e26771b92a65" providerId="LiveId" clId="{6E9332A2-DFBA-4116-A43C-D9FE08B8ED70}" dt="2024-08-22T19:17:34.954" v="728" actId="478"/>
          <ac:spMkLst>
            <pc:docMk/>
            <pc:sldMk cId="1766831829" sldId="289"/>
            <ac:spMk id="8" creationId="{1E6B4726-B887-AE65-79C3-09810318F35C}"/>
          </ac:spMkLst>
        </pc:spChg>
        <pc:spChg chg="del mod">
          <ac:chgData name="Catherine Ata" userId="4e21e26771b92a65" providerId="LiveId" clId="{6E9332A2-DFBA-4116-A43C-D9FE08B8ED70}" dt="2024-08-22T19:18:19.587" v="735" actId="478"/>
          <ac:spMkLst>
            <pc:docMk/>
            <pc:sldMk cId="1766831829" sldId="289"/>
            <ac:spMk id="10" creationId="{700C974D-61B6-D41D-13F6-307570177200}"/>
          </ac:spMkLst>
        </pc:spChg>
        <pc:spChg chg="add del mod">
          <ac:chgData name="Catherine Ata" userId="4e21e26771b92a65" providerId="LiveId" clId="{6E9332A2-DFBA-4116-A43C-D9FE08B8ED70}" dt="2024-08-22T19:17:48.931" v="730" actId="478"/>
          <ac:spMkLst>
            <pc:docMk/>
            <pc:sldMk cId="1766831829" sldId="289"/>
            <ac:spMk id="11" creationId="{F6391900-B5C3-4E89-659C-1129BAA3639D}"/>
          </ac:spMkLst>
        </pc:spChg>
        <pc:graphicFrameChg chg="del mod">
          <ac:chgData name="Catherine Ata" userId="4e21e26771b92a65" providerId="LiveId" clId="{6E9332A2-DFBA-4116-A43C-D9FE08B8ED70}" dt="2024-08-22T19:17:03.484" v="726" actId="478"/>
          <ac:graphicFrameMkLst>
            <pc:docMk/>
            <pc:sldMk cId="1766831829" sldId="289"/>
            <ac:graphicFrameMk id="7" creationId="{359E992A-C64D-768F-0B1F-43C4F41D54CD}"/>
          </ac:graphicFrameMkLst>
        </pc:graphicFrameChg>
        <pc:graphicFrameChg chg="del">
          <ac:chgData name="Catherine Ata" userId="4e21e26771b92a65" providerId="LiveId" clId="{6E9332A2-DFBA-4116-A43C-D9FE08B8ED70}" dt="2024-08-22T19:17:42.977" v="729" actId="478"/>
          <ac:graphicFrameMkLst>
            <pc:docMk/>
            <pc:sldMk cId="1766831829" sldId="289"/>
            <ac:graphicFrameMk id="13" creationId="{62F8803D-0FE8-DAFD-6CBC-2E0085C7F993}"/>
          </ac:graphicFrameMkLst>
        </pc:graphicFrameChg>
        <pc:graphicFrameChg chg="del">
          <ac:chgData name="Catherine Ata" userId="4e21e26771b92a65" providerId="LiveId" clId="{6E9332A2-DFBA-4116-A43C-D9FE08B8ED70}" dt="2024-08-22T19:17:34.954" v="728" actId="478"/>
          <ac:graphicFrameMkLst>
            <pc:docMk/>
            <pc:sldMk cId="1766831829" sldId="289"/>
            <ac:graphicFrameMk id="15" creationId="{D92A4269-08B0-985E-D369-03CFED0E2800}"/>
          </ac:graphicFrameMkLst>
        </pc:graphicFrameChg>
        <pc:picChg chg="mod">
          <ac:chgData name="Catherine Ata" userId="4e21e26771b92a65" providerId="LiveId" clId="{6E9332A2-DFBA-4116-A43C-D9FE08B8ED70}" dt="2024-08-22T18:59:06.937" v="561" actId="14100"/>
          <ac:picMkLst>
            <pc:docMk/>
            <pc:sldMk cId="1766831829" sldId="289"/>
            <ac:picMk id="5" creationId="{588E5B1E-25ED-E47C-9657-A6C76AB84E3E}"/>
          </ac:picMkLst>
        </pc:picChg>
        <pc:picChg chg="add mod">
          <ac:chgData name="Catherine Ata" userId="4e21e26771b92a65" providerId="LiveId" clId="{6E9332A2-DFBA-4116-A43C-D9FE08B8ED70}" dt="2024-08-22T19:18:29.584" v="738" actId="1076"/>
          <ac:picMkLst>
            <pc:docMk/>
            <pc:sldMk cId="1766831829" sldId="289"/>
            <ac:picMk id="6" creationId="{DA718D33-143A-972A-B7FB-A417AAC5BDB8}"/>
          </ac:picMkLst>
        </pc:picChg>
        <pc:picChg chg="add mod">
          <ac:chgData name="Catherine Ata" userId="4e21e26771b92a65" providerId="LiveId" clId="{6E9332A2-DFBA-4116-A43C-D9FE08B8ED70}" dt="2024-08-22T19:18:37.150" v="741" actId="14100"/>
          <ac:picMkLst>
            <pc:docMk/>
            <pc:sldMk cId="1766831829" sldId="289"/>
            <ac:picMk id="14" creationId="{1CF79EBE-77EB-54E0-A44D-074A3052E810}"/>
          </ac:picMkLst>
        </pc:picChg>
      </pc:sldChg>
      <pc:sldChg chg="addSp delSp modSp mod">
        <pc:chgData name="Catherine Ata" userId="4e21e26771b92a65" providerId="LiveId" clId="{6E9332A2-DFBA-4116-A43C-D9FE08B8ED70}" dt="2024-08-22T19:10:23.394" v="687" actId="14100"/>
        <pc:sldMkLst>
          <pc:docMk/>
          <pc:sldMk cId="570267780" sldId="290"/>
        </pc:sldMkLst>
        <pc:spChg chg="mod">
          <ac:chgData name="Catherine Ata" userId="4e21e26771b92a65" providerId="LiveId" clId="{6E9332A2-DFBA-4116-A43C-D9FE08B8ED70}" dt="2024-08-22T19:08:01.012" v="661" actId="27636"/>
          <ac:spMkLst>
            <pc:docMk/>
            <pc:sldMk cId="570267780" sldId="290"/>
            <ac:spMk id="2" creationId="{8156B364-19B5-5070-704F-AE2745EB0F50}"/>
          </ac:spMkLst>
        </pc:spChg>
        <pc:spChg chg="del mod">
          <ac:chgData name="Catherine Ata" userId="4e21e26771b92a65" providerId="LiveId" clId="{6E9332A2-DFBA-4116-A43C-D9FE08B8ED70}" dt="2024-08-22T19:08:50.140" v="671" actId="478"/>
          <ac:spMkLst>
            <pc:docMk/>
            <pc:sldMk cId="570267780" sldId="290"/>
            <ac:spMk id="4" creationId="{AE510471-877D-E8CD-62A0-16E26F909B3A}"/>
          </ac:spMkLst>
        </pc:spChg>
        <pc:spChg chg="mod">
          <ac:chgData name="Catherine Ata" userId="4e21e26771b92a65" providerId="LiveId" clId="{6E9332A2-DFBA-4116-A43C-D9FE08B8ED70}" dt="2024-08-22T19:10:23.394" v="687" actId="14100"/>
          <ac:spMkLst>
            <pc:docMk/>
            <pc:sldMk cId="570267780" sldId="290"/>
            <ac:spMk id="6" creationId="{B58AB795-24AF-5BDC-AF9F-0B7F7A5FF4FF}"/>
          </ac:spMkLst>
        </pc:spChg>
        <pc:graphicFrameChg chg="del">
          <ac:chgData name="Catherine Ata" userId="4e21e26771b92a65" providerId="LiveId" clId="{6E9332A2-DFBA-4116-A43C-D9FE08B8ED70}" dt="2024-08-22T19:09:48.978" v="674" actId="478"/>
          <ac:graphicFrameMkLst>
            <pc:docMk/>
            <pc:sldMk cId="570267780" sldId="290"/>
            <ac:graphicFrameMk id="9" creationId="{0B30B2E3-6C27-E78A-BC2C-3AAF8931CF7D}"/>
          </ac:graphicFrameMkLst>
        </pc:graphicFrameChg>
        <pc:graphicFrameChg chg="del">
          <ac:chgData name="Catherine Ata" userId="4e21e26771b92a65" providerId="LiveId" clId="{6E9332A2-DFBA-4116-A43C-D9FE08B8ED70}" dt="2024-08-22T19:08:42.224" v="669" actId="478"/>
          <ac:graphicFrameMkLst>
            <pc:docMk/>
            <pc:sldMk cId="570267780" sldId="290"/>
            <ac:graphicFrameMk id="12" creationId="{9842576E-D12F-82E6-E74F-406890512281}"/>
          </ac:graphicFrameMkLst>
        </pc:graphicFrameChg>
        <pc:picChg chg="add mod">
          <ac:chgData name="Catherine Ata" userId="4e21e26771b92a65" providerId="LiveId" clId="{6E9332A2-DFBA-4116-A43C-D9FE08B8ED70}" dt="2024-08-22T19:10:19.773" v="686" actId="1076"/>
          <ac:picMkLst>
            <pc:docMk/>
            <pc:sldMk cId="570267780" sldId="290"/>
            <ac:picMk id="5" creationId="{76AACF63-515E-3497-F702-F1CD79CB22FF}"/>
          </ac:picMkLst>
        </pc:picChg>
        <pc:picChg chg="mod">
          <ac:chgData name="Catherine Ata" userId="4e21e26771b92a65" providerId="LiveId" clId="{6E9332A2-DFBA-4116-A43C-D9FE08B8ED70}" dt="2024-08-22T19:08:04.982" v="662" actId="14100"/>
          <ac:picMkLst>
            <pc:docMk/>
            <pc:sldMk cId="570267780" sldId="290"/>
            <ac:picMk id="7" creationId="{B6D19169-4245-3E95-65A1-3D4BEDE60767}"/>
          </ac:picMkLst>
        </pc:picChg>
      </pc:sldChg>
      <pc:sldChg chg="modSp mod">
        <pc:chgData name="Catherine Ata" userId="4e21e26771b92a65" providerId="LiveId" clId="{6E9332A2-DFBA-4116-A43C-D9FE08B8ED70}" dt="2024-08-24T00:51:08.244" v="2993" actId="20577"/>
        <pc:sldMkLst>
          <pc:docMk/>
          <pc:sldMk cId="3773754648" sldId="291"/>
        </pc:sldMkLst>
        <pc:spChg chg="mod">
          <ac:chgData name="Catherine Ata" userId="4e21e26771b92a65" providerId="LiveId" clId="{6E9332A2-DFBA-4116-A43C-D9FE08B8ED70}" dt="2024-08-22T19:29:22.478" v="786" actId="1076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Catherine Ata" userId="4e21e26771b92a65" providerId="LiveId" clId="{6E9332A2-DFBA-4116-A43C-D9FE08B8ED70}" dt="2024-08-24T00:51:08.244" v="2993" actId="20577"/>
          <ac:spMkLst>
            <pc:docMk/>
            <pc:sldMk cId="3773754648" sldId="291"/>
            <ac:spMk id="4" creationId="{AE510471-877D-E8CD-62A0-16E26F909B3A}"/>
          </ac:spMkLst>
        </pc:spChg>
        <pc:picChg chg="mod">
          <ac:chgData name="Catherine Ata" userId="4e21e26771b92a65" providerId="LiveId" clId="{6E9332A2-DFBA-4116-A43C-D9FE08B8ED70}" dt="2024-08-22T19:29:26.454" v="787" actId="14100"/>
          <ac:picMkLst>
            <pc:docMk/>
            <pc:sldMk cId="3773754648" sldId="291"/>
            <ac:picMk id="7" creationId="{B6D19169-4245-3E95-65A1-3D4BEDE60767}"/>
          </ac:picMkLst>
        </pc:picChg>
      </pc:sldChg>
      <pc:sldChg chg="addSp delSp modSp mod">
        <pc:chgData name="Catherine Ata" userId="4e21e26771b92a65" providerId="LiveId" clId="{6E9332A2-DFBA-4116-A43C-D9FE08B8ED70}" dt="2024-08-22T19:39:50.385" v="889" actId="1076"/>
        <pc:sldMkLst>
          <pc:docMk/>
          <pc:sldMk cId="799708198" sldId="292"/>
        </pc:sldMkLst>
        <pc:spChg chg="mod">
          <ac:chgData name="Catherine Ata" userId="4e21e26771b92a65" providerId="LiveId" clId="{6E9332A2-DFBA-4116-A43C-D9FE08B8ED70}" dt="2024-08-22T19:29:57.266" v="795" actId="14100"/>
          <ac:spMkLst>
            <pc:docMk/>
            <pc:sldMk cId="799708198" sldId="292"/>
            <ac:spMk id="2" creationId="{8156B364-19B5-5070-704F-AE2745EB0F50}"/>
          </ac:spMkLst>
        </pc:spChg>
        <pc:spChg chg="del">
          <ac:chgData name="Catherine Ata" userId="4e21e26771b92a65" providerId="LiveId" clId="{6E9332A2-DFBA-4116-A43C-D9FE08B8ED70}" dt="2024-08-22T19:36:08.313" v="841" actId="478"/>
          <ac:spMkLst>
            <pc:docMk/>
            <pc:sldMk cId="799708198" sldId="292"/>
            <ac:spMk id="3" creationId="{D1D359C4-6F43-2F6B-A886-9716E4748A7C}"/>
          </ac:spMkLst>
        </pc:spChg>
        <pc:spChg chg="mod">
          <ac:chgData name="Catherine Ata" userId="4e21e26771b92a65" providerId="LiveId" clId="{6E9332A2-DFBA-4116-A43C-D9FE08B8ED70}" dt="2024-08-22T19:39:41.091" v="886" actId="14100"/>
          <ac:spMkLst>
            <pc:docMk/>
            <pc:sldMk cId="799708198" sldId="292"/>
            <ac:spMk id="4" creationId="{AE510471-877D-E8CD-62A0-16E26F909B3A}"/>
          </ac:spMkLst>
        </pc:spChg>
        <pc:spChg chg="mod">
          <ac:chgData name="Catherine Ata" userId="4e21e26771b92a65" providerId="LiveId" clId="{6E9332A2-DFBA-4116-A43C-D9FE08B8ED70}" dt="2024-08-22T19:39:31.701" v="883" actId="14100"/>
          <ac:spMkLst>
            <pc:docMk/>
            <pc:sldMk cId="799708198" sldId="292"/>
            <ac:spMk id="10" creationId="{5D383DB6-B522-84BF-1368-424D3D947959}"/>
          </ac:spMkLst>
        </pc:spChg>
        <pc:graphicFrameChg chg="del">
          <ac:chgData name="Catherine Ata" userId="4e21e26771b92a65" providerId="LiveId" clId="{6E9332A2-DFBA-4116-A43C-D9FE08B8ED70}" dt="2024-08-22T19:35:12.402" v="835" actId="478"/>
          <ac:graphicFrameMkLst>
            <pc:docMk/>
            <pc:sldMk cId="799708198" sldId="292"/>
            <ac:graphicFrameMk id="6" creationId="{D4A949FF-8804-5828-F085-CD0B2942A83A}"/>
          </ac:graphicFrameMkLst>
        </pc:graphicFrameChg>
        <pc:graphicFrameChg chg="del modGraphic">
          <ac:chgData name="Catherine Ata" userId="4e21e26771b92a65" providerId="LiveId" clId="{6E9332A2-DFBA-4116-A43C-D9FE08B8ED70}" dt="2024-08-22T19:36:04.937" v="840" actId="478"/>
          <ac:graphicFrameMkLst>
            <pc:docMk/>
            <pc:sldMk cId="799708198" sldId="292"/>
            <ac:graphicFrameMk id="9" creationId="{43B60017-AC17-043B-8D63-4D28F1E762CE}"/>
          </ac:graphicFrameMkLst>
        </pc:graphicFrameChg>
        <pc:graphicFrameChg chg="del modGraphic">
          <ac:chgData name="Catherine Ata" userId="4e21e26771b92a65" providerId="LiveId" clId="{6E9332A2-DFBA-4116-A43C-D9FE08B8ED70}" dt="2024-08-22T19:37:05.385" v="849" actId="478"/>
          <ac:graphicFrameMkLst>
            <pc:docMk/>
            <pc:sldMk cId="799708198" sldId="292"/>
            <ac:graphicFrameMk id="12" creationId="{AE153A97-1AF8-59ED-5826-3714D643CF8F}"/>
          </ac:graphicFrameMkLst>
        </pc:graphicFrameChg>
        <pc:picChg chg="mod">
          <ac:chgData name="Catherine Ata" userId="4e21e26771b92a65" providerId="LiveId" clId="{6E9332A2-DFBA-4116-A43C-D9FE08B8ED70}" dt="2024-08-22T19:29:50.860" v="794" actId="14100"/>
          <ac:picMkLst>
            <pc:docMk/>
            <pc:sldMk cId="799708198" sldId="292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19:39:50.385" v="889" actId="1076"/>
          <ac:picMkLst>
            <pc:docMk/>
            <pc:sldMk cId="799708198" sldId="292"/>
            <ac:picMk id="8" creationId="{0D2B1AD4-F124-0878-15CB-E778E5B9392C}"/>
          </ac:picMkLst>
        </pc:picChg>
        <pc:picChg chg="add mod">
          <ac:chgData name="Catherine Ata" userId="4e21e26771b92a65" providerId="LiveId" clId="{6E9332A2-DFBA-4116-A43C-D9FE08B8ED70}" dt="2024-08-22T19:39:47.509" v="888" actId="1076"/>
          <ac:picMkLst>
            <pc:docMk/>
            <pc:sldMk cId="799708198" sldId="292"/>
            <ac:picMk id="13" creationId="{55E3C84C-31BD-F152-DB6E-ECBB870FBB9C}"/>
          </ac:picMkLst>
        </pc:picChg>
        <pc:picChg chg="add mod">
          <ac:chgData name="Catherine Ata" userId="4e21e26771b92a65" providerId="LiveId" clId="{6E9332A2-DFBA-4116-A43C-D9FE08B8ED70}" dt="2024-08-22T19:39:34.394" v="884" actId="1076"/>
          <ac:picMkLst>
            <pc:docMk/>
            <pc:sldMk cId="799708198" sldId="292"/>
            <ac:picMk id="15" creationId="{6347D52C-908D-D420-E3BC-24CED56D7012}"/>
          </ac:picMkLst>
        </pc:picChg>
      </pc:sldChg>
      <pc:sldChg chg="addSp delSp modSp mod">
        <pc:chgData name="Catherine Ata" userId="4e21e26771b92a65" providerId="LiveId" clId="{6E9332A2-DFBA-4116-A43C-D9FE08B8ED70}" dt="2024-08-22T19:45:39.670" v="935" actId="1076"/>
        <pc:sldMkLst>
          <pc:docMk/>
          <pc:sldMk cId="4183094101" sldId="293"/>
        </pc:sldMkLst>
        <pc:spChg chg="mod">
          <ac:chgData name="Catherine Ata" userId="4e21e26771b92a65" providerId="LiveId" clId="{6E9332A2-DFBA-4116-A43C-D9FE08B8ED70}" dt="2024-08-22T19:40:10.004" v="894" actId="122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Catherine Ata" userId="4e21e26771b92a65" providerId="LiveId" clId="{6E9332A2-DFBA-4116-A43C-D9FE08B8ED70}" dt="2024-08-22T19:45:21.796" v="931" actId="1076"/>
          <ac:spMkLst>
            <pc:docMk/>
            <pc:sldMk cId="4183094101" sldId="293"/>
            <ac:spMk id="3" creationId="{A05AC7B9-0B6C-E791-1F7B-05D301E875F9}"/>
          </ac:spMkLst>
        </pc:spChg>
        <pc:spChg chg="mod">
          <ac:chgData name="Catherine Ata" userId="4e21e26771b92a65" providerId="LiveId" clId="{6E9332A2-DFBA-4116-A43C-D9FE08B8ED70}" dt="2024-08-22T19:42:21.776" v="914" actId="20577"/>
          <ac:spMkLst>
            <pc:docMk/>
            <pc:sldMk cId="4183094101" sldId="293"/>
            <ac:spMk id="4" creationId="{AE510471-877D-E8CD-62A0-16E26F909B3A}"/>
          </ac:spMkLst>
        </pc:spChg>
        <pc:graphicFrameChg chg="del">
          <ac:chgData name="Catherine Ata" userId="4e21e26771b92a65" providerId="LiveId" clId="{6E9332A2-DFBA-4116-A43C-D9FE08B8ED70}" dt="2024-08-22T19:45:08.096" v="928" actId="478"/>
          <ac:graphicFrameMkLst>
            <pc:docMk/>
            <pc:sldMk cId="4183094101" sldId="293"/>
            <ac:graphicFrameMk id="6" creationId="{4BAAA8E5-5E14-1C45-3C46-99FF12C6FF54}"/>
          </ac:graphicFrameMkLst>
        </pc:graphicFrameChg>
        <pc:graphicFrameChg chg="del modGraphic">
          <ac:chgData name="Catherine Ata" userId="4e21e26771b92a65" providerId="LiveId" clId="{6E9332A2-DFBA-4116-A43C-D9FE08B8ED70}" dt="2024-08-22T19:43:46.608" v="918" actId="478"/>
          <ac:graphicFrameMkLst>
            <pc:docMk/>
            <pc:sldMk cId="4183094101" sldId="293"/>
            <ac:graphicFrameMk id="9" creationId="{6831A1DF-25BB-8796-130F-BCD2A9F102FB}"/>
          </ac:graphicFrameMkLst>
        </pc:graphicFrameChg>
        <pc:graphicFrameChg chg="del modGraphic">
          <ac:chgData name="Catherine Ata" userId="4e21e26771b92a65" providerId="LiveId" clId="{6E9332A2-DFBA-4116-A43C-D9FE08B8ED70}" dt="2024-08-22T19:44:22.488" v="922" actId="478"/>
          <ac:graphicFrameMkLst>
            <pc:docMk/>
            <pc:sldMk cId="4183094101" sldId="293"/>
            <ac:graphicFrameMk id="11" creationId="{94A9D946-09BB-9C1C-8C79-45C17EC5D7BE}"/>
          </ac:graphicFrameMkLst>
        </pc:graphicFrameChg>
        <pc:picChg chg="mod">
          <ac:chgData name="Catherine Ata" userId="4e21e26771b92a65" providerId="LiveId" clId="{6E9332A2-DFBA-4116-A43C-D9FE08B8ED70}" dt="2024-08-22T19:40:14.128" v="895" actId="14100"/>
          <ac:picMkLst>
            <pc:docMk/>
            <pc:sldMk cId="4183094101" sldId="293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19:45:28.902" v="933" actId="1076"/>
          <ac:picMkLst>
            <pc:docMk/>
            <pc:sldMk cId="4183094101" sldId="293"/>
            <ac:picMk id="8" creationId="{E8EC2F63-4841-06F3-DF2E-72EBC0844B58}"/>
          </ac:picMkLst>
        </pc:picChg>
        <pc:picChg chg="add mod">
          <ac:chgData name="Catherine Ata" userId="4e21e26771b92a65" providerId="LiveId" clId="{6E9332A2-DFBA-4116-A43C-D9FE08B8ED70}" dt="2024-08-22T19:45:39.670" v="935" actId="1076"/>
          <ac:picMkLst>
            <pc:docMk/>
            <pc:sldMk cId="4183094101" sldId="293"/>
            <ac:picMk id="12" creationId="{9EA3DFE2-9B0D-DFF0-A6E8-19F24C3B8EAB}"/>
          </ac:picMkLst>
        </pc:picChg>
        <pc:picChg chg="add mod">
          <ac:chgData name="Catherine Ata" userId="4e21e26771b92a65" providerId="LiveId" clId="{6E9332A2-DFBA-4116-A43C-D9FE08B8ED70}" dt="2024-08-22T19:45:13.328" v="929" actId="1076"/>
          <ac:picMkLst>
            <pc:docMk/>
            <pc:sldMk cId="4183094101" sldId="293"/>
            <ac:picMk id="14" creationId="{B3AD1761-3537-6EE1-32E5-F5B59E6703C8}"/>
          </ac:picMkLst>
        </pc:picChg>
      </pc:sldChg>
      <pc:sldChg chg="addSp delSp modSp mod">
        <pc:chgData name="Catherine Ata" userId="4e21e26771b92a65" providerId="LiveId" clId="{6E9332A2-DFBA-4116-A43C-D9FE08B8ED70}" dt="2024-08-22T19:50:00.812" v="972" actId="1076"/>
        <pc:sldMkLst>
          <pc:docMk/>
          <pc:sldMk cId="3366650810" sldId="294"/>
        </pc:sldMkLst>
        <pc:spChg chg="mod">
          <ac:chgData name="Catherine Ata" userId="4e21e26771b92a65" providerId="LiveId" clId="{6E9332A2-DFBA-4116-A43C-D9FE08B8ED70}" dt="2024-08-22T19:46:35.068" v="939" actId="14100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Catherine Ata" userId="4e21e26771b92a65" providerId="LiveId" clId="{6E9332A2-DFBA-4116-A43C-D9FE08B8ED70}" dt="2024-08-22T19:49:55.057" v="969" actId="255"/>
          <ac:spMkLst>
            <pc:docMk/>
            <pc:sldMk cId="3366650810" sldId="294"/>
            <ac:spMk id="4" creationId="{AE510471-877D-E8CD-62A0-16E26F909B3A}"/>
          </ac:spMkLst>
        </pc:spChg>
        <pc:graphicFrameChg chg="del">
          <ac:chgData name="Catherine Ata" userId="4e21e26771b92a65" providerId="LiveId" clId="{6E9332A2-DFBA-4116-A43C-D9FE08B8ED70}" dt="2024-08-22T19:48:46.713" v="952" actId="478"/>
          <ac:graphicFrameMkLst>
            <pc:docMk/>
            <pc:sldMk cId="3366650810" sldId="294"/>
            <ac:graphicFrameMk id="6" creationId="{424D2B72-4F71-CCF4-21E7-D316B57A51B0}"/>
          </ac:graphicFrameMkLst>
        </pc:graphicFrameChg>
        <pc:graphicFrameChg chg="del">
          <ac:chgData name="Catherine Ata" userId="4e21e26771b92a65" providerId="LiveId" clId="{6E9332A2-DFBA-4116-A43C-D9FE08B8ED70}" dt="2024-08-22T19:49:12.353" v="957" actId="478"/>
          <ac:graphicFrameMkLst>
            <pc:docMk/>
            <pc:sldMk cId="3366650810" sldId="294"/>
            <ac:graphicFrameMk id="9" creationId="{E5C7642E-9242-1AD0-A8D6-D4D2A5E8E91E}"/>
          </ac:graphicFrameMkLst>
        </pc:graphicFrameChg>
        <pc:graphicFrameChg chg="del modGraphic">
          <ac:chgData name="Catherine Ata" userId="4e21e26771b92a65" providerId="LiveId" clId="{6E9332A2-DFBA-4116-A43C-D9FE08B8ED70}" dt="2024-08-22T19:49:12.353" v="957" actId="478"/>
          <ac:graphicFrameMkLst>
            <pc:docMk/>
            <pc:sldMk cId="3366650810" sldId="294"/>
            <ac:graphicFrameMk id="11" creationId="{D2B5451D-6EBE-6E2F-87DD-B770910EBA31}"/>
          </ac:graphicFrameMkLst>
        </pc:graphicFrameChg>
        <pc:picChg chg="add mod">
          <ac:chgData name="Catherine Ata" userId="4e21e26771b92a65" providerId="LiveId" clId="{6E9332A2-DFBA-4116-A43C-D9FE08B8ED70}" dt="2024-08-22T19:50:00.812" v="972" actId="1076"/>
          <ac:picMkLst>
            <pc:docMk/>
            <pc:sldMk cId="3366650810" sldId="294"/>
            <ac:picMk id="5" creationId="{FC7FE9A2-D143-0CD1-1DE8-87FC529BB838}"/>
          </ac:picMkLst>
        </pc:picChg>
        <pc:picChg chg="mod">
          <ac:chgData name="Catherine Ata" userId="4e21e26771b92a65" providerId="LiveId" clId="{6E9332A2-DFBA-4116-A43C-D9FE08B8ED70}" dt="2024-08-22T19:46:28.940" v="938" actId="14100"/>
          <ac:picMkLst>
            <pc:docMk/>
            <pc:sldMk cId="3366650810" sldId="294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19:49:57.603" v="970" actId="1076"/>
          <ac:picMkLst>
            <pc:docMk/>
            <pc:sldMk cId="3366650810" sldId="294"/>
            <ac:picMk id="8" creationId="{89EFCC56-6068-78BD-7BA8-BEA9C841FB4D}"/>
          </ac:picMkLst>
        </pc:picChg>
        <pc:picChg chg="add mod">
          <ac:chgData name="Catherine Ata" userId="4e21e26771b92a65" providerId="LiveId" clId="{6E9332A2-DFBA-4116-A43C-D9FE08B8ED70}" dt="2024-08-22T19:49:58.984" v="971" actId="1076"/>
          <ac:picMkLst>
            <pc:docMk/>
            <pc:sldMk cId="3366650810" sldId="294"/>
            <ac:picMk id="10" creationId="{4C2672B4-1B92-9875-23F7-4FEFBE91A845}"/>
          </ac:picMkLst>
        </pc:picChg>
      </pc:sldChg>
      <pc:sldChg chg="addSp delSp modSp mod">
        <pc:chgData name="Catherine Ata" userId="4e21e26771b92a65" providerId="LiveId" clId="{6E9332A2-DFBA-4116-A43C-D9FE08B8ED70}" dt="2024-08-22T19:55:26.355" v="1035" actId="1076"/>
        <pc:sldMkLst>
          <pc:docMk/>
          <pc:sldMk cId="3711437500" sldId="295"/>
        </pc:sldMkLst>
        <pc:spChg chg="mod">
          <ac:chgData name="Catherine Ata" userId="4e21e26771b92a65" providerId="LiveId" clId="{6E9332A2-DFBA-4116-A43C-D9FE08B8ED70}" dt="2024-08-22T19:50:13.022" v="975" actId="14100"/>
          <ac:spMkLst>
            <pc:docMk/>
            <pc:sldMk cId="3711437500" sldId="295"/>
            <ac:spMk id="2" creationId="{8156B364-19B5-5070-704F-AE2745EB0F50}"/>
          </ac:spMkLst>
        </pc:spChg>
        <pc:spChg chg="add mod">
          <ac:chgData name="Catherine Ata" userId="4e21e26771b92a65" providerId="LiveId" clId="{6E9332A2-DFBA-4116-A43C-D9FE08B8ED70}" dt="2024-08-22T19:54:54.109" v="1024" actId="14100"/>
          <ac:spMkLst>
            <pc:docMk/>
            <pc:sldMk cId="3711437500" sldId="295"/>
            <ac:spMk id="3" creationId="{2959D4AC-BDF8-0C45-4FEF-FEE5F6F192F2}"/>
          </ac:spMkLst>
        </pc:spChg>
        <pc:spChg chg="mod">
          <ac:chgData name="Catherine Ata" userId="4e21e26771b92a65" providerId="LiveId" clId="{6E9332A2-DFBA-4116-A43C-D9FE08B8ED70}" dt="2024-08-22T19:52:31.545" v="1003" actId="14100"/>
          <ac:spMkLst>
            <pc:docMk/>
            <pc:sldMk cId="3711437500" sldId="295"/>
            <ac:spMk id="4" creationId="{AE510471-877D-E8CD-62A0-16E26F909B3A}"/>
          </ac:spMkLst>
        </pc:spChg>
        <pc:spChg chg="del mod">
          <ac:chgData name="Catherine Ata" userId="4e21e26771b92a65" providerId="LiveId" clId="{6E9332A2-DFBA-4116-A43C-D9FE08B8ED70}" dt="2024-08-22T19:51:19.671" v="979" actId="478"/>
          <ac:spMkLst>
            <pc:docMk/>
            <pc:sldMk cId="3711437500" sldId="295"/>
            <ac:spMk id="12" creationId="{07310B4C-2FFE-037A-F3D5-1AA439EF61A7}"/>
          </ac:spMkLst>
        </pc:spChg>
        <pc:graphicFrameChg chg="del">
          <ac:chgData name="Catherine Ata" userId="4e21e26771b92a65" providerId="LiveId" clId="{6E9332A2-DFBA-4116-A43C-D9FE08B8ED70}" dt="2024-08-22T19:52:24.587" v="1001" actId="478"/>
          <ac:graphicFrameMkLst>
            <pc:docMk/>
            <pc:sldMk cId="3711437500" sldId="295"/>
            <ac:graphicFrameMk id="5" creationId="{C0E65FDA-DF6E-8B75-465E-3B1D5AB0BEED}"/>
          </ac:graphicFrameMkLst>
        </pc:graphicFrameChg>
        <pc:graphicFrameChg chg="del">
          <ac:chgData name="Catherine Ata" userId="4e21e26771b92a65" providerId="LiveId" clId="{6E9332A2-DFBA-4116-A43C-D9FE08B8ED70}" dt="2024-08-22T19:52:24.587" v="1001" actId="478"/>
          <ac:graphicFrameMkLst>
            <pc:docMk/>
            <pc:sldMk cId="3711437500" sldId="295"/>
            <ac:graphicFrameMk id="6" creationId="{A478EFF6-43F3-505E-17CD-FCE8E6E39A31}"/>
          </ac:graphicFrameMkLst>
        </pc:graphicFrameChg>
        <pc:graphicFrameChg chg="del">
          <ac:chgData name="Catherine Ata" userId="4e21e26771b92a65" providerId="LiveId" clId="{6E9332A2-DFBA-4116-A43C-D9FE08B8ED70}" dt="2024-08-22T19:52:24.587" v="1001" actId="478"/>
          <ac:graphicFrameMkLst>
            <pc:docMk/>
            <pc:sldMk cId="3711437500" sldId="295"/>
            <ac:graphicFrameMk id="9" creationId="{A8E5E132-37A2-5C9D-A783-4E47DBF9C1B0}"/>
          </ac:graphicFrameMkLst>
        </pc:graphicFrameChg>
        <pc:graphicFrameChg chg="del">
          <ac:chgData name="Catherine Ata" userId="4e21e26771b92a65" providerId="LiveId" clId="{6E9332A2-DFBA-4116-A43C-D9FE08B8ED70}" dt="2024-08-22T19:52:24.587" v="1001" actId="478"/>
          <ac:graphicFrameMkLst>
            <pc:docMk/>
            <pc:sldMk cId="3711437500" sldId="295"/>
            <ac:graphicFrameMk id="11" creationId="{BEA929C0-FE82-D8F4-E3C1-3D4A8ABE2F13}"/>
          </ac:graphicFrameMkLst>
        </pc:graphicFrameChg>
        <pc:picChg chg="mod">
          <ac:chgData name="Catherine Ata" userId="4e21e26771b92a65" providerId="LiveId" clId="{6E9332A2-DFBA-4116-A43C-D9FE08B8ED70}" dt="2024-08-22T19:50:16.415" v="976" actId="14100"/>
          <ac:picMkLst>
            <pc:docMk/>
            <pc:sldMk cId="3711437500" sldId="295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19:55:10.677" v="1029" actId="14100"/>
          <ac:picMkLst>
            <pc:docMk/>
            <pc:sldMk cId="3711437500" sldId="295"/>
            <ac:picMk id="10" creationId="{92A9E179-6551-47B8-75CC-A683033F47CC}"/>
          </ac:picMkLst>
        </pc:picChg>
        <pc:picChg chg="add mod">
          <ac:chgData name="Catherine Ata" userId="4e21e26771b92a65" providerId="LiveId" clId="{6E9332A2-DFBA-4116-A43C-D9FE08B8ED70}" dt="2024-08-22T19:55:19.256" v="1033" actId="1076"/>
          <ac:picMkLst>
            <pc:docMk/>
            <pc:sldMk cId="3711437500" sldId="295"/>
            <ac:picMk id="14" creationId="{2DDA17B0-78B3-7C8F-11B9-FF7F6870D93D}"/>
          </ac:picMkLst>
        </pc:picChg>
        <pc:picChg chg="add mod">
          <ac:chgData name="Catherine Ata" userId="4e21e26771b92a65" providerId="LiveId" clId="{6E9332A2-DFBA-4116-A43C-D9FE08B8ED70}" dt="2024-08-22T19:55:26.355" v="1035" actId="1076"/>
          <ac:picMkLst>
            <pc:docMk/>
            <pc:sldMk cId="3711437500" sldId="295"/>
            <ac:picMk id="15" creationId="{D9D11ED4-751C-C5E5-D640-6739DFE8EB8C}"/>
          </ac:picMkLst>
        </pc:picChg>
        <pc:picChg chg="add mod">
          <ac:chgData name="Catherine Ata" userId="4e21e26771b92a65" providerId="LiveId" clId="{6E9332A2-DFBA-4116-A43C-D9FE08B8ED70}" dt="2024-08-22T19:55:23.701" v="1034" actId="1076"/>
          <ac:picMkLst>
            <pc:docMk/>
            <pc:sldMk cId="3711437500" sldId="295"/>
            <ac:picMk id="16" creationId="{99ED097A-ABC7-C7E9-9AF3-365CD530854B}"/>
          </ac:picMkLst>
        </pc:picChg>
      </pc:sldChg>
      <pc:sldChg chg="modSp del mod">
        <pc:chgData name="Catherine Ata" userId="4e21e26771b92a65" providerId="LiveId" clId="{6E9332A2-DFBA-4116-A43C-D9FE08B8ED70}" dt="2024-08-22T21:16:04.926" v="1534" actId="47"/>
        <pc:sldMkLst>
          <pc:docMk/>
          <pc:sldMk cId="244083340" sldId="296"/>
        </pc:sldMkLst>
        <pc:spChg chg="mod">
          <ac:chgData name="Catherine Ata" userId="4e21e26771b92a65" providerId="LiveId" clId="{6E9332A2-DFBA-4116-A43C-D9FE08B8ED70}" dt="2024-08-22T20:01:04.782" v="1084" actId="14100"/>
          <ac:spMkLst>
            <pc:docMk/>
            <pc:sldMk cId="244083340" sldId="296"/>
            <ac:spMk id="2" creationId="{8156B364-19B5-5070-704F-AE2745EB0F50}"/>
          </ac:spMkLst>
        </pc:spChg>
        <pc:spChg chg="mod">
          <ac:chgData name="Catherine Ata" userId="4e21e26771b92a65" providerId="LiveId" clId="{6E9332A2-DFBA-4116-A43C-D9FE08B8ED70}" dt="2024-08-22T20:01:55.320" v="1088" actId="255"/>
          <ac:spMkLst>
            <pc:docMk/>
            <pc:sldMk cId="244083340" sldId="296"/>
            <ac:spMk id="4" creationId="{AE510471-877D-E8CD-62A0-16E26F909B3A}"/>
          </ac:spMkLst>
        </pc:spChg>
        <pc:picChg chg="mod">
          <ac:chgData name="Catherine Ata" userId="4e21e26771b92a65" providerId="LiveId" clId="{6E9332A2-DFBA-4116-A43C-D9FE08B8ED70}" dt="2024-08-22T20:02:07.911" v="1089" actId="1076"/>
          <ac:picMkLst>
            <pc:docMk/>
            <pc:sldMk cId="244083340" sldId="296"/>
            <ac:picMk id="3" creationId="{0BB8E76D-0A53-A2D4-09D4-0B4E29821184}"/>
          </ac:picMkLst>
        </pc:picChg>
        <pc:picChg chg="mod">
          <ac:chgData name="Catherine Ata" userId="4e21e26771b92a65" providerId="LiveId" clId="{6E9332A2-DFBA-4116-A43C-D9FE08B8ED70}" dt="2024-08-22T20:01:08.550" v="1085" actId="14100"/>
          <ac:picMkLst>
            <pc:docMk/>
            <pc:sldMk cId="244083340" sldId="296"/>
            <ac:picMk id="7" creationId="{B6D19169-4245-3E95-65A1-3D4BEDE60767}"/>
          </ac:picMkLst>
        </pc:picChg>
      </pc:sldChg>
      <pc:sldChg chg="addSp delSp modSp mod">
        <pc:chgData name="Catherine Ata" userId="4e21e26771b92a65" providerId="LiveId" clId="{6E9332A2-DFBA-4116-A43C-D9FE08B8ED70}" dt="2024-08-22T20:13:29.065" v="1161" actId="1076"/>
        <pc:sldMkLst>
          <pc:docMk/>
          <pc:sldMk cId="1972997762" sldId="297"/>
        </pc:sldMkLst>
        <pc:spChg chg="mod">
          <ac:chgData name="Catherine Ata" userId="4e21e26771b92a65" providerId="LiveId" clId="{6E9332A2-DFBA-4116-A43C-D9FE08B8ED70}" dt="2024-08-22T20:03:34.141" v="1093" actId="14100"/>
          <ac:spMkLst>
            <pc:docMk/>
            <pc:sldMk cId="1972997762" sldId="297"/>
            <ac:spMk id="2" creationId="{8156B364-19B5-5070-704F-AE2745EB0F50}"/>
          </ac:spMkLst>
        </pc:spChg>
        <pc:spChg chg="del mod">
          <ac:chgData name="Catherine Ata" userId="4e21e26771b92a65" providerId="LiveId" clId="{6E9332A2-DFBA-4116-A43C-D9FE08B8ED70}" dt="2024-08-22T20:08:10.581" v="1131" actId="478"/>
          <ac:spMkLst>
            <pc:docMk/>
            <pc:sldMk cId="1972997762" sldId="297"/>
            <ac:spMk id="3" creationId="{62CCB0D0-3BDA-AF15-1701-F7A675C0F5B2}"/>
          </ac:spMkLst>
        </pc:spChg>
        <pc:spChg chg="mod">
          <ac:chgData name="Catherine Ata" userId="4e21e26771b92a65" providerId="LiveId" clId="{6E9332A2-DFBA-4116-A43C-D9FE08B8ED70}" dt="2024-08-22T20:13:22.888" v="1159" actId="1076"/>
          <ac:spMkLst>
            <pc:docMk/>
            <pc:sldMk cId="1972997762" sldId="297"/>
            <ac:spMk id="4" creationId="{AE510471-877D-E8CD-62A0-16E26F909B3A}"/>
          </ac:spMkLst>
        </pc:spChg>
        <pc:graphicFrameChg chg="del">
          <ac:chgData name="Catherine Ata" userId="4e21e26771b92a65" providerId="LiveId" clId="{6E9332A2-DFBA-4116-A43C-D9FE08B8ED70}" dt="2024-08-22T20:08:10.581" v="1131" actId="478"/>
          <ac:graphicFrameMkLst>
            <pc:docMk/>
            <pc:sldMk cId="1972997762" sldId="297"/>
            <ac:graphicFrameMk id="8" creationId="{24072E96-D698-10EB-5489-65A4F36EBDFB}"/>
          </ac:graphicFrameMkLst>
        </pc:graphicFrameChg>
        <pc:picChg chg="add mod">
          <ac:chgData name="Catherine Ata" userId="4e21e26771b92a65" providerId="LiveId" clId="{6E9332A2-DFBA-4116-A43C-D9FE08B8ED70}" dt="2024-08-22T20:13:29.065" v="1161" actId="1076"/>
          <ac:picMkLst>
            <pc:docMk/>
            <pc:sldMk cId="1972997762" sldId="297"/>
            <ac:picMk id="6" creationId="{6C13809D-820C-7748-BC28-4C6FD6B341F1}"/>
          </ac:picMkLst>
        </pc:picChg>
        <pc:picChg chg="mod">
          <ac:chgData name="Catherine Ata" userId="4e21e26771b92a65" providerId="LiveId" clId="{6E9332A2-DFBA-4116-A43C-D9FE08B8ED70}" dt="2024-08-22T20:03:38.531" v="1094" actId="14100"/>
          <ac:picMkLst>
            <pc:docMk/>
            <pc:sldMk cId="1972997762" sldId="297"/>
            <ac:picMk id="7" creationId="{B6D19169-4245-3E95-65A1-3D4BEDE60767}"/>
          </ac:picMkLst>
        </pc:picChg>
        <pc:picChg chg="add del mod">
          <ac:chgData name="Catherine Ata" userId="4e21e26771b92a65" providerId="LiveId" clId="{6E9332A2-DFBA-4116-A43C-D9FE08B8ED70}" dt="2024-08-22T20:11:53.523" v="1141" actId="478"/>
          <ac:picMkLst>
            <pc:docMk/>
            <pc:sldMk cId="1972997762" sldId="297"/>
            <ac:picMk id="10" creationId="{1C43BAD8-AFF2-2315-EF47-C48EA555D1AF}"/>
          </ac:picMkLst>
        </pc:picChg>
        <pc:picChg chg="add mod">
          <ac:chgData name="Catherine Ata" userId="4e21e26771b92a65" providerId="LiveId" clId="{6E9332A2-DFBA-4116-A43C-D9FE08B8ED70}" dt="2024-08-22T20:13:14.658" v="1158" actId="1076"/>
          <ac:picMkLst>
            <pc:docMk/>
            <pc:sldMk cId="1972997762" sldId="297"/>
            <ac:picMk id="12" creationId="{0BBA5F31-DFDE-DC37-07C0-174015379035}"/>
          </ac:picMkLst>
        </pc:picChg>
        <pc:picChg chg="add mod">
          <ac:chgData name="Catherine Ata" userId="4e21e26771b92a65" providerId="LiveId" clId="{6E9332A2-DFBA-4116-A43C-D9FE08B8ED70}" dt="2024-08-22T20:13:00.111" v="1154" actId="1076"/>
          <ac:picMkLst>
            <pc:docMk/>
            <pc:sldMk cId="1972997762" sldId="297"/>
            <ac:picMk id="14" creationId="{0B8D946F-71C6-4731-2BBB-71DF9153CFE3}"/>
          </ac:picMkLst>
        </pc:picChg>
      </pc:sldChg>
      <pc:sldChg chg="addSp delSp modSp mod">
        <pc:chgData name="Catherine Ata" userId="4e21e26771b92a65" providerId="LiveId" clId="{6E9332A2-DFBA-4116-A43C-D9FE08B8ED70}" dt="2024-08-22T20:21:07.631" v="1211" actId="1076"/>
        <pc:sldMkLst>
          <pc:docMk/>
          <pc:sldMk cId="1678274442" sldId="298"/>
        </pc:sldMkLst>
        <pc:spChg chg="mod">
          <ac:chgData name="Catherine Ata" userId="4e21e26771b92a65" providerId="LiveId" clId="{6E9332A2-DFBA-4116-A43C-D9FE08B8ED70}" dt="2024-08-22T20:13:50.686" v="1163" actId="14100"/>
          <ac:spMkLst>
            <pc:docMk/>
            <pc:sldMk cId="1678274442" sldId="298"/>
            <ac:spMk id="2" creationId="{8156B364-19B5-5070-704F-AE2745EB0F50}"/>
          </ac:spMkLst>
        </pc:spChg>
        <pc:spChg chg="mod">
          <ac:chgData name="Catherine Ata" userId="4e21e26771b92a65" providerId="LiveId" clId="{6E9332A2-DFBA-4116-A43C-D9FE08B8ED70}" dt="2024-08-22T20:20:54.192" v="1206" actId="1076"/>
          <ac:spMkLst>
            <pc:docMk/>
            <pc:sldMk cId="1678274442" sldId="298"/>
            <ac:spMk id="3" creationId="{E3FC8190-FBA9-429D-4CB1-B0A16F763CAB}"/>
          </ac:spMkLst>
        </pc:spChg>
        <pc:spChg chg="add del mod">
          <ac:chgData name="Catherine Ata" userId="4e21e26771b92a65" providerId="LiveId" clId="{6E9332A2-DFBA-4116-A43C-D9FE08B8ED70}" dt="2024-08-22T20:20:22.212" v="1198" actId="255"/>
          <ac:spMkLst>
            <pc:docMk/>
            <pc:sldMk cId="1678274442" sldId="298"/>
            <ac:spMk id="4" creationId="{AE510471-877D-E8CD-62A0-16E26F909B3A}"/>
          </ac:spMkLst>
        </pc:spChg>
        <pc:spChg chg="add del mod">
          <ac:chgData name="Catherine Ata" userId="4e21e26771b92a65" providerId="LiveId" clId="{6E9332A2-DFBA-4116-A43C-D9FE08B8ED70}" dt="2024-08-22T20:14:58.861" v="1167" actId="478"/>
          <ac:spMkLst>
            <pc:docMk/>
            <pc:sldMk cId="1678274442" sldId="298"/>
            <ac:spMk id="6" creationId="{D3086795-F702-2933-F314-F912F5D22C7C}"/>
          </ac:spMkLst>
        </pc:spChg>
        <pc:spChg chg="del mod">
          <ac:chgData name="Catherine Ata" userId="4e21e26771b92a65" providerId="LiveId" clId="{6E9332A2-DFBA-4116-A43C-D9FE08B8ED70}" dt="2024-08-22T20:18:28.322" v="1184" actId="478"/>
          <ac:spMkLst>
            <pc:docMk/>
            <pc:sldMk cId="1678274442" sldId="298"/>
            <ac:spMk id="10" creationId="{3DC62072-5DEB-5E30-4742-0DAA291A187B}"/>
          </ac:spMkLst>
        </pc:spChg>
        <pc:spChg chg="del">
          <ac:chgData name="Catherine Ata" userId="4e21e26771b92a65" providerId="LiveId" clId="{6E9332A2-DFBA-4116-A43C-D9FE08B8ED70}" dt="2024-08-22T20:18:15.227" v="1180" actId="478"/>
          <ac:spMkLst>
            <pc:docMk/>
            <pc:sldMk cId="1678274442" sldId="298"/>
            <ac:spMk id="13" creationId="{D0131EC5-B78B-EC4A-78A9-D8BC12E3CE54}"/>
          </ac:spMkLst>
        </pc:spChg>
        <pc:graphicFrameChg chg="add del">
          <ac:chgData name="Catherine Ata" userId="4e21e26771b92a65" providerId="LiveId" clId="{6E9332A2-DFBA-4116-A43C-D9FE08B8ED70}" dt="2024-08-22T20:15:06.611" v="1169" actId="478"/>
          <ac:graphicFrameMkLst>
            <pc:docMk/>
            <pc:sldMk cId="1678274442" sldId="298"/>
            <ac:graphicFrameMk id="8" creationId="{707F5941-70D8-C0DA-4A36-8D0D4425B0FD}"/>
          </ac:graphicFrameMkLst>
        </pc:graphicFrameChg>
        <pc:graphicFrameChg chg="del">
          <ac:chgData name="Catherine Ata" userId="4e21e26771b92a65" providerId="LiveId" clId="{6E9332A2-DFBA-4116-A43C-D9FE08B8ED70}" dt="2024-08-22T20:19:19.106" v="1186" actId="478"/>
          <ac:graphicFrameMkLst>
            <pc:docMk/>
            <pc:sldMk cId="1678274442" sldId="298"/>
            <ac:graphicFrameMk id="12" creationId="{A3CE8996-20D0-1BC9-61ED-1B919A0162EE}"/>
          </ac:graphicFrameMkLst>
        </pc:graphicFrameChg>
        <pc:picChg chg="mod">
          <ac:chgData name="Catherine Ata" userId="4e21e26771b92a65" providerId="LiveId" clId="{6E9332A2-DFBA-4116-A43C-D9FE08B8ED70}" dt="2024-08-22T20:13:54.391" v="1164" actId="14100"/>
          <ac:picMkLst>
            <pc:docMk/>
            <pc:sldMk cId="1678274442" sldId="298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20:21:03.682" v="1210" actId="1076"/>
          <ac:picMkLst>
            <pc:docMk/>
            <pc:sldMk cId="1678274442" sldId="298"/>
            <ac:picMk id="11" creationId="{8DFCEF61-CA12-9D1C-F66D-4E2247247A8A}"/>
          </ac:picMkLst>
        </pc:picChg>
        <pc:picChg chg="add mod">
          <ac:chgData name="Catherine Ata" userId="4e21e26771b92a65" providerId="LiveId" clId="{6E9332A2-DFBA-4116-A43C-D9FE08B8ED70}" dt="2024-08-22T20:21:00.996" v="1208" actId="1076"/>
          <ac:picMkLst>
            <pc:docMk/>
            <pc:sldMk cId="1678274442" sldId="298"/>
            <ac:picMk id="15" creationId="{7BC9517E-294B-8A32-EBD1-4F9844902EFB}"/>
          </ac:picMkLst>
        </pc:picChg>
        <pc:picChg chg="add mod">
          <ac:chgData name="Catherine Ata" userId="4e21e26771b92a65" providerId="LiveId" clId="{6E9332A2-DFBA-4116-A43C-D9FE08B8ED70}" dt="2024-08-22T20:21:07.631" v="1211" actId="1076"/>
          <ac:picMkLst>
            <pc:docMk/>
            <pc:sldMk cId="1678274442" sldId="298"/>
            <ac:picMk id="17" creationId="{E48DA28B-D294-ECB7-3E2D-787A4ED6D79D}"/>
          </ac:picMkLst>
        </pc:picChg>
        <pc:picChg chg="add mod">
          <ac:chgData name="Catherine Ata" userId="4e21e26771b92a65" providerId="LiveId" clId="{6E9332A2-DFBA-4116-A43C-D9FE08B8ED70}" dt="2024-08-22T20:20:49.973" v="1205" actId="1076"/>
          <ac:picMkLst>
            <pc:docMk/>
            <pc:sldMk cId="1678274442" sldId="298"/>
            <ac:picMk id="19" creationId="{97A6A4A0-BFD9-1803-A67B-489537541343}"/>
          </ac:picMkLst>
        </pc:picChg>
      </pc:sldChg>
      <pc:sldChg chg="addSp delSp modSp mod">
        <pc:chgData name="Catherine Ata" userId="4e21e26771b92a65" providerId="LiveId" clId="{6E9332A2-DFBA-4116-A43C-D9FE08B8ED70}" dt="2024-08-22T20:27:46.844" v="1255" actId="14100"/>
        <pc:sldMkLst>
          <pc:docMk/>
          <pc:sldMk cId="2413278030" sldId="299"/>
        </pc:sldMkLst>
        <pc:spChg chg="mod">
          <ac:chgData name="Catherine Ata" userId="4e21e26771b92a65" providerId="LiveId" clId="{6E9332A2-DFBA-4116-A43C-D9FE08B8ED70}" dt="2024-08-22T20:21:38.879" v="1216" actId="14100"/>
          <ac:spMkLst>
            <pc:docMk/>
            <pc:sldMk cId="2413278030" sldId="299"/>
            <ac:spMk id="2" creationId="{8156B364-19B5-5070-704F-AE2745EB0F50}"/>
          </ac:spMkLst>
        </pc:spChg>
        <pc:spChg chg="mod">
          <ac:chgData name="Catherine Ata" userId="4e21e26771b92a65" providerId="LiveId" clId="{6E9332A2-DFBA-4116-A43C-D9FE08B8ED70}" dt="2024-08-22T20:27:46.844" v="1255" actId="14100"/>
          <ac:spMkLst>
            <pc:docMk/>
            <pc:sldMk cId="2413278030" sldId="299"/>
            <ac:spMk id="4" creationId="{AE510471-877D-E8CD-62A0-16E26F909B3A}"/>
          </ac:spMkLst>
        </pc:spChg>
        <pc:spChg chg="del mod">
          <ac:chgData name="Catherine Ata" userId="4e21e26771b92a65" providerId="LiveId" clId="{6E9332A2-DFBA-4116-A43C-D9FE08B8ED70}" dt="2024-08-22T20:27:09.849" v="1253" actId="478"/>
          <ac:spMkLst>
            <pc:docMk/>
            <pc:sldMk cId="2413278030" sldId="299"/>
            <ac:spMk id="6" creationId="{3154730C-39B2-3AF6-178B-EFA5B7CD87B9}"/>
          </ac:spMkLst>
        </pc:spChg>
        <pc:graphicFrameChg chg="del">
          <ac:chgData name="Catherine Ata" userId="4e21e26771b92a65" providerId="LiveId" clId="{6E9332A2-DFBA-4116-A43C-D9FE08B8ED70}" dt="2024-08-22T20:25:00.137" v="1237" actId="478"/>
          <ac:graphicFrameMkLst>
            <pc:docMk/>
            <pc:sldMk cId="2413278030" sldId="299"/>
            <ac:graphicFrameMk id="5" creationId="{823438FE-E89D-5D85-FCB2-85F57FBAAE9C}"/>
          </ac:graphicFrameMkLst>
        </pc:graphicFrameChg>
        <pc:graphicFrameChg chg="del">
          <ac:chgData name="Catherine Ata" userId="4e21e26771b92a65" providerId="LiveId" clId="{6E9332A2-DFBA-4116-A43C-D9FE08B8ED70}" dt="2024-08-22T20:25:46.690" v="1241" actId="478"/>
          <ac:graphicFrameMkLst>
            <pc:docMk/>
            <pc:sldMk cId="2413278030" sldId="299"/>
            <ac:graphicFrameMk id="9" creationId="{2BB2CED6-76E5-6ED2-97F3-F0B19DB3C452}"/>
          </ac:graphicFrameMkLst>
        </pc:graphicFrameChg>
        <pc:picChg chg="mod">
          <ac:chgData name="Catherine Ata" userId="4e21e26771b92a65" providerId="LiveId" clId="{6E9332A2-DFBA-4116-A43C-D9FE08B8ED70}" dt="2024-08-22T20:21:30.558" v="1213" actId="14100"/>
          <ac:picMkLst>
            <pc:docMk/>
            <pc:sldMk cId="2413278030" sldId="299"/>
            <ac:picMk id="7" creationId="{B6D19169-4245-3E95-65A1-3D4BEDE60767}"/>
          </ac:picMkLst>
        </pc:picChg>
        <pc:picChg chg="add mod">
          <ac:chgData name="Catherine Ata" userId="4e21e26771b92a65" providerId="LiveId" clId="{6E9332A2-DFBA-4116-A43C-D9FE08B8ED70}" dt="2024-08-22T20:26:04.517" v="1248" actId="1076"/>
          <ac:picMkLst>
            <pc:docMk/>
            <pc:sldMk cId="2413278030" sldId="299"/>
            <ac:picMk id="8" creationId="{3D10C1D7-9F94-7FA3-C603-28BA8285D1C0}"/>
          </ac:picMkLst>
        </pc:picChg>
        <pc:picChg chg="add mod">
          <ac:chgData name="Catherine Ata" userId="4e21e26771b92a65" providerId="LiveId" clId="{6E9332A2-DFBA-4116-A43C-D9FE08B8ED70}" dt="2024-08-22T20:26:05.877" v="1249" actId="1076"/>
          <ac:picMkLst>
            <pc:docMk/>
            <pc:sldMk cId="2413278030" sldId="299"/>
            <ac:picMk id="11" creationId="{E650F657-0E0F-A4A1-75A9-C753C44F6502}"/>
          </ac:picMkLst>
        </pc:picChg>
        <pc:picChg chg="add mod">
          <ac:chgData name="Catherine Ata" userId="4e21e26771b92a65" providerId="LiveId" clId="{6E9332A2-DFBA-4116-A43C-D9FE08B8ED70}" dt="2024-08-22T20:27:39.063" v="1254" actId="1076"/>
          <ac:picMkLst>
            <pc:docMk/>
            <pc:sldMk cId="2413278030" sldId="299"/>
            <ac:picMk id="13" creationId="{C4D32FFD-B14A-AB36-6D0D-DCBAEF592858}"/>
          </ac:picMkLst>
        </pc:picChg>
      </pc:sldChg>
      <pc:sldChg chg="addSp delSp modSp mod">
        <pc:chgData name="Catherine Ata" userId="4e21e26771b92a65" providerId="LiveId" clId="{6E9332A2-DFBA-4116-A43C-D9FE08B8ED70}" dt="2024-08-22T20:37:17.245" v="1319" actId="14100"/>
        <pc:sldMkLst>
          <pc:docMk/>
          <pc:sldMk cId="3534905347" sldId="300"/>
        </pc:sldMkLst>
        <pc:spChg chg="mod">
          <ac:chgData name="Catherine Ata" userId="4e21e26771b92a65" providerId="LiveId" clId="{6E9332A2-DFBA-4116-A43C-D9FE08B8ED70}" dt="2024-08-22T20:37:17.245" v="1319" actId="14100"/>
          <ac:spMkLst>
            <pc:docMk/>
            <pc:sldMk cId="3534905347" sldId="300"/>
            <ac:spMk id="2" creationId="{015A9661-FF9D-69C5-F671-F0E425108EDF}"/>
          </ac:spMkLst>
        </pc:spChg>
        <pc:spChg chg="mod">
          <ac:chgData name="Catherine Ata" userId="4e21e26771b92a65" providerId="LiveId" clId="{6E9332A2-DFBA-4116-A43C-D9FE08B8ED70}" dt="2024-08-22T20:36:41.450" v="1312" actId="14100"/>
          <ac:spMkLst>
            <pc:docMk/>
            <pc:sldMk cId="3534905347" sldId="300"/>
            <ac:spMk id="4" creationId="{84575A5B-3415-C498-5584-CD2C8D2E36A6}"/>
          </ac:spMkLst>
        </pc:spChg>
        <pc:spChg chg="del mod">
          <ac:chgData name="Catherine Ata" userId="4e21e26771b92a65" providerId="LiveId" clId="{6E9332A2-DFBA-4116-A43C-D9FE08B8ED70}" dt="2024-08-22T20:33:43.680" v="1280" actId="478"/>
          <ac:spMkLst>
            <pc:docMk/>
            <pc:sldMk cId="3534905347" sldId="300"/>
            <ac:spMk id="6" creationId="{0B0ACB0C-D48A-69B5-F1B1-F913FAB9BB1A}"/>
          </ac:spMkLst>
        </pc:spChg>
        <pc:spChg chg="del">
          <ac:chgData name="Catherine Ata" userId="4e21e26771b92a65" providerId="LiveId" clId="{6E9332A2-DFBA-4116-A43C-D9FE08B8ED70}" dt="2024-08-22T20:32:44.273" v="1276" actId="478"/>
          <ac:spMkLst>
            <pc:docMk/>
            <pc:sldMk cId="3534905347" sldId="300"/>
            <ac:spMk id="7" creationId="{D5BDABA6-0712-7B5F-41F7-AE5EC14D95CA}"/>
          </ac:spMkLst>
        </pc:spChg>
        <pc:spChg chg="mod">
          <ac:chgData name="Catherine Ata" userId="4e21e26771b92a65" providerId="LiveId" clId="{6E9332A2-DFBA-4116-A43C-D9FE08B8ED70}" dt="2024-08-22T20:35:51.178" v="1303" actId="1076"/>
          <ac:spMkLst>
            <pc:docMk/>
            <pc:sldMk cId="3534905347" sldId="300"/>
            <ac:spMk id="16" creationId="{BA4318A9-BFB1-84C1-73AD-2E272CF1D5F0}"/>
          </ac:spMkLst>
        </pc:spChg>
        <pc:graphicFrameChg chg="del">
          <ac:chgData name="Catherine Ata" userId="4e21e26771b92a65" providerId="LiveId" clId="{6E9332A2-DFBA-4116-A43C-D9FE08B8ED70}" dt="2024-08-22T20:31:54.577" v="1274" actId="478"/>
          <ac:graphicFrameMkLst>
            <pc:docMk/>
            <pc:sldMk cId="3534905347" sldId="300"/>
            <ac:graphicFrameMk id="9" creationId="{C7B79A9D-1A3F-BA86-0678-AADDFD2F00DB}"/>
          </ac:graphicFrameMkLst>
        </pc:graphicFrameChg>
        <pc:graphicFrameChg chg="del">
          <ac:chgData name="Catherine Ata" userId="4e21e26771b92a65" providerId="LiveId" clId="{6E9332A2-DFBA-4116-A43C-D9FE08B8ED70}" dt="2024-08-22T20:32:44.273" v="1276" actId="478"/>
          <ac:graphicFrameMkLst>
            <pc:docMk/>
            <pc:sldMk cId="3534905347" sldId="300"/>
            <ac:graphicFrameMk id="11" creationId="{28DAD6E6-8BD4-2C34-B225-D326FB163DCF}"/>
          </ac:graphicFrameMkLst>
        </pc:graphicFrameChg>
        <pc:graphicFrameChg chg="del">
          <ac:chgData name="Catherine Ata" userId="4e21e26771b92a65" providerId="LiveId" clId="{6E9332A2-DFBA-4116-A43C-D9FE08B8ED70}" dt="2024-08-22T20:33:43.680" v="1280" actId="478"/>
          <ac:graphicFrameMkLst>
            <pc:docMk/>
            <pc:sldMk cId="3534905347" sldId="300"/>
            <ac:graphicFrameMk id="13" creationId="{CDF8037B-31B8-6C87-D4A8-E2BED1A58A8B}"/>
          </ac:graphicFrameMkLst>
        </pc:graphicFrameChg>
        <pc:picChg chg="mod">
          <ac:chgData name="Catherine Ata" userId="4e21e26771b92a65" providerId="LiveId" clId="{6E9332A2-DFBA-4116-A43C-D9FE08B8ED70}" dt="2024-08-22T20:28:15.333" v="1260" actId="14100"/>
          <ac:picMkLst>
            <pc:docMk/>
            <pc:sldMk cId="3534905347" sldId="300"/>
            <ac:picMk id="5" creationId="{12D47D8A-3401-E87D-EE20-15880AF477C4}"/>
          </ac:picMkLst>
        </pc:picChg>
        <pc:picChg chg="add mod">
          <ac:chgData name="Catherine Ata" userId="4e21e26771b92a65" providerId="LiveId" clId="{6E9332A2-DFBA-4116-A43C-D9FE08B8ED70}" dt="2024-08-22T20:36:59.539" v="1316" actId="1076"/>
          <ac:picMkLst>
            <pc:docMk/>
            <pc:sldMk cId="3534905347" sldId="300"/>
            <ac:picMk id="8" creationId="{C7E1DB41-2C2E-08D6-DCD1-844BBB622217}"/>
          </ac:picMkLst>
        </pc:picChg>
        <pc:picChg chg="add mod">
          <ac:chgData name="Catherine Ata" userId="4e21e26771b92a65" providerId="LiveId" clId="{6E9332A2-DFBA-4116-A43C-D9FE08B8ED70}" dt="2024-08-22T20:36:57.092" v="1315" actId="1076"/>
          <ac:picMkLst>
            <pc:docMk/>
            <pc:sldMk cId="3534905347" sldId="300"/>
            <ac:picMk id="12" creationId="{F28C1D53-05D2-F567-5FA2-D80B314BB78C}"/>
          </ac:picMkLst>
        </pc:picChg>
        <pc:picChg chg="add mod">
          <ac:chgData name="Catherine Ata" userId="4e21e26771b92a65" providerId="LiveId" clId="{6E9332A2-DFBA-4116-A43C-D9FE08B8ED70}" dt="2024-08-22T20:37:04.092" v="1317" actId="1076"/>
          <ac:picMkLst>
            <pc:docMk/>
            <pc:sldMk cId="3534905347" sldId="300"/>
            <ac:picMk id="15" creationId="{971FD72C-5426-5402-82C6-CC8CA78E19B0}"/>
          </ac:picMkLst>
        </pc:picChg>
        <pc:picChg chg="add mod">
          <ac:chgData name="Catherine Ata" userId="4e21e26771b92a65" providerId="LiveId" clId="{6E9332A2-DFBA-4116-A43C-D9FE08B8ED70}" dt="2024-08-22T20:37:06.761" v="1318" actId="1076"/>
          <ac:picMkLst>
            <pc:docMk/>
            <pc:sldMk cId="3534905347" sldId="300"/>
            <ac:picMk id="18" creationId="{7BAF1475-9E7D-4385-4DB4-49F5FE6E5AD4}"/>
          </ac:picMkLst>
        </pc:picChg>
      </pc:sldChg>
      <pc:sldChg chg="addSp delSp modSp mod">
        <pc:chgData name="Catherine Ata" userId="4e21e26771b92a65" providerId="LiveId" clId="{6E9332A2-DFBA-4116-A43C-D9FE08B8ED70}" dt="2024-08-22T17:53:14.420" v="107" actId="1076"/>
        <pc:sldMkLst>
          <pc:docMk/>
          <pc:sldMk cId="349740764" sldId="308"/>
        </pc:sldMkLst>
        <pc:spChg chg="mod">
          <ac:chgData name="Catherine Ata" userId="4e21e26771b92a65" providerId="LiveId" clId="{6E9332A2-DFBA-4116-A43C-D9FE08B8ED70}" dt="2024-08-22T17:43:50.172" v="79" actId="122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Catherine Ata" userId="4e21e26771b92a65" providerId="LiveId" clId="{6E9332A2-DFBA-4116-A43C-D9FE08B8ED70}" dt="2024-08-22T17:52:20.379" v="99" actId="14100"/>
          <ac:spMkLst>
            <pc:docMk/>
            <pc:sldMk cId="349740764" sldId="308"/>
            <ac:spMk id="3" creationId="{B65FEB2A-9723-77BC-B7D8-112D3C437235}"/>
          </ac:spMkLst>
        </pc:spChg>
        <pc:spChg chg="del mod">
          <ac:chgData name="Catherine Ata" userId="4e21e26771b92a65" providerId="LiveId" clId="{6E9332A2-DFBA-4116-A43C-D9FE08B8ED70}" dt="2024-08-22T17:51:36.852" v="92"/>
          <ac:spMkLst>
            <pc:docMk/>
            <pc:sldMk cId="349740764" sldId="308"/>
            <ac:spMk id="5" creationId="{CC8B01FC-61E7-AD09-685B-DB954A44B020}"/>
          </ac:spMkLst>
        </pc:spChg>
        <pc:spChg chg="del mod">
          <ac:chgData name="Catherine Ata" userId="4e21e26771b92a65" providerId="LiveId" clId="{6E9332A2-DFBA-4116-A43C-D9FE08B8ED70}" dt="2024-08-22T17:52:29.504" v="101" actId="478"/>
          <ac:spMkLst>
            <pc:docMk/>
            <pc:sldMk cId="349740764" sldId="308"/>
            <ac:spMk id="6" creationId="{4A98FA0A-539A-FCEF-B72F-C63A2F3EBCD7}"/>
          </ac:spMkLst>
        </pc:spChg>
        <pc:picChg chg="add mod">
          <ac:chgData name="Catherine Ata" userId="4e21e26771b92a65" providerId="LiveId" clId="{6E9332A2-DFBA-4116-A43C-D9FE08B8ED70}" dt="2024-08-22T17:53:14.420" v="107" actId="1076"/>
          <ac:picMkLst>
            <pc:docMk/>
            <pc:sldMk cId="349740764" sldId="308"/>
            <ac:picMk id="7" creationId="{0BF8A314-9CAE-CEC9-5B6E-CF98F18FEB30}"/>
          </ac:picMkLst>
        </pc:picChg>
        <pc:picChg chg="mod">
          <ac:chgData name="Catherine Ata" userId="4e21e26771b92a65" providerId="LiveId" clId="{6E9332A2-DFBA-4116-A43C-D9FE08B8ED70}" dt="2024-08-22T17:43:59.123" v="80" actId="14100"/>
          <ac:picMkLst>
            <pc:docMk/>
            <pc:sldMk cId="349740764" sldId="308"/>
            <ac:picMk id="8" creationId="{6C917C48-7CCA-0736-87CB-003E8EB32DD2}"/>
          </ac:picMkLst>
        </pc:picChg>
        <pc:picChg chg="add mod">
          <ac:chgData name="Catherine Ata" userId="4e21e26771b92a65" providerId="LiveId" clId="{6E9332A2-DFBA-4116-A43C-D9FE08B8ED70}" dt="2024-08-22T17:53:13.208" v="106" actId="1076"/>
          <ac:picMkLst>
            <pc:docMk/>
            <pc:sldMk cId="349740764" sldId="308"/>
            <ac:picMk id="10" creationId="{66E40D7A-5150-B8B5-AC27-05E2E610B4CA}"/>
          </ac:picMkLst>
        </pc:picChg>
      </pc:sldChg>
      <pc:sldChg chg="addSp delSp modSp mod">
        <pc:chgData name="Catherine Ata" userId="4e21e26771b92a65" providerId="LiveId" clId="{6E9332A2-DFBA-4116-A43C-D9FE08B8ED70}" dt="2024-08-22T20:43:02.465" v="1414" actId="1076"/>
        <pc:sldMkLst>
          <pc:docMk/>
          <pc:sldMk cId="3570764542" sldId="309"/>
        </pc:sldMkLst>
        <pc:spChg chg="mod">
          <ac:chgData name="Catherine Ata" userId="4e21e26771b92a65" providerId="LiveId" clId="{6E9332A2-DFBA-4116-A43C-D9FE08B8ED70}" dt="2024-08-22T20:43:02.465" v="1414" actId="1076"/>
          <ac:spMkLst>
            <pc:docMk/>
            <pc:sldMk cId="3570764542" sldId="309"/>
            <ac:spMk id="2" creationId="{015A9661-FF9D-69C5-F671-F0E425108EDF}"/>
          </ac:spMkLst>
        </pc:spChg>
        <pc:spChg chg="mod">
          <ac:chgData name="Catherine Ata" userId="4e21e26771b92a65" providerId="LiveId" clId="{6E9332A2-DFBA-4116-A43C-D9FE08B8ED70}" dt="2024-08-22T20:42:47.328" v="1411" actId="255"/>
          <ac:spMkLst>
            <pc:docMk/>
            <pc:sldMk cId="3570764542" sldId="309"/>
            <ac:spMk id="4" creationId="{84575A5B-3415-C498-5584-CD2C8D2E36A6}"/>
          </ac:spMkLst>
        </pc:spChg>
        <pc:spChg chg="mod">
          <ac:chgData name="Catherine Ata" userId="4e21e26771b92a65" providerId="LiveId" clId="{6E9332A2-DFBA-4116-A43C-D9FE08B8ED70}" dt="2024-08-22T20:42:00.215" v="1406" actId="20577"/>
          <ac:spMkLst>
            <pc:docMk/>
            <pc:sldMk cId="3570764542" sldId="309"/>
            <ac:spMk id="16" creationId="{BA4318A9-BFB1-84C1-73AD-2E272CF1D5F0}"/>
          </ac:spMkLst>
        </pc:spChg>
        <pc:graphicFrameChg chg="del mod">
          <ac:chgData name="Catherine Ata" userId="4e21e26771b92a65" providerId="LiveId" clId="{6E9332A2-DFBA-4116-A43C-D9FE08B8ED70}" dt="2024-08-22T20:39:35.767" v="1342" actId="478"/>
          <ac:graphicFrameMkLst>
            <pc:docMk/>
            <pc:sldMk cId="3570764542" sldId="309"/>
            <ac:graphicFrameMk id="8" creationId="{AAF3A79F-F841-5AD2-6326-964663A17022}"/>
          </ac:graphicFrameMkLst>
        </pc:graphicFrameChg>
        <pc:graphicFrameChg chg="del">
          <ac:chgData name="Catherine Ata" userId="4e21e26771b92a65" providerId="LiveId" clId="{6E9332A2-DFBA-4116-A43C-D9FE08B8ED70}" dt="2024-08-22T20:41:29.191" v="1398" actId="478"/>
          <ac:graphicFrameMkLst>
            <pc:docMk/>
            <pc:sldMk cId="3570764542" sldId="309"/>
            <ac:graphicFrameMk id="12" creationId="{CC4CD1B3-0657-A17A-2892-659EA40866CF}"/>
          </ac:graphicFrameMkLst>
        </pc:graphicFrameChg>
        <pc:picChg chg="mod">
          <ac:chgData name="Catherine Ata" userId="4e21e26771b92a65" providerId="LiveId" clId="{6E9332A2-DFBA-4116-A43C-D9FE08B8ED70}" dt="2024-08-22T20:37:37.399" v="1325" actId="14100"/>
          <ac:picMkLst>
            <pc:docMk/>
            <pc:sldMk cId="3570764542" sldId="309"/>
            <ac:picMk id="5" creationId="{12D47D8A-3401-E87D-EE20-15880AF477C4}"/>
          </ac:picMkLst>
        </pc:picChg>
        <pc:picChg chg="add mod">
          <ac:chgData name="Catherine Ata" userId="4e21e26771b92a65" providerId="LiveId" clId="{6E9332A2-DFBA-4116-A43C-D9FE08B8ED70}" dt="2024-08-22T20:42:53.062" v="1413" actId="14100"/>
          <ac:picMkLst>
            <pc:docMk/>
            <pc:sldMk cId="3570764542" sldId="309"/>
            <ac:picMk id="6" creationId="{A0822E75-F59E-BF90-3975-34CD6A03FF07}"/>
          </ac:picMkLst>
        </pc:picChg>
        <pc:picChg chg="add mod">
          <ac:chgData name="Catherine Ata" userId="4e21e26771b92a65" providerId="LiveId" clId="{6E9332A2-DFBA-4116-A43C-D9FE08B8ED70}" dt="2024-08-22T20:42:36.783" v="1409" actId="1076"/>
          <ac:picMkLst>
            <pc:docMk/>
            <pc:sldMk cId="3570764542" sldId="309"/>
            <ac:picMk id="9" creationId="{54E7D3F1-82C4-DF87-2A8B-77529B321B0E}"/>
          </ac:picMkLst>
        </pc:picChg>
      </pc:sldChg>
      <pc:sldChg chg="addSp delSp modSp mod">
        <pc:chgData name="Catherine Ata" userId="4e21e26771b92a65" providerId="LiveId" clId="{6E9332A2-DFBA-4116-A43C-D9FE08B8ED70}" dt="2024-08-22T21:14:24.164" v="1533" actId="113"/>
        <pc:sldMkLst>
          <pc:docMk/>
          <pc:sldMk cId="3791364189" sldId="310"/>
        </pc:sldMkLst>
        <pc:spChg chg="mod">
          <ac:chgData name="Catherine Ata" userId="4e21e26771b92a65" providerId="LiveId" clId="{6E9332A2-DFBA-4116-A43C-D9FE08B8ED70}" dt="2024-08-22T20:43:25.382" v="1420" actId="1076"/>
          <ac:spMkLst>
            <pc:docMk/>
            <pc:sldMk cId="3791364189" sldId="310"/>
            <ac:spMk id="2" creationId="{015A9661-FF9D-69C5-F671-F0E425108EDF}"/>
          </ac:spMkLst>
        </pc:spChg>
        <pc:spChg chg="mod">
          <ac:chgData name="Catherine Ata" userId="4e21e26771b92a65" providerId="LiveId" clId="{6E9332A2-DFBA-4116-A43C-D9FE08B8ED70}" dt="2024-08-22T21:14:24.164" v="1533" actId="113"/>
          <ac:spMkLst>
            <pc:docMk/>
            <pc:sldMk cId="3791364189" sldId="310"/>
            <ac:spMk id="4" creationId="{84575A5B-3415-C498-5584-CD2C8D2E36A6}"/>
          </ac:spMkLst>
        </pc:spChg>
        <pc:spChg chg="del mod">
          <ac:chgData name="Catherine Ata" userId="4e21e26771b92a65" providerId="LiveId" clId="{6E9332A2-DFBA-4116-A43C-D9FE08B8ED70}" dt="2024-08-22T20:45:16.150" v="1427" actId="478"/>
          <ac:spMkLst>
            <pc:docMk/>
            <pc:sldMk cId="3791364189" sldId="310"/>
            <ac:spMk id="7" creationId="{EED6022B-4CA2-15F7-77A0-7CFBCF1D3FE6}"/>
          </ac:spMkLst>
        </pc:spChg>
        <pc:spChg chg="del mod">
          <ac:chgData name="Catherine Ata" userId="4e21e26771b92a65" providerId="LiveId" clId="{6E9332A2-DFBA-4116-A43C-D9FE08B8ED70}" dt="2024-08-22T20:47:22.941" v="1438" actId="478"/>
          <ac:spMkLst>
            <pc:docMk/>
            <pc:sldMk cId="3791364189" sldId="310"/>
            <ac:spMk id="16" creationId="{BA4318A9-BFB1-84C1-73AD-2E272CF1D5F0}"/>
          </ac:spMkLst>
        </pc:spChg>
        <pc:graphicFrameChg chg="del">
          <ac:chgData name="Catherine Ata" userId="4e21e26771b92a65" providerId="LiveId" clId="{6E9332A2-DFBA-4116-A43C-D9FE08B8ED70}" dt="2024-08-22T20:45:09.311" v="1425" actId="478"/>
          <ac:graphicFrameMkLst>
            <pc:docMk/>
            <pc:sldMk cId="3791364189" sldId="310"/>
            <ac:graphicFrameMk id="6" creationId="{5700B930-D52A-906E-08E7-C412CDA6220A}"/>
          </ac:graphicFrameMkLst>
        </pc:graphicFrameChg>
        <pc:graphicFrameChg chg="del">
          <ac:chgData name="Catherine Ata" userId="4e21e26771b92a65" providerId="LiveId" clId="{6E9332A2-DFBA-4116-A43C-D9FE08B8ED70}" dt="2024-08-22T20:45:16.150" v="1427" actId="478"/>
          <ac:graphicFrameMkLst>
            <pc:docMk/>
            <pc:sldMk cId="3791364189" sldId="310"/>
            <ac:graphicFrameMk id="10" creationId="{29996D47-37E1-8423-D544-5A303F815594}"/>
          </ac:graphicFrameMkLst>
        </pc:graphicFrameChg>
        <pc:graphicFrameChg chg="del">
          <ac:chgData name="Catherine Ata" userId="4e21e26771b92a65" providerId="LiveId" clId="{6E9332A2-DFBA-4116-A43C-D9FE08B8ED70}" dt="2024-08-22T20:47:16.105" v="1436" actId="478"/>
          <ac:graphicFrameMkLst>
            <pc:docMk/>
            <pc:sldMk cId="3791364189" sldId="310"/>
            <ac:graphicFrameMk id="13" creationId="{0499FDD7-7A5E-B901-D0C0-83A2CBEE42B7}"/>
          </ac:graphicFrameMkLst>
        </pc:graphicFrameChg>
        <pc:picChg chg="mod">
          <ac:chgData name="Catherine Ata" userId="4e21e26771b92a65" providerId="LiveId" clId="{6E9332A2-DFBA-4116-A43C-D9FE08B8ED70}" dt="2024-08-22T20:43:20.983" v="1419" actId="14100"/>
          <ac:picMkLst>
            <pc:docMk/>
            <pc:sldMk cId="3791364189" sldId="310"/>
            <ac:picMk id="5" creationId="{12D47D8A-3401-E87D-EE20-15880AF477C4}"/>
          </ac:picMkLst>
        </pc:picChg>
        <pc:picChg chg="add mod">
          <ac:chgData name="Catherine Ata" userId="4e21e26771b92a65" providerId="LiveId" clId="{6E9332A2-DFBA-4116-A43C-D9FE08B8ED70}" dt="2024-08-22T21:02:47.972" v="1467" actId="1076"/>
          <ac:picMkLst>
            <pc:docMk/>
            <pc:sldMk cId="3791364189" sldId="310"/>
            <ac:picMk id="8" creationId="{391BAB8A-F5A4-7726-C5C7-98AA9CC4EC3F}"/>
          </ac:picMkLst>
        </pc:picChg>
        <pc:picChg chg="add mod">
          <ac:chgData name="Catherine Ata" userId="4e21e26771b92a65" providerId="LiveId" clId="{6E9332A2-DFBA-4116-A43C-D9FE08B8ED70}" dt="2024-08-22T20:47:50.954" v="1446" actId="1076"/>
          <ac:picMkLst>
            <pc:docMk/>
            <pc:sldMk cId="3791364189" sldId="310"/>
            <ac:picMk id="11" creationId="{2F7AB7C9-7117-76C7-483F-8D9971D8EA30}"/>
          </ac:picMkLst>
        </pc:picChg>
        <pc:picChg chg="add mod">
          <ac:chgData name="Catherine Ata" userId="4e21e26771b92a65" providerId="LiveId" clId="{6E9332A2-DFBA-4116-A43C-D9FE08B8ED70}" dt="2024-08-22T20:47:47.571" v="1445" actId="14100"/>
          <ac:picMkLst>
            <pc:docMk/>
            <pc:sldMk cId="3791364189" sldId="310"/>
            <ac:picMk id="14" creationId="{CA1BB398-C252-96D2-ED64-CA4607DE8044}"/>
          </ac:picMkLst>
        </pc:picChg>
      </pc:sldChg>
      <pc:sldChg chg="addSp delSp modSp mod">
        <pc:chgData name="Catherine Ata" userId="4e21e26771b92a65" providerId="LiveId" clId="{6E9332A2-DFBA-4116-A43C-D9FE08B8ED70}" dt="2024-08-22T21:14:13.338" v="1532" actId="20577"/>
        <pc:sldMkLst>
          <pc:docMk/>
          <pc:sldMk cId="820842658" sldId="311"/>
        </pc:sldMkLst>
        <pc:spChg chg="mod">
          <ac:chgData name="Catherine Ata" userId="4e21e26771b92a65" providerId="LiveId" clId="{6E9332A2-DFBA-4116-A43C-D9FE08B8ED70}" dt="2024-08-22T20:48:36.664" v="1451" actId="14100"/>
          <ac:spMkLst>
            <pc:docMk/>
            <pc:sldMk cId="820842658" sldId="311"/>
            <ac:spMk id="2" creationId="{015A9661-FF9D-69C5-F671-F0E425108EDF}"/>
          </ac:spMkLst>
        </pc:spChg>
        <pc:spChg chg="add del mod">
          <ac:chgData name="Catherine Ata" userId="4e21e26771b92a65" providerId="LiveId" clId="{6E9332A2-DFBA-4116-A43C-D9FE08B8ED70}" dt="2024-08-22T21:03:30.907" v="1475" actId="478"/>
          <ac:spMkLst>
            <pc:docMk/>
            <pc:sldMk cId="820842658" sldId="311"/>
            <ac:spMk id="3" creationId="{D095D85C-FBC5-2D4B-ED41-904D0BACFA0F}"/>
          </ac:spMkLst>
        </pc:spChg>
        <pc:spChg chg="add del mod">
          <ac:chgData name="Catherine Ata" userId="4e21e26771b92a65" providerId="LiveId" clId="{6E9332A2-DFBA-4116-A43C-D9FE08B8ED70}" dt="2024-08-22T21:14:13.338" v="1532" actId="20577"/>
          <ac:spMkLst>
            <pc:docMk/>
            <pc:sldMk cId="820842658" sldId="311"/>
            <ac:spMk id="4" creationId="{84575A5B-3415-C498-5584-CD2C8D2E36A6}"/>
          </ac:spMkLst>
        </pc:spChg>
        <pc:spChg chg="del mod">
          <ac:chgData name="Catherine Ata" userId="4e21e26771b92a65" providerId="LiveId" clId="{6E9332A2-DFBA-4116-A43C-D9FE08B8ED70}" dt="2024-08-22T21:03:45.376" v="1480"/>
          <ac:spMkLst>
            <pc:docMk/>
            <pc:sldMk cId="820842658" sldId="311"/>
            <ac:spMk id="7" creationId="{EED6022B-4CA2-15F7-77A0-7CFBCF1D3FE6}"/>
          </ac:spMkLst>
        </pc:spChg>
        <pc:spChg chg="del">
          <ac:chgData name="Catherine Ata" userId="4e21e26771b92a65" providerId="LiveId" clId="{6E9332A2-DFBA-4116-A43C-D9FE08B8ED70}" dt="2024-08-22T21:03:48.915" v="1481" actId="478"/>
          <ac:spMkLst>
            <pc:docMk/>
            <pc:sldMk cId="820842658" sldId="311"/>
            <ac:spMk id="8" creationId="{83D400E4-C9C5-216C-DF45-3DD2F732FB65}"/>
          </ac:spMkLst>
        </pc:spChg>
        <pc:spChg chg="add del mod">
          <ac:chgData name="Catherine Ata" userId="4e21e26771b92a65" providerId="LiveId" clId="{6E9332A2-DFBA-4116-A43C-D9FE08B8ED70}" dt="2024-08-22T21:03:26.254" v="1474" actId="478"/>
          <ac:spMkLst>
            <pc:docMk/>
            <pc:sldMk cId="820842658" sldId="311"/>
            <ac:spMk id="9" creationId="{2A9F8B84-953F-9E12-0B86-B5CF7A3F63B5}"/>
          </ac:spMkLst>
        </pc:spChg>
        <pc:spChg chg="add del mod">
          <ac:chgData name="Catherine Ata" userId="4e21e26771b92a65" providerId="LiveId" clId="{6E9332A2-DFBA-4116-A43C-D9FE08B8ED70}" dt="2024-08-22T21:06:21.419" v="1501" actId="478"/>
          <ac:spMkLst>
            <pc:docMk/>
            <pc:sldMk cId="820842658" sldId="311"/>
            <ac:spMk id="16" creationId="{BA4318A9-BFB1-84C1-73AD-2E272CF1D5F0}"/>
          </ac:spMkLst>
        </pc:spChg>
        <pc:picChg chg="mod">
          <ac:chgData name="Catherine Ata" userId="4e21e26771b92a65" providerId="LiveId" clId="{6E9332A2-DFBA-4116-A43C-D9FE08B8ED70}" dt="2024-08-22T20:48:40.235" v="1452" actId="14100"/>
          <ac:picMkLst>
            <pc:docMk/>
            <pc:sldMk cId="820842658" sldId="311"/>
            <ac:picMk id="5" creationId="{12D47D8A-3401-E87D-EE20-15880AF477C4}"/>
          </ac:picMkLst>
        </pc:picChg>
        <pc:picChg chg="add mod">
          <ac:chgData name="Catherine Ata" userId="4e21e26771b92a65" providerId="LiveId" clId="{6E9332A2-DFBA-4116-A43C-D9FE08B8ED70}" dt="2024-08-22T21:07:18.731" v="1507" actId="1076"/>
          <ac:picMkLst>
            <pc:docMk/>
            <pc:sldMk cId="820842658" sldId="311"/>
            <ac:picMk id="11" creationId="{4FBD8A3B-7F4A-4CDD-F1E1-81D3871C6B2D}"/>
          </ac:picMkLst>
        </pc:picChg>
        <pc:picChg chg="add mod">
          <ac:chgData name="Catherine Ata" userId="4e21e26771b92a65" providerId="LiveId" clId="{6E9332A2-DFBA-4116-A43C-D9FE08B8ED70}" dt="2024-08-22T21:07:15.405" v="1506" actId="1076"/>
          <ac:picMkLst>
            <pc:docMk/>
            <pc:sldMk cId="820842658" sldId="311"/>
            <ac:picMk id="13" creationId="{391E933A-E867-BFC2-AC57-30A3E6A94AD7}"/>
          </ac:picMkLst>
        </pc:picChg>
        <pc:picChg chg="add mod">
          <ac:chgData name="Catherine Ata" userId="4e21e26771b92a65" providerId="LiveId" clId="{6E9332A2-DFBA-4116-A43C-D9FE08B8ED70}" dt="2024-08-22T21:07:27.048" v="1508" actId="1076"/>
          <ac:picMkLst>
            <pc:docMk/>
            <pc:sldMk cId="820842658" sldId="311"/>
            <ac:picMk id="15" creationId="{EF6D9709-E7F2-3B0F-E4F1-97DFD9B514DC}"/>
          </ac:picMkLst>
        </pc:picChg>
      </pc:sldChg>
      <pc:sldChg chg="modSp add mod">
        <pc:chgData name="Catherine Ata" userId="4e21e26771b92a65" providerId="LiveId" clId="{6E9332A2-DFBA-4116-A43C-D9FE08B8ED70}" dt="2024-08-22T19:18:56.970" v="742"/>
        <pc:sldMkLst>
          <pc:docMk/>
          <pc:sldMk cId="2796124944" sldId="312"/>
        </pc:sldMkLst>
        <pc:spChg chg="mod">
          <ac:chgData name="Catherine Ata" userId="4e21e26771b92a65" providerId="LiveId" clId="{6E9332A2-DFBA-4116-A43C-D9FE08B8ED70}" dt="2024-08-22T19:18:56.970" v="742"/>
          <ac:spMkLst>
            <pc:docMk/>
            <pc:sldMk cId="2796124944" sldId="312"/>
            <ac:spMk id="2" creationId="{46CAA7C7-1B21-E4DE-A30C-992523F350E2}"/>
          </ac:spMkLst>
        </pc:spChg>
      </pc:sldChg>
      <pc:sldChg chg="delSp modSp add del mod">
        <pc:chgData name="Catherine Ata" userId="4e21e26771b92a65" providerId="LiveId" clId="{6E9332A2-DFBA-4116-A43C-D9FE08B8ED70}" dt="2024-08-22T19:39:55.392" v="890" actId="47"/>
        <pc:sldMkLst>
          <pc:docMk/>
          <pc:sldMk cId="2638773941" sldId="313"/>
        </pc:sldMkLst>
        <pc:spChg chg="mod">
          <ac:chgData name="Catherine Ata" userId="4e21e26771b92a65" providerId="LiveId" clId="{6E9332A2-DFBA-4116-A43C-D9FE08B8ED70}" dt="2024-08-22T19:36:45.482" v="847" actId="6549"/>
          <ac:spMkLst>
            <pc:docMk/>
            <pc:sldMk cId="2638773941" sldId="313"/>
            <ac:spMk id="10" creationId="{5D383DB6-B522-84BF-1368-424D3D947959}"/>
          </ac:spMkLst>
        </pc:spChg>
        <pc:graphicFrameChg chg="del">
          <ac:chgData name="Catherine Ata" userId="4e21e26771b92a65" providerId="LiveId" clId="{6E9332A2-DFBA-4116-A43C-D9FE08B8ED70}" dt="2024-08-22T19:36:42.246" v="846" actId="478"/>
          <ac:graphicFrameMkLst>
            <pc:docMk/>
            <pc:sldMk cId="2638773941" sldId="313"/>
            <ac:graphicFrameMk id="12" creationId="{AE153A97-1AF8-59ED-5826-3714D643CF8F}"/>
          </ac:graphicFrameMkLst>
        </pc:graphicFrameChg>
      </pc:sldChg>
      <pc:sldChg chg="modSp add mod">
        <pc:chgData name="Catherine Ata" userId="4e21e26771b92a65" providerId="LiveId" clId="{6E9332A2-DFBA-4116-A43C-D9FE08B8ED70}" dt="2024-08-22T21:16:29.097" v="1557" actId="20577"/>
        <pc:sldMkLst>
          <pc:docMk/>
          <pc:sldMk cId="3832504886" sldId="318"/>
        </pc:sldMkLst>
        <pc:spChg chg="mod">
          <ac:chgData name="Catherine Ata" userId="4e21e26771b92a65" providerId="LiveId" clId="{6E9332A2-DFBA-4116-A43C-D9FE08B8ED70}" dt="2024-08-22T21:16:29.097" v="1557" actId="20577"/>
          <ac:spMkLst>
            <pc:docMk/>
            <pc:sldMk cId="3832504886" sldId="318"/>
            <ac:spMk id="2" creationId="{46CAA7C7-1B21-E4DE-A30C-992523F350E2}"/>
          </ac:spMkLst>
        </pc:spChg>
      </pc:sldChg>
      <pc:sldChg chg="addSp delSp modSp add mod">
        <pc:chgData name="Catherine Ata" userId="4e21e26771b92a65" providerId="LiveId" clId="{6E9332A2-DFBA-4116-A43C-D9FE08B8ED70}" dt="2024-08-23T16:25:18.980" v="2265" actId="1076"/>
        <pc:sldMkLst>
          <pc:docMk/>
          <pc:sldMk cId="3227373545" sldId="319"/>
        </pc:sldMkLst>
        <pc:spChg chg="mod">
          <ac:chgData name="Catherine Ata" userId="4e21e26771b92a65" providerId="LiveId" clId="{6E9332A2-DFBA-4116-A43C-D9FE08B8ED70}" dt="2024-08-23T16:03:40.653" v="2008" actId="20577"/>
          <ac:spMkLst>
            <pc:docMk/>
            <pc:sldMk cId="3227373545" sldId="319"/>
            <ac:spMk id="2" creationId="{015A9661-FF9D-69C5-F671-F0E425108EDF}"/>
          </ac:spMkLst>
        </pc:spChg>
        <pc:spChg chg="mod">
          <ac:chgData name="Catherine Ata" userId="4e21e26771b92a65" providerId="LiveId" clId="{6E9332A2-DFBA-4116-A43C-D9FE08B8ED70}" dt="2024-08-23T16:20:55.291" v="2260" actId="20577"/>
          <ac:spMkLst>
            <pc:docMk/>
            <pc:sldMk cId="3227373545" sldId="319"/>
            <ac:spMk id="4" creationId="{84575A5B-3415-C498-5584-CD2C8D2E36A6}"/>
          </ac:spMkLst>
        </pc:spChg>
        <pc:picChg chg="add mod">
          <ac:chgData name="Catherine Ata" userId="4e21e26771b92a65" providerId="LiveId" clId="{6E9332A2-DFBA-4116-A43C-D9FE08B8ED70}" dt="2024-08-23T16:25:18.980" v="2265" actId="1076"/>
          <ac:picMkLst>
            <pc:docMk/>
            <pc:sldMk cId="3227373545" sldId="319"/>
            <ac:picMk id="6" creationId="{B5F540C6-7890-E815-F772-490CC966F892}"/>
          </ac:picMkLst>
        </pc:picChg>
        <pc:picChg chg="del">
          <ac:chgData name="Catherine Ata" userId="4e21e26771b92a65" providerId="LiveId" clId="{6E9332A2-DFBA-4116-A43C-D9FE08B8ED70}" dt="2024-08-22T21:17:45.872" v="1625" actId="478"/>
          <ac:picMkLst>
            <pc:docMk/>
            <pc:sldMk cId="3227373545" sldId="319"/>
            <ac:picMk id="11" creationId="{4FBD8A3B-7F4A-4CDD-F1E1-81D3871C6B2D}"/>
          </ac:picMkLst>
        </pc:picChg>
        <pc:picChg chg="del">
          <ac:chgData name="Catherine Ata" userId="4e21e26771b92a65" providerId="LiveId" clId="{6E9332A2-DFBA-4116-A43C-D9FE08B8ED70}" dt="2024-08-22T21:17:45.872" v="1625" actId="478"/>
          <ac:picMkLst>
            <pc:docMk/>
            <pc:sldMk cId="3227373545" sldId="319"/>
            <ac:picMk id="13" creationId="{391E933A-E867-BFC2-AC57-30A3E6A94AD7}"/>
          </ac:picMkLst>
        </pc:picChg>
        <pc:picChg chg="del">
          <ac:chgData name="Catherine Ata" userId="4e21e26771b92a65" providerId="LiveId" clId="{6E9332A2-DFBA-4116-A43C-D9FE08B8ED70}" dt="2024-08-22T21:17:45.872" v="1625" actId="478"/>
          <ac:picMkLst>
            <pc:docMk/>
            <pc:sldMk cId="3227373545" sldId="319"/>
            <ac:picMk id="15" creationId="{EF6D9709-E7F2-3B0F-E4F1-97DFD9B514DC}"/>
          </ac:picMkLst>
        </pc:picChg>
      </pc:sldChg>
      <pc:sldChg chg="modSp add mod ord">
        <pc:chgData name="Catherine Ata" userId="4e21e26771b92a65" providerId="LiveId" clId="{6E9332A2-DFBA-4116-A43C-D9FE08B8ED70}" dt="2024-08-23T15:32:01.345" v="1875" actId="20577"/>
        <pc:sldMkLst>
          <pc:docMk/>
          <pc:sldMk cId="1035672023" sldId="320"/>
        </pc:sldMkLst>
        <pc:spChg chg="mod">
          <ac:chgData name="Catherine Ata" userId="4e21e26771b92a65" providerId="LiveId" clId="{6E9332A2-DFBA-4116-A43C-D9FE08B8ED70}" dt="2024-08-23T15:30:59.889" v="1845" actId="6549"/>
          <ac:spMkLst>
            <pc:docMk/>
            <pc:sldMk cId="1035672023" sldId="320"/>
            <ac:spMk id="2" creationId="{37C1921E-EC87-3861-32D6-1C146BF8C53F}"/>
          </ac:spMkLst>
        </pc:spChg>
        <pc:spChg chg="mod">
          <ac:chgData name="Catherine Ata" userId="4e21e26771b92a65" providerId="LiveId" clId="{6E9332A2-DFBA-4116-A43C-D9FE08B8ED70}" dt="2024-08-23T15:32:01.345" v="1875" actId="20577"/>
          <ac:spMkLst>
            <pc:docMk/>
            <pc:sldMk cId="1035672023" sldId="320"/>
            <ac:spMk id="8" creationId="{1E6B4726-B887-AE65-79C3-09810318F35C}"/>
          </ac:spMkLst>
        </pc:spChg>
      </pc:sldChg>
      <pc:sldChg chg="addSp modSp add mod">
        <pc:chgData name="Catherine Ata" userId="4e21e26771b92a65" providerId="LiveId" clId="{6E9332A2-DFBA-4116-A43C-D9FE08B8ED70}" dt="2024-08-23T16:04:02.176" v="2010" actId="1076"/>
        <pc:sldMkLst>
          <pc:docMk/>
          <pc:sldMk cId="112029518" sldId="321"/>
        </pc:sldMkLst>
        <pc:spChg chg="mod">
          <ac:chgData name="Catherine Ata" userId="4e21e26771b92a65" providerId="LiveId" clId="{6E9332A2-DFBA-4116-A43C-D9FE08B8ED70}" dt="2024-08-23T16:04:02.176" v="2010" actId="1076"/>
          <ac:spMkLst>
            <pc:docMk/>
            <pc:sldMk cId="112029518" sldId="321"/>
            <ac:spMk id="2" creationId="{37C1921E-EC87-3861-32D6-1C146BF8C53F}"/>
          </ac:spMkLst>
        </pc:spChg>
        <pc:spChg chg="mod">
          <ac:chgData name="Catherine Ata" userId="4e21e26771b92a65" providerId="LiveId" clId="{6E9332A2-DFBA-4116-A43C-D9FE08B8ED70}" dt="2024-08-23T15:35:58.650" v="1896" actId="6549"/>
          <ac:spMkLst>
            <pc:docMk/>
            <pc:sldMk cId="112029518" sldId="321"/>
            <ac:spMk id="8" creationId="{1E6B4726-B887-AE65-79C3-09810318F35C}"/>
          </ac:spMkLst>
        </pc:spChg>
        <pc:picChg chg="add mod">
          <ac:chgData name="Catherine Ata" userId="4e21e26771b92a65" providerId="LiveId" clId="{6E9332A2-DFBA-4116-A43C-D9FE08B8ED70}" dt="2024-08-23T15:38:01.295" v="1902" actId="1076"/>
          <ac:picMkLst>
            <pc:docMk/>
            <pc:sldMk cId="112029518" sldId="321"/>
            <ac:picMk id="5" creationId="{CBDA3B4D-1D0D-484D-91ED-277C6ED378F2}"/>
          </ac:picMkLst>
        </pc:picChg>
        <pc:picChg chg="add mod">
          <ac:chgData name="Catherine Ata" userId="4e21e26771b92a65" providerId="LiveId" clId="{6E9332A2-DFBA-4116-A43C-D9FE08B8ED70}" dt="2024-08-23T15:36:03.431" v="1897" actId="1076"/>
          <ac:picMkLst>
            <pc:docMk/>
            <pc:sldMk cId="112029518" sldId="321"/>
            <ac:picMk id="7" creationId="{EBFC428B-81E4-F734-5B17-35B3A0BC92B9}"/>
          </ac:picMkLst>
        </pc:picChg>
        <pc:picChg chg="add mod">
          <ac:chgData name="Catherine Ata" userId="4e21e26771b92a65" providerId="LiveId" clId="{6E9332A2-DFBA-4116-A43C-D9FE08B8ED70}" dt="2024-08-23T15:38:03.356" v="1903" actId="1076"/>
          <ac:picMkLst>
            <pc:docMk/>
            <pc:sldMk cId="112029518" sldId="321"/>
            <ac:picMk id="10" creationId="{AE726C8F-5A44-3977-2ADF-DEE532A488BE}"/>
          </ac:picMkLst>
        </pc:picChg>
      </pc:sldChg>
      <pc:sldChg chg="addSp delSp modSp add mod">
        <pc:chgData name="Catherine Ata" userId="4e21e26771b92a65" providerId="LiveId" clId="{6E9332A2-DFBA-4116-A43C-D9FE08B8ED70}" dt="2024-08-23T16:16:45.393" v="2165" actId="478"/>
        <pc:sldMkLst>
          <pc:docMk/>
          <pc:sldMk cId="3560461867" sldId="322"/>
        </pc:sldMkLst>
        <pc:spChg chg="mod">
          <ac:chgData name="Catherine Ata" userId="4e21e26771b92a65" providerId="LiveId" clId="{6E9332A2-DFBA-4116-A43C-D9FE08B8ED70}" dt="2024-08-23T16:04:07.726" v="2011" actId="1076"/>
          <ac:spMkLst>
            <pc:docMk/>
            <pc:sldMk cId="3560461867" sldId="322"/>
            <ac:spMk id="2" creationId="{37C1921E-EC87-3861-32D6-1C146BF8C53F}"/>
          </ac:spMkLst>
        </pc:spChg>
        <pc:spChg chg="mod">
          <ac:chgData name="Catherine Ata" userId="4e21e26771b92a65" providerId="LiveId" clId="{6E9332A2-DFBA-4116-A43C-D9FE08B8ED70}" dt="2024-08-23T16:16:29.899" v="2162" actId="20577"/>
          <ac:spMkLst>
            <pc:docMk/>
            <pc:sldMk cId="3560461867" sldId="322"/>
            <ac:spMk id="8" creationId="{1E6B4726-B887-AE65-79C3-09810318F35C}"/>
          </ac:spMkLst>
        </pc:spChg>
        <pc:picChg chg="mod">
          <ac:chgData name="Catherine Ata" userId="4e21e26771b92a65" providerId="LiveId" clId="{6E9332A2-DFBA-4116-A43C-D9FE08B8ED70}" dt="2024-08-23T16:07:45.152" v="2089" actId="1076"/>
          <ac:picMkLst>
            <pc:docMk/>
            <pc:sldMk cId="3560461867" sldId="322"/>
            <ac:picMk id="5" creationId="{CBDA3B4D-1D0D-484D-91ED-277C6ED378F2}"/>
          </ac:picMkLst>
        </pc:picChg>
        <pc:picChg chg="add mod">
          <ac:chgData name="Catherine Ata" userId="4e21e26771b92a65" providerId="LiveId" clId="{6E9332A2-DFBA-4116-A43C-D9FE08B8ED70}" dt="2024-08-23T16:16:35.919" v="2163" actId="1076"/>
          <ac:picMkLst>
            <pc:docMk/>
            <pc:sldMk cId="3560461867" sldId="322"/>
            <ac:picMk id="6" creationId="{862DEE4A-B5AA-A7B8-74AD-0FA47AF2F99F}"/>
          </ac:picMkLst>
        </pc:picChg>
        <pc:picChg chg="del">
          <ac:chgData name="Catherine Ata" userId="4e21e26771b92a65" providerId="LiveId" clId="{6E9332A2-DFBA-4116-A43C-D9FE08B8ED70}" dt="2024-08-23T15:39:54.847" v="1964" actId="478"/>
          <ac:picMkLst>
            <pc:docMk/>
            <pc:sldMk cId="3560461867" sldId="322"/>
            <ac:picMk id="7" creationId="{EBFC428B-81E4-F734-5B17-35B3A0BC92B9}"/>
          </ac:picMkLst>
        </pc:picChg>
        <pc:picChg chg="del">
          <ac:chgData name="Catherine Ata" userId="4e21e26771b92a65" providerId="LiveId" clId="{6E9332A2-DFBA-4116-A43C-D9FE08B8ED70}" dt="2024-08-23T15:43:11.847" v="1971" actId="478"/>
          <ac:picMkLst>
            <pc:docMk/>
            <pc:sldMk cId="3560461867" sldId="322"/>
            <ac:picMk id="10" creationId="{AE726C8F-5A44-3977-2ADF-DEE532A488BE}"/>
          </ac:picMkLst>
        </pc:picChg>
        <pc:picChg chg="add mod">
          <ac:chgData name="Catherine Ata" userId="4e21e26771b92a65" providerId="LiveId" clId="{6E9332A2-DFBA-4116-A43C-D9FE08B8ED70}" dt="2024-08-23T16:07:47.039" v="2090" actId="1076"/>
          <ac:picMkLst>
            <pc:docMk/>
            <pc:sldMk cId="3560461867" sldId="322"/>
            <ac:picMk id="11" creationId="{6207954E-5F4B-E6A3-F003-09FAE266CB79}"/>
          </ac:picMkLst>
        </pc:picChg>
        <pc:picChg chg="add del">
          <ac:chgData name="Catherine Ata" userId="4e21e26771b92a65" providerId="LiveId" clId="{6E9332A2-DFBA-4116-A43C-D9FE08B8ED70}" dt="2024-08-23T16:16:45.393" v="2165" actId="478"/>
          <ac:picMkLst>
            <pc:docMk/>
            <pc:sldMk cId="3560461867" sldId="322"/>
            <ac:picMk id="13" creationId="{E41D338B-9854-B561-5024-8036D65B63B8}"/>
          </ac:picMkLst>
        </pc:picChg>
      </pc:sldChg>
      <pc:sldChg chg="addSp delSp modSp add mod">
        <pc:chgData name="Catherine Ata" userId="4e21e26771b92a65" providerId="LiveId" clId="{6E9332A2-DFBA-4116-A43C-D9FE08B8ED70}" dt="2024-08-23T16:17:33.690" v="2182" actId="1076"/>
        <pc:sldMkLst>
          <pc:docMk/>
          <pc:sldMk cId="1090507301" sldId="323"/>
        </pc:sldMkLst>
        <pc:spChg chg="mod">
          <ac:chgData name="Catherine Ata" userId="4e21e26771b92a65" providerId="LiveId" clId="{6E9332A2-DFBA-4116-A43C-D9FE08B8ED70}" dt="2024-08-23T16:17:30.342" v="2180" actId="14100"/>
          <ac:spMkLst>
            <pc:docMk/>
            <pc:sldMk cId="1090507301" sldId="323"/>
            <ac:spMk id="8" creationId="{1E6B4726-B887-AE65-79C3-09810318F35C}"/>
          </ac:spMkLst>
        </pc:spChg>
        <pc:picChg chg="del">
          <ac:chgData name="Catherine Ata" userId="4e21e26771b92a65" providerId="LiveId" clId="{6E9332A2-DFBA-4116-A43C-D9FE08B8ED70}" dt="2024-08-23T16:12:15.595" v="2104" actId="478"/>
          <ac:picMkLst>
            <pc:docMk/>
            <pc:sldMk cId="1090507301" sldId="323"/>
            <ac:picMk id="5" creationId="{CBDA3B4D-1D0D-484D-91ED-277C6ED378F2}"/>
          </ac:picMkLst>
        </pc:picChg>
        <pc:picChg chg="add del">
          <ac:chgData name="Catherine Ata" userId="4e21e26771b92a65" providerId="LiveId" clId="{6E9332A2-DFBA-4116-A43C-D9FE08B8ED70}" dt="2024-08-23T16:14:24.954" v="2109" actId="478"/>
          <ac:picMkLst>
            <pc:docMk/>
            <pc:sldMk cId="1090507301" sldId="323"/>
            <ac:picMk id="6" creationId="{862DEE4A-B5AA-A7B8-74AD-0FA47AF2F99F}"/>
          </ac:picMkLst>
        </pc:picChg>
        <pc:picChg chg="add del mod ord">
          <ac:chgData name="Catherine Ata" userId="4e21e26771b92a65" providerId="LiveId" clId="{6E9332A2-DFBA-4116-A43C-D9FE08B8ED70}" dt="2024-08-23T16:17:33.690" v="2182" actId="1076"/>
          <ac:picMkLst>
            <pc:docMk/>
            <pc:sldMk cId="1090507301" sldId="323"/>
            <ac:picMk id="7" creationId="{3334606A-BF74-0BAB-DE5A-9F3F5593D25F}"/>
          </ac:picMkLst>
        </pc:picChg>
        <pc:picChg chg="add del mod">
          <ac:chgData name="Catherine Ata" userId="4e21e26771b92a65" providerId="LiveId" clId="{6E9332A2-DFBA-4116-A43C-D9FE08B8ED70}" dt="2024-08-23T16:14:58.930" v="2116" actId="478"/>
          <ac:picMkLst>
            <pc:docMk/>
            <pc:sldMk cId="1090507301" sldId="323"/>
            <ac:picMk id="10" creationId="{39B83740-6EE5-400B-6B53-8D76034AF6EE}"/>
          </ac:picMkLst>
        </pc:picChg>
        <pc:picChg chg="del">
          <ac:chgData name="Catherine Ata" userId="4e21e26771b92a65" providerId="LiveId" clId="{6E9332A2-DFBA-4116-A43C-D9FE08B8ED70}" dt="2024-08-23T16:14:32.482" v="2110" actId="478"/>
          <ac:picMkLst>
            <pc:docMk/>
            <pc:sldMk cId="1090507301" sldId="323"/>
            <ac:picMk id="11" creationId="{6207954E-5F4B-E6A3-F003-09FAE266CB79}"/>
          </ac:picMkLst>
        </pc:picChg>
        <pc:picChg chg="add mod">
          <ac:chgData name="Catherine Ata" userId="4e21e26771b92a65" providerId="LiveId" clId="{6E9332A2-DFBA-4116-A43C-D9FE08B8ED70}" dt="2024-08-23T16:17:31.942" v="2181" actId="1076"/>
          <ac:picMkLst>
            <pc:docMk/>
            <pc:sldMk cId="1090507301" sldId="323"/>
            <ac:picMk id="13" creationId="{ED024404-2C9D-704D-984C-9070312B5BD0}"/>
          </ac:picMkLst>
        </pc:picChg>
      </pc:sldChg>
      <pc:sldChg chg="addSp delSp modSp add mod">
        <pc:chgData name="Catherine Ata" userId="4e21e26771b92a65" providerId="LiveId" clId="{6E9332A2-DFBA-4116-A43C-D9FE08B8ED70}" dt="2024-08-23T16:42:26.599" v="2321" actId="20577"/>
        <pc:sldMkLst>
          <pc:docMk/>
          <pc:sldMk cId="199412511" sldId="324"/>
        </pc:sldMkLst>
        <pc:spChg chg="mod">
          <ac:chgData name="Catherine Ata" userId="4e21e26771b92a65" providerId="LiveId" clId="{6E9332A2-DFBA-4116-A43C-D9FE08B8ED70}" dt="2024-08-23T16:42:26.599" v="2321" actId="20577"/>
          <ac:spMkLst>
            <pc:docMk/>
            <pc:sldMk cId="199412511" sldId="324"/>
            <ac:spMk id="4" creationId="{84575A5B-3415-C498-5584-CD2C8D2E36A6}"/>
          </ac:spMkLst>
        </pc:spChg>
        <pc:picChg chg="del mod">
          <ac:chgData name="Catherine Ata" userId="4e21e26771b92a65" providerId="LiveId" clId="{6E9332A2-DFBA-4116-A43C-D9FE08B8ED70}" dt="2024-08-23T16:36:07.335" v="2295" actId="478"/>
          <ac:picMkLst>
            <pc:docMk/>
            <pc:sldMk cId="199412511" sldId="324"/>
            <ac:picMk id="6" creationId="{B5F540C6-7890-E815-F772-490CC966F892}"/>
          </ac:picMkLst>
        </pc:picChg>
        <pc:picChg chg="add mod">
          <ac:chgData name="Catherine Ata" userId="4e21e26771b92a65" providerId="LiveId" clId="{6E9332A2-DFBA-4116-A43C-D9FE08B8ED70}" dt="2024-08-23T16:37:27.251" v="2301" actId="1076"/>
          <ac:picMkLst>
            <pc:docMk/>
            <pc:sldMk cId="199412511" sldId="324"/>
            <ac:picMk id="7" creationId="{B751ED31-4565-CC5D-6919-2167499F94A4}"/>
          </ac:picMkLst>
        </pc:picChg>
        <pc:picChg chg="add mod">
          <ac:chgData name="Catherine Ata" userId="4e21e26771b92a65" providerId="LiveId" clId="{6E9332A2-DFBA-4116-A43C-D9FE08B8ED70}" dt="2024-08-23T16:37:25.302" v="2300" actId="1076"/>
          <ac:picMkLst>
            <pc:docMk/>
            <pc:sldMk cId="199412511" sldId="324"/>
            <ac:picMk id="9" creationId="{575EC209-D5F1-E7B4-01F9-73BA2AEA3A99}"/>
          </ac:picMkLst>
        </pc:picChg>
      </pc:sldChg>
      <pc:sldChg chg="addSp delSp modSp add mod">
        <pc:chgData name="Catherine Ata" userId="4e21e26771b92a65" providerId="LiveId" clId="{6E9332A2-DFBA-4116-A43C-D9FE08B8ED70}" dt="2024-08-23T16:54:12.949" v="2443" actId="1076"/>
        <pc:sldMkLst>
          <pc:docMk/>
          <pc:sldMk cId="3347686227" sldId="325"/>
        </pc:sldMkLst>
        <pc:spChg chg="add">
          <ac:chgData name="Catherine Ata" userId="4e21e26771b92a65" providerId="LiveId" clId="{6E9332A2-DFBA-4116-A43C-D9FE08B8ED70}" dt="2024-08-23T16:39:24.788" v="2303"/>
          <ac:spMkLst>
            <pc:docMk/>
            <pc:sldMk cId="3347686227" sldId="325"/>
            <ac:spMk id="3" creationId="{BA5714BA-A31C-47B8-E9C0-5CCC93333F94}"/>
          </ac:spMkLst>
        </pc:spChg>
        <pc:spChg chg="mod">
          <ac:chgData name="Catherine Ata" userId="4e21e26771b92a65" providerId="LiveId" clId="{6E9332A2-DFBA-4116-A43C-D9FE08B8ED70}" dt="2024-08-23T16:42:33.390" v="2329" actId="20577"/>
          <ac:spMkLst>
            <pc:docMk/>
            <pc:sldMk cId="3347686227" sldId="325"/>
            <ac:spMk id="4" creationId="{84575A5B-3415-C498-5584-CD2C8D2E36A6}"/>
          </ac:spMkLst>
        </pc:spChg>
        <pc:spChg chg="add">
          <ac:chgData name="Catherine Ata" userId="4e21e26771b92a65" providerId="LiveId" clId="{6E9332A2-DFBA-4116-A43C-D9FE08B8ED70}" dt="2024-08-23T16:39:31.387" v="2305"/>
          <ac:spMkLst>
            <pc:docMk/>
            <pc:sldMk cId="3347686227" sldId="325"/>
            <ac:spMk id="6" creationId="{AF6F1E1E-AADE-0368-60EC-D08CB6DD795C}"/>
          </ac:spMkLst>
        </pc:spChg>
        <pc:picChg chg="del">
          <ac:chgData name="Catherine Ata" userId="4e21e26771b92a65" providerId="LiveId" clId="{6E9332A2-DFBA-4116-A43C-D9FE08B8ED70}" dt="2024-08-23T16:39:50.898" v="2309" actId="478"/>
          <ac:picMkLst>
            <pc:docMk/>
            <pc:sldMk cId="3347686227" sldId="325"/>
            <ac:picMk id="7" creationId="{B751ED31-4565-CC5D-6919-2167499F94A4}"/>
          </ac:picMkLst>
        </pc:picChg>
        <pc:picChg chg="del">
          <ac:chgData name="Catherine Ata" userId="4e21e26771b92a65" providerId="LiveId" clId="{6E9332A2-DFBA-4116-A43C-D9FE08B8ED70}" dt="2024-08-23T16:39:52.990" v="2310" actId="478"/>
          <ac:picMkLst>
            <pc:docMk/>
            <pc:sldMk cId="3347686227" sldId="325"/>
            <ac:picMk id="9" creationId="{575EC209-D5F1-E7B4-01F9-73BA2AEA3A99}"/>
          </ac:picMkLst>
        </pc:picChg>
        <pc:picChg chg="add del mod">
          <ac:chgData name="Catherine Ata" userId="4e21e26771b92a65" providerId="LiveId" clId="{6E9332A2-DFBA-4116-A43C-D9FE08B8ED70}" dt="2024-08-23T16:54:08.805" v="2441" actId="478"/>
          <ac:picMkLst>
            <pc:docMk/>
            <pc:sldMk cId="3347686227" sldId="325"/>
            <ac:picMk id="10" creationId="{43821077-492A-739A-40D1-A9D9DEA7EE1F}"/>
          </ac:picMkLst>
        </pc:picChg>
        <pc:picChg chg="add mod">
          <ac:chgData name="Catherine Ata" userId="4e21e26771b92a65" providerId="LiveId" clId="{6E9332A2-DFBA-4116-A43C-D9FE08B8ED70}" dt="2024-08-23T16:54:12.949" v="2443" actId="1076"/>
          <ac:picMkLst>
            <pc:docMk/>
            <pc:sldMk cId="3347686227" sldId="325"/>
            <ac:picMk id="12" creationId="{46DFDEB9-F75F-8085-3874-C5669CE9347C}"/>
          </ac:picMkLst>
        </pc:picChg>
      </pc:sldChg>
      <pc:sldChg chg="addSp delSp modSp add mod">
        <pc:chgData name="Catherine Ata" userId="4e21e26771b92a65" providerId="LiveId" clId="{6E9332A2-DFBA-4116-A43C-D9FE08B8ED70}" dt="2024-08-23T16:54:52.435" v="2448" actId="1076"/>
        <pc:sldMkLst>
          <pc:docMk/>
          <pc:sldMk cId="3304431735" sldId="326"/>
        </pc:sldMkLst>
        <pc:spChg chg="mod">
          <ac:chgData name="Catherine Ata" userId="4e21e26771b92a65" providerId="LiveId" clId="{6E9332A2-DFBA-4116-A43C-D9FE08B8ED70}" dt="2024-08-23T16:46:41.687" v="2374"/>
          <ac:spMkLst>
            <pc:docMk/>
            <pc:sldMk cId="3304431735" sldId="326"/>
            <ac:spMk id="4" creationId="{84575A5B-3415-C498-5584-CD2C8D2E36A6}"/>
          </ac:spMkLst>
        </pc:spChg>
        <pc:picChg chg="add del mod">
          <ac:chgData name="Catherine Ata" userId="4e21e26771b92a65" providerId="LiveId" clId="{6E9332A2-DFBA-4116-A43C-D9FE08B8ED70}" dt="2024-08-23T16:54:41.683" v="2444" actId="478"/>
          <ac:picMkLst>
            <pc:docMk/>
            <pc:sldMk cId="3304431735" sldId="326"/>
            <ac:picMk id="6" creationId="{4E76F82F-B773-D512-A12A-106C81450B36}"/>
          </ac:picMkLst>
        </pc:picChg>
        <pc:picChg chg="add mod">
          <ac:chgData name="Catherine Ata" userId="4e21e26771b92a65" providerId="LiveId" clId="{6E9332A2-DFBA-4116-A43C-D9FE08B8ED70}" dt="2024-08-23T16:54:52.435" v="2448" actId="1076"/>
          <ac:picMkLst>
            <pc:docMk/>
            <pc:sldMk cId="3304431735" sldId="326"/>
            <ac:picMk id="8" creationId="{8A475F03-619B-911D-AF33-F3DB9A0C6FCA}"/>
          </ac:picMkLst>
        </pc:picChg>
        <pc:picChg chg="del">
          <ac:chgData name="Catherine Ata" userId="4e21e26771b92a65" providerId="LiveId" clId="{6E9332A2-DFBA-4116-A43C-D9FE08B8ED70}" dt="2024-08-23T16:43:07.039" v="2338" actId="478"/>
          <ac:picMkLst>
            <pc:docMk/>
            <pc:sldMk cId="3304431735" sldId="326"/>
            <ac:picMk id="10" creationId="{43821077-492A-739A-40D1-A9D9DEA7EE1F}"/>
          </ac:picMkLst>
        </pc:picChg>
      </pc:sldChg>
      <pc:sldChg chg="addSp delSp modSp add mod">
        <pc:chgData name="Catherine Ata" userId="4e21e26771b92a65" providerId="LiveId" clId="{6E9332A2-DFBA-4116-A43C-D9FE08B8ED70}" dt="2024-08-23T17:01:01.679" v="2497" actId="478"/>
        <pc:sldMkLst>
          <pc:docMk/>
          <pc:sldMk cId="1561340857" sldId="327"/>
        </pc:sldMkLst>
        <pc:spChg chg="mod">
          <ac:chgData name="Catherine Ata" userId="4e21e26771b92a65" providerId="LiveId" clId="{6E9332A2-DFBA-4116-A43C-D9FE08B8ED70}" dt="2024-08-23T16:57:20.470" v="2467" actId="20577"/>
          <ac:spMkLst>
            <pc:docMk/>
            <pc:sldMk cId="1561340857" sldId="327"/>
            <ac:spMk id="4" creationId="{84575A5B-3415-C498-5584-CD2C8D2E36A6}"/>
          </ac:spMkLst>
        </pc:spChg>
        <pc:picChg chg="add del mod">
          <ac:chgData name="Catherine Ata" userId="4e21e26771b92a65" providerId="LiveId" clId="{6E9332A2-DFBA-4116-A43C-D9FE08B8ED70}" dt="2024-08-23T17:01:01.679" v="2497" actId="478"/>
          <ac:picMkLst>
            <pc:docMk/>
            <pc:sldMk cId="1561340857" sldId="327"/>
            <ac:picMk id="6" creationId="{8CF5B0F8-754E-F2DE-7716-A26240B32935}"/>
          </ac:picMkLst>
        </pc:picChg>
        <pc:picChg chg="del mod">
          <ac:chgData name="Catherine Ata" userId="4e21e26771b92a65" providerId="LiveId" clId="{6E9332A2-DFBA-4116-A43C-D9FE08B8ED70}" dt="2024-08-23T16:55:27.004" v="2449" actId="478"/>
          <ac:picMkLst>
            <pc:docMk/>
            <pc:sldMk cId="1561340857" sldId="327"/>
            <ac:picMk id="10" creationId="{43821077-492A-739A-40D1-A9D9DEA7EE1F}"/>
          </ac:picMkLst>
        </pc:picChg>
      </pc:sldChg>
      <pc:sldChg chg="addSp delSp modSp add mod">
        <pc:chgData name="Catherine Ata" userId="4e21e26771b92a65" providerId="LiveId" clId="{6E9332A2-DFBA-4116-A43C-D9FE08B8ED70}" dt="2024-08-23T17:03:22.608" v="2529" actId="11529"/>
        <pc:sldMkLst>
          <pc:docMk/>
          <pc:sldMk cId="1054009706" sldId="328"/>
        </pc:sldMkLst>
        <pc:spChg chg="mod">
          <ac:chgData name="Catherine Ata" userId="4e21e26771b92a65" providerId="LiveId" clId="{6E9332A2-DFBA-4116-A43C-D9FE08B8ED70}" dt="2024-08-23T17:02:21.947" v="2521" actId="20577"/>
          <ac:spMkLst>
            <pc:docMk/>
            <pc:sldMk cId="1054009706" sldId="328"/>
            <ac:spMk id="4" creationId="{84575A5B-3415-C498-5584-CD2C8D2E36A6}"/>
          </ac:spMkLst>
        </pc:spChg>
        <pc:spChg chg="add">
          <ac:chgData name="Catherine Ata" userId="4e21e26771b92a65" providerId="LiveId" clId="{6E9332A2-DFBA-4116-A43C-D9FE08B8ED70}" dt="2024-08-23T17:03:22.608" v="2529" actId="11529"/>
          <ac:spMkLst>
            <pc:docMk/>
            <pc:sldMk cId="1054009706" sldId="328"/>
            <ac:spMk id="10" creationId="{ABEDE744-020A-F9CA-5B97-D031144A0538}"/>
          </ac:spMkLst>
        </pc:spChg>
        <pc:picChg chg="del">
          <ac:chgData name="Catherine Ata" userId="4e21e26771b92a65" providerId="LiveId" clId="{6E9332A2-DFBA-4116-A43C-D9FE08B8ED70}" dt="2024-08-23T17:01:05.034" v="2498" actId="478"/>
          <ac:picMkLst>
            <pc:docMk/>
            <pc:sldMk cId="1054009706" sldId="328"/>
            <ac:picMk id="6" creationId="{8CF5B0F8-754E-F2DE-7716-A26240B32935}"/>
          </ac:picMkLst>
        </pc:picChg>
        <pc:picChg chg="add mod">
          <ac:chgData name="Catherine Ata" userId="4e21e26771b92a65" providerId="LiveId" clId="{6E9332A2-DFBA-4116-A43C-D9FE08B8ED70}" dt="2024-08-23T17:03:14.137" v="2528" actId="1076"/>
          <ac:picMkLst>
            <pc:docMk/>
            <pc:sldMk cId="1054009706" sldId="328"/>
            <ac:picMk id="7" creationId="{9C4A4C8C-B65F-F274-C6CD-131681F5E340}"/>
          </ac:picMkLst>
        </pc:picChg>
        <pc:picChg chg="add mod">
          <ac:chgData name="Catherine Ata" userId="4e21e26771b92a65" providerId="LiveId" clId="{6E9332A2-DFBA-4116-A43C-D9FE08B8ED70}" dt="2024-08-23T17:03:12.649" v="2527" actId="1076"/>
          <ac:picMkLst>
            <pc:docMk/>
            <pc:sldMk cId="1054009706" sldId="328"/>
            <ac:picMk id="9" creationId="{829B4E7C-B2F0-3C86-BD55-7150A8435572}"/>
          </ac:picMkLst>
        </pc:picChg>
      </pc:sldChg>
      <pc:sldChg chg="delSp modSp add mod">
        <pc:chgData name="Catherine Ata" userId="4e21e26771b92a65" providerId="LiveId" clId="{6E9332A2-DFBA-4116-A43C-D9FE08B8ED70}" dt="2024-08-23T17:07:58.302" v="2635" actId="1076"/>
        <pc:sldMkLst>
          <pc:docMk/>
          <pc:sldMk cId="2267160612" sldId="329"/>
        </pc:sldMkLst>
        <pc:spChg chg="mod">
          <ac:chgData name="Catherine Ata" userId="4e21e26771b92a65" providerId="LiveId" clId="{6E9332A2-DFBA-4116-A43C-D9FE08B8ED70}" dt="2024-08-23T17:07:58.302" v="2635" actId="1076"/>
          <ac:spMkLst>
            <pc:docMk/>
            <pc:sldMk cId="2267160612" sldId="329"/>
            <ac:spMk id="2" creationId="{015A9661-FF9D-69C5-F671-F0E425108EDF}"/>
          </ac:spMkLst>
        </pc:spChg>
        <pc:spChg chg="mod">
          <ac:chgData name="Catherine Ata" userId="4e21e26771b92a65" providerId="LiveId" clId="{6E9332A2-DFBA-4116-A43C-D9FE08B8ED70}" dt="2024-08-23T17:07:53.841" v="2634" actId="1076"/>
          <ac:spMkLst>
            <pc:docMk/>
            <pc:sldMk cId="2267160612" sldId="329"/>
            <ac:spMk id="4" creationId="{84575A5B-3415-C498-5584-CD2C8D2E36A6}"/>
          </ac:spMkLst>
        </pc:spChg>
        <pc:spChg chg="del">
          <ac:chgData name="Catherine Ata" userId="4e21e26771b92a65" providerId="LiveId" clId="{6E9332A2-DFBA-4116-A43C-D9FE08B8ED70}" dt="2024-08-23T17:05:43.242" v="2552" actId="478"/>
          <ac:spMkLst>
            <pc:docMk/>
            <pc:sldMk cId="2267160612" sldId="329"/>
            <ac:spMk id="10" creationId="{ABEDE744-020A-F9CA-5B97-D031144A0538}"/>
          </ac:spMkLst>
        </pc:spChg>
        <pc:picChg chg="del">
          <ac:chgData name="Catherine Ata" userId="4e21e26771b92a65" providerId="LiveId" clId="{6E9332A2-DFBA-4116-A43C-D9FE08B8ED70}" dt="2024-08-23T17:05:43.242" v="2552" actId="478"/>
          <ac:picMkLst>
            <pc:docMk/>
            <pc:sldMk cId="2267160612" sldId="329"/>
            <ac:picMk id="7" creationId="{9C4A4C8C-B65F-F274-C6CD-131681F5E340}"/>
          </ac:picMkLst>
        </pc:picChg>
        <pc:picChg chg="del">
          <ac:chgData name="Catherine Ata" userId="4e21e26771b92a65" providerId="LiveId" clId="{6E9332A2-DFBA-4116-A43C-D9FE08B8ED70}" dt="2024-08-23T17:05:43.242" v="2552" actId="478"/>
          <ac:picMkLst>
            <pc:docMk/>
            <pc:sldMk cId="2267160612" sldId="329"/>
            <ac:picMk id="9" creationId="{829B4E7C-B2F0-3C86-BD55-7150A8435572}"/>
          </ac:picMkLst>
        </pc:picChg>
      </pc:sldChg>
      <pc:sldChg chg="addSp modSp add mod">
        <pc:chgData name="Catherine Ata" userId="4e21e26771b92a65" providerId="LiveId" clId="{6E9332A2-DFBA-4116-A43C-D9FE08B8ED70}" dt="2024-08-24T00:48:13.876" v="2926" actId="6549"/>
        <pc:sldMkLst>
          <pc:docMk/>
          <pc:sldMk cId="2040045853" sldId="330"/>
        </pc:sldMkLst>
        <pc:spChg chg="mod">
          <ac:chgData name="Catherine Ata" userId="4e21e26771b92a65" providerId="LiveId" clId="{6E9332A2-DFBA-4116-A43C-D9FE08B8ED70}" dt="2024-08-24T00:48:13.876" v="2926" actId="6549"/>
          <ac:spMkLst>
            <pc:docMk/>
            <pc:sldMk cId="2040045853" sldId="330"/>
            <ac:spMk id="4" creationId="{84575A5B-3415-C498-5584-CD2C8D2E36A6}"/>
          </ac:spMkLst>
        </pc:spChg>
        <pc:spChg chg="add">
          <ac:chgData name="Catherine Ata" userId="4e21e26771b92a65" providerId="LiveId" clId="{6E9332A2-DFBA-4116-A43C-D9FE08B8ED70}" dt="2024-08-23T17:12:03.795" v="2665" actId="11529"/>
          <ac:spMkLst>
            <pc:docMk/>
            <pc:sldMk cId="2040045853" sldId="330"/>
            <ac:spMk id="9" creationId="{91CE9B98-BD03-7297-CCF8-9F31389F6F1A}"/>
          </ac:spMkLst>
        </pc:spChg>
        <pc:picChg chg="add mod">
          <ac:chgData name="Catherine Ata" userId="4e21e26771b92a65" providerId="LiveId" clId="{6E9332A2-DFBA-4116-A43C-D9FE08B8ED70}" dt="2024-08-23T17:11:54.285" v="2663" actId="1076"/>
          <ac:picMkLst>
            <pc:docMk/>
            <pc:sldMk cId="2040045853" sldId="330"/>
            <ac:picMk id="6" creationId="{55625E79-8EF7-C9FE-942E-4C8D665E8692}"/>
          </ac:picMkLst>
        </pc:picChg>
        <pc:picChg chg="add mod">
          <ac:chgData name="Catherine Ata" userId="4e21e26771b92a65" providerId="LiveId" clId="{6E9332A2-DFBA-4116-A43C-D9FE08B8ED70}" dt="2024-08-23T17:11:55.231" v="2664" actId="1076"/>
          <ac:picMkLst>
            <pc:docMk/>
            <pc:sldMk cId="2040045853" sldId="330"/>
            <ac:picMk id="8" creationId="{866F0B4D-75CD-3CDE-BE28-7BB3F4C6850B}"/>
          </ac:picMkLst>
        </pc:picChg>
      </pc:sldChg>
      <pc:sldChg chg="addSp delSp modSp add mod">
        <pc:chgData name="Catherine Ata" userId="4e21e26771b92a65" providerId="LiveId" clId="{6E9332A2-DFBA-4116-A43C-D9FE08B8ED70}" dt="2024-08-23T17:15:17.201" v="2737" actId="1076"/>
        <pc:sldMkLst>
          <pc:docMk/>
          <pc:sldMk cId="2962090070" sldId="331"/>
        </pc:sldMkLst>
        <pc:spChg chg="mod">
          <ac:chgData name="Catherine Ata" userId="4e21e26771b92a65" providerId="LiveId" clId="{6E9332A2-DFBA-4116-A43C-D9FE08B8ED70}" dt="2024-08-23T17:14:25.170" v="2724" actId="20577"/>
          <ac:spMkLst>
            <pc:docMk/>
            <pc:sldMk cId="2962090070" sldId="331"/>
            <ac:spMk id="4" creationId="{84575A5B-3415-C498-5584-CD2C8D2E36A6}"/>
          </ac:spMkLst>
        </pc:spChg>
        <pc:spChg chg="mod">
          <ac:chgData name="Catherine Ata" userId="4e21e26771b92a65" providerId="LiveId" clId="{6E9332A2-DFBA-4116-A43C-D9FE08B8ED70}" dt="2024-08-23T17:15:17.201" v="2737" actId="1076"/>
          <ac:spMkLst>
            <pc:docMk/>
            <pc:sldMk cId="2962090070" sldId="331"/>
            <ac:spMk id="9" creationId="{91CE9B98-BD03-7297-CCF8-9F31389F6F1A}"/>
          </ac:spMkLst>
        </pc:spChg>
        <pc:picChg chg="del">
          <ac:chgData name="Catherine Ata" userId="4e21e26771b92a65" providerId="LiveId" clId="{6E9332A2-DFBA-4116-A43C-D9FE08B8ED70}" dt="2024-08-23T17:14:11.394" v="2705" actId="478"/>
          <ac:picMkLst>
            <pc:docMk/>
            <pc:sldMk cId="2962090070" sldId="331"/>
            <ac:picMk id="6" creationId="{55625E79-8EF7-C9FE-942E-4C8D665E8692}"/>
          </ac:picMkLst>
        </pc:picChg>
        <pc:picChg chg="add mod">
          <ac:chgData name="Catherine Ata" userId="4e21e26771b92a65" providerId="LiveId" clId="{6E9332A2-DFBA-4116-A43C-D9FE08B8ED70}" dt="2024-08-23T17:15:14.458" v="2736" actId="1076"/>
          <ac:picMkLst>
            <pc:docMk/>
            <pc:sldMk cId="2962090070" sldId="331"/>
            <ac:picMk id="7" creationId="{47AE49F0-2591-336D-0D2E-98589DBBF6B1}"/>
          </ac:picMkLst>
        </pc:picChg>
        <pc:picChg chg="mod">
          <ac:chgData name="Catherine Ata" userId="4e21e26771b92a65" providerId="LiveId" clId="{6E9332A2-DFBA-4116-A43C-D9FE08B8ED70}" dt="2024-08-23T17:15:00.099" v="2732" actId="14100"/>
          <ac:picMkLst>
            <pc:docMk/>
            <pc:sldMk cId="2962090070" sldId="331"/>
            <ac:picMk id="8" creationId="{866F0B4D-75CD-3CDE-BE28-7BB3F4C6850B}"/>
          </ac:picMkLst>
        </pc:picChg>
      </pc:sldChg>
      <pc:sldChg chg="addSp delSp modSp add mod">
        <pc:chgData name="Catherine Ata" userId="4e21e26771b92a65" providerId="LiveId" clId="{6E9332A2-DFBA-4116-A43C-D9FE08B8ED70}" dt="2024-08-23T17:17:08.982" v="2783" actId="1076"/>
        <pc:sldMkLst>
          <pc:docMk/>
          <pc:sldMk cId="2660812452" sldId="332"/>
        </pc:sldMkLst>
        <pc:spChg chg="mod">
          <ac:chgData name="Catherine Ata" userId="4e21e26771b92a65" providerId="LiveId" clId="{6E9332A2-DFBA-4116-A43C-D9FE08B8ED70}" dt="2024-08-23T17:16:03.089" v="2775" actId="20577"/>
          <ac:spMkLst>
            <pc:docMk/>
            <pc:sldMk cId="2660812452" sldId="332"/>
            <ac:spMk id="4" creationId="{84575A5B-3415-C498-5584-CD2C8D2E36A6}"/>
          </ac:spMkLst>
        </pc:spChg>
        <pc:spChg chg="mod">
          <ac:chgData name="Catherine Ata" userId="4e21e26771b92a65" providerId="LiveId" clId="{6E9332A2-DFBA-4116-A43C-D9FE08B8ED70}" dt="2024-08-23T17:17:06.451" v="2782" actId="1076"/>
          <ac:spMkLst>
            <pc:docMk/>
            <pc:sldMk cId="2660812452" sldId="332"/>
            <ac:spMk id="9" creationId="{91CE9B98-BD03-7297-CCF8-9F31389F6F1A}"/>
          </ac:spMkLst>
        </pc:spChg>
        <pc:picChg chg="del">
          <ac:chgData name="Catherine Ata" userId="4e21e26771b92a65" providerId="LiveId" clId="{6E9332A2-DFBA-4116-A43C-D9FE08B8ED70}" dt="2024-08-23T17:16:12.977" v="2779" actId="478"/>
          <ac:picMkLst>
            <pc:docMk/>
            <pc:sldMk cId="2660812452" sldId="332"/>
            <ac:picMk id="6" creationId="{55625E79-8EF7-C9FE-942E-4C8D665E8692}"/>
          </ac:picMkLst>
        </pc:picChg>
        <pc:picChg chg="add mod">
          <ac:chgData name="Catherine Ata" userId="4e21e26771b92a65" providerId="LiveId" clId="{6E9332A2-DFBA-4116-A43C-D9FE08B8ED70}" dt="2024-08-23T17:17:04.441" v="2781" actId="1076"/>
          <ac:picMkLst>
            <pc:docMk/>
            <pc:sldMk cId="2660812452" sldId="332"/>
            <ac:picMk id="7" creationId="{A8D6FA55-6386-CEAC-5396-B27D2EE1B5E3}"/>
          </ac:picMkLst>
        </pc:picChg>
        <pc:picChg chg="mod">
          <ac:chgData name="Catherine Ata" userId="4e21e26771b92a65" providerId="LiveId" clId="{6E9332A2-DFBA-4116-A43C-D9FE08B8ED70}" dt="2024-08-23T17:17:08.982" v="2783" actId="1076"/>
          <ac:picMkLst>
            <pc:docMk/>
            <pc:sldMk cId="2660812452" sldId="332"/>
            <ac:picMk id="8" creationId="{866F0B4D-75CD-3CDE-BE28-7BB3F4C6850B}"/>
          </ac:picMkLst>
        </pc:picChg>
      </pc:sldChg>
      <pc:sldChg chg="addSp delSp modSp mod">
        <pc:chgData name="Catherine Ata" userId="4e21e26771b92a65" providerId="LiveId" clId="{6E9332A2-DFBA-4116-A43C-D9FE08B8ED70}" dt="2024-08-23T17:21:17.549" v="2834" actId="1076"/>
        <pc:sldMkLst>
          <pc:docMk/>
          <pc:sldMk cId="541235852" sldId="333"/>
        </pc:sldMkLst>
        <pc:spChg chg="mod">
          <ac:chgData name="Catherine Ata" userId="4e21e26771b92a65" providerId="LiveId" clId="{6E9332A2-DFBA-4116-A43C-D9FE08B8ED70}" dt="2024-08-23T17:17:59.088" v="2809" actId="20577"/>
          <ac:spMkLst>
            <pc:docMk/>
            <pc:sldMk cId="541235852" sldId="333"/>
            <ac:spMk id="4" creationId="{84575A5B-3415-C498-5584-CD2C8D2E36A6}"/>
          </ac:spMkLst>
        </pc:spChg>
        <pc:spChg chg="add del mod ord">
          <ac:chgData name="Catherine Ata" userId="4e21e26771b92a65" providerId="LiveId" clId="{6E9332A2-DFBA-4116-A43C-D9FE08B8ED70}" dt="2024-08-23T17:21:17.549" v="2834" actId="1076"/>
          <ac:spMkLst>
            <pc:docMk/>
            <pc:sldMk cId="541235852" sldId="333"/>
            <ac:spMk id="9" creationId="{91CE9B98-BD03-7297-CCF8-9F31389F6F1A}"/>
          </ac:spMkLst>
        </pc:spChg>
        <pc:picChg chg="add del mod">
          <ac:chgData name="Catherine Ata" userId="4e21e26771b92a65" providerId="LiveId" clId="{6E9332A2-DFBA-4116-A43C-D9FE08B8ED70}" dt="2024-08-23T17:20:05.495" v="2819" actId="478"/>
          <ac:picMkLst>
            <pc:docMk/>
            <pc:sldMk cId="541235852" sldId="333"/>
            <ac:picMk id="3" creationId="{23CC1D58-30D5-3463-0DD0-8EF9C8D9FCA6}"/>
          </ac:picMkLst>
        </pc:picChg>
        <pc:picChg chg="add mod">
          <ac:chgData name="Catherine Ata" userId="4e21e26771b92a65" providerId="LiveId" clId="{6E9332A2-DFBA-4116-A43C-D9FE08B8ED70}" dt="2024-08-23T17:20:24.872" v="2825" actId="1076"/>
          <ac:picMkLst>
            <pc:docMk/>
            <pc:sldMk cId="541235852" sldId="333"/>
            <ac:picMk id="6" creationId="{A4F7C051-AF7F-6E13-85D2-56B960E410C8}"/>
          </ac:picMkLst>
        </pc:picChg>
        <pc:picChg chg="del mod">
          <ac:chgData name="Catherine Ata" userId="4e21e26771b92a65" providerId="LiveId" clId="{6E9332A2-DFBA-4116-A43C-D9FE08B8ED70}" dt="2024-08-23T17:18:34.208" v="2814" actId="478"/>
          <ac:picMkLst>
            <pc:docMk/>
            <pc:sldMk cId="541235852" sldId="333"/>
            <ac:picMk id="7" creationId="{A8D6FA55-6386-CEAC-5396-B27D2EE1B5E3}"/>
          </ac:picMkLst>
        </pc:picChg>
        <pc:picChg chg="del">
          <ac:chgData name="Catherine Ata" userId="4e21e26771b92a65" providerId="LiveId" clId="{6E9332A2-DFBA-4116-A43C-D9FE08B8ED70}" dt="2024-08-23T17:18:26.129" v="2810" actId="478"/>
          <ac:picMkLst>
            <pc:docMk/>
            <pc:sldMk cId="541235852" sldId="333"/>
            <ac:picMk id="8" creationId="{866F0B4D-75CD-3CDE-BE28-7BB3F4C6850B}"/>
          </ac:picMkLst>
        </pc:picChg>
        <pc:picChg chg="add mod">
          <ac:chgData name="Catherine Ata" userId="4e21e26771b92a65" providerId="LiveId" clId="{6E9332A2-DFBA-4116-A43C-D9FE08B8ED70}" dt="2024-08-23T17:21:15.098" v="2833" actId="1076"/>
          <ac:picMkLst>
            <pc:docMk/>
            <pc:sldMk cId="541235852" sldId="333"/>
            <ac:picMk id="11" creationId="{3919B3C4-CF09-CFE6-5510-4B748D84BAA9}"/>
          </ac:picMkLst>
        </pc:picChg>
      </pc:sldChg>
    </pc:docChg>
  </pc:docChgLst>
  <pc:docChgLst>
    <pc:chgData name="Ezra Ata" userId="c8268dc69760c301" providerId="Windows Live" clId="Web-{3CB3BFAA-FF0E-4D07-9B9E-F0BE860EB12C}"/>
    <pc:docChg chg="addSld modSld">
      <pc:chgData name="Ezra Ata" userId="c8268dc69760c301" providerId="Windows Live" clId="Web-{3CB3BFAA-FF0E-4D07-9B9E-F0BE860EB12C}" dt="2024-07-05T21:14:41.061" v="2311" actId="1076"/>
      <pc:docMkLst>
        <pc:docMk/>
      </pc:docMkLst>
      <pc:sldChg chg="modSp">
        <pc:chgData name="Ezra Ata" userId="c8268dc69760c301" providerId="Windows Live" clId="Web-{3CB3BFAA-FF0E-4D07-9B9E-F0BE860EB12C}" dt="2024-07-05T18:56:53.216" v="10" actId="20577"/>
        <pc:sldMkLst>
          <pc:docMk/>
          <pc:sldMk cId="158767598" sldId="256"/>
        </pc:sldMkLst>
        <pc:spChg chg="mod">
          <ac:chgData name="Ezra Ata" userId="c8268dc69760c301" providerId="Windows Live" clId="Web-{3CB3BFAA-FF0E-4D07-9B9E-F0BE860EB12C}" dt="2024-07-05T18:56:37.793" v="6" actId="20577"/>
          <ac:spMkLst>
            <pc:docMk/>
            <pc:sldMk cId="158767598" sldId="256"/>
            <ac:spMk id="2" creationId="{6B420F8C-B260-B061-FAEB-456B3F2929EC}"/>
          </ac:spMkLst>
        </pc:spChg>
        <pc:spChg chg="mod">
          <ac:chgData name="Ezra Ata" userId="c8268dc69760c301" providerId="Windows Live" clId="Web-{3CB3BFAA-FF0E-4D07-9B9E-F0BE860EB12C}" dt="2024-07-05T18:56:53.216" v="10" actId="20577"/>
          <ac:spMkLst>
            <pc:docMk/>
            <pc:sldMk cId="158767598" sldId="256"/>
            <ac:spMk id="3" creationId="{6B259F20-37AD-8B00-89EB-0FC957CA16C9}"/>
          </ac:spMkLst>
        </pc:spChg>
      </pc:sldChg>
      <pc:sldChg chg="modSp">
        <pc:chgData name="Ezra Ata" userId="c8268dc69760c301" providerId="Windows Live" clId="Web-{3CB3BFAA-FF0E-4D07-9B9E-F0BE860EB12C}" dt="2024-07-05T18:57:31.217" v="16" actId="20577"/>
        <pc:sldMkLst>
          <pc:docMk/>
          <pc:sldMk cId="1316968593" sldId="257"/>
        </pc:sldMkLst>
        <pc:graphicFrameChg chg="modGraphic">
          <ac:chgData name="Ezra Ata" userId="c8268dc69760c301" providerId="Windows Live" clId="Web-{3CB3BFAA-FF0E-4D07-9B9E-F0BE860EB12C}" dt="2024-07-05T18:57:31.217" v="16" actId="20577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19:38:34.492" v="566" actId="1076"/>
        <pc:sldMkLst>
          <pc:docMk/>
          <pc:sldMk cId="2251826545" sldId="258"/>
        </pc:sldMkLst>
        <pc:spChg chg="mod">
          <ac:chgData name="Ezra Ata" userId="c8268dc69760c301" providerId="Windows Live" clId="Web-{3CB3BFAA-FF0E-4D07-9B9E-F0BE860EB12C}" dt="2024-07-05T19:35:32.500" v="484" actId="1076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Ezra Ata" userId="c8268dc69760c301" providerId="Windows Live" clId="Web-{3CB3BFAA-FF0E-4D07-9B9E-F0BE860EB12C}" dt="2024-07-05T19:37:26.083" v="529" actId="20577"/>
          <ac:spMkLst>
            <pc:docMk/>
            <pc:sldMk cId="2251826545" sldId="258"/>
            <ac:spMk id="3" creationId="{6894B957-7D2F-464C-DB8B-5E3E8F5605E3}"/>
          </ac:spMkLst>
        </pc:spChg>
        <pc:spChg chg="mod">
          <ac:chgData name="Ezra Ata" userId="c8268dc69760c301" providerId="Windows Live" clId="Web-{3CB3BFAA-FF0E-4D07-9B9E-F0BE860EB12C}" dt="2024-07-05T19:38:05.475" v="536" actId="1076"/>
          <ac:spMkLst>
            <pc:docMk/>
            <pc:sldMk cId="2251826545" sldId="258"/>
            <ac:spMk id="4" creationId="{008CC66E-255E-8999-4618-8164A7128507}"/>
          </ac:spMkLst>
        </pc:spChg>
        <pc:graphicFrameChg chg="del mod">
          <ac:chgData name="Ezra Ata" userId="c8268dc69760c301" providerId="Windows Live" clId="Web-{3CB3BFAA-FF0E-4D07-9B9E-F0BE860EB12C}" dt="2024-07-05T19:36:41.690" v="498"/>
          <ac:graphicFrameMkLst>
            <pc:docMk/>
            <pc:sldMk cId="2251826545" sldId="258"/>
            <ac:graphicFrameMk id="7" creationId="{9AF4F6DF-A6B7-59E6-21F3-6546879D0BF0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37:29.036" v="530" actId="1076"/>
          <ac:graphicFrameMkLst>
            <pc:docMk/>
            <pc:sldMk cId="2251826545" sldId="258"/>
            <ac:graphicFrameMk id="8" creationId="{9644DC63-A0F1-8BFC-85C7-2DE2D27F39BE}"/>
          </ac:graphicFrameMkLst>
        </pc:graphicFrameChg>
        <pc:graphicFrameChg chg="del mod modGraphic">
          <ac:chgData name="Ezra Ata" userId="c8268dc69760c301" providerId="Windows Live" clId="Web-{3CB3BFAA-FF0E-4D07-9B9E-F0BE860EB12C}" dt="2024-07-05T19:35:52.407" v="488"/>
          <ac:graphicFrameMkLst>
            <pc:docMk/>
            <pc:sldMk cId="2251826545" sldId="258"/>
            <ac:graphicFrameMk id="9" creationId="{0844F28C-5DA9-4863-3A09-F2493888CA04}"/>
          </ac:graphicFrameMkLst>
        </pc:graphicFrameChg>
        <pc:graphicFrameChg chg="del mod">
          <ac:chgData name="Ezra Ata" userId="c8268dc69760c301" providerId="Windows Live" clId="Web-{3CB3BFAA-FF0E-4D07-9B9E-F0BE860EB12C}" dt="2024-07-05T19:36:02.876" v="490"/>
          <ac:graphicFrameMkLst>
            <pc:docMk/>
            <pc:sldMk cId="2251826545" sldId="258"/>
            <ac:graphicFrameMk id="11" creationId="{D65F68E4-EA62-F213-5C15-50F37F9FB8BF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38:34.492" v="566" actId="1076"/>
          <ac:graphicFrameMkLst>
            <pc:docMk/>
            <pc:sldMk cId="2251826545" sldId="258"/>
            <ac:graphicFrameMk id="12" creationId="{754BD8F0-7706-4806-3645-DEC19D859E52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19:51:57.471" v="766"/>
        <pc:sldMkLst>
          <pc:docMk/>
          <pc:sldMk cId="3392761998" sldId="261"/>
        </pc:sldMkLst>
        <pc:spChg chg="mod">
          <ac:chgData name="Ezra Ata" userId="c8268dc69760c301" providerId="Windows Live" clId="Web-{3CB3BFAA-FF0E-4D07-9B9E-F0BE860EB12C}" dt="2024-07-05T19:46:09.195" v="670" actId="20577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Ezra Ata" userId="c8268dc69760c301" providerId="Windows Live" clId="Web-{3CB3BFAA-FF0E-4D07-9B9E-F0BE860EB12C}" dt="2024-07-05T19:47:39.089" v="676" actId="20577"/>
          <ac:spMkLst>
            <pc:docMk/>
            <pc:sldMk cId="3392761998" sldId="261"/>
            <ac:spMk id="3" creationId="{FCE55FD6-D68C-6291-B312-70DC1097A5A1}"/>
          </ac:spMkLst>
        </pc:spChg>
        <pc:spChg chg="mod">
          <ac:chgData name="Ezra Ata" userId="c8268dc69760c301" providerId="Windows Live" clId="Web-{3CB3BFAA-FF0E-4D07-9B9E-F0BE860EB12C}" dt="2024-07-05T19:51:25.985" v="738" actId="20577"/>
          <ac:spMkLst>
            <pc:docMk/>
            <pc:sldMk cId="3392761998" sldId="261"/>
            <ac:spMk id="8" creationId="{3FE055F4-441E-BD1C-2DAB-FD0C8B9EC882}"/>
          </ac:spMkLst>
        </pc:spChg>
        <pc:graphicFrameChg chg="del">
          <ac:chgData name="Ezra Ata" userId="c8268dc69760c301" providerId="Windows Live" clId="Web-{3CB3BFAA-FF0E-4D07-9B9E-F0BE860EB12C}" dt="2024-07-05T19:47:39.839" v="677"/>
          <ac:graphicFrameMkLst>
            <pc:docMk/>
            <pc:sldMk cId="3392761998" sldId="261"/>
            <ac:graphicFrameMk id="6" creationId="{0E829753-3DF2-15A4-22A2-06C1BC46DBED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50:51.417" v="728" actId="1076"/>
          <ac:graphicFrameMkLst>
            <pc:docMk/>
            <pc:sldMk cId="3392761998" sldId="261"/>
            <ac:graphicFrameMk id="7" creationId="{EC0F8542-B917-4FE9-5D28-5677ECDE8FE2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51:57.471" v="766"/>
          <ac:graphicFrameMkLst>
            <pc:docMk/>
            <pc:sldMk cId="3392761998" sldId="261"/>
            <ac:graphicFrameMk id="10" creationId="{5C224374-DAB4-9D29-A745-974887DD47B2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0:38:31.348" v="1620"/>
        <pc:sldMkLst>
          <pc:docMk/>
          <pc:sldMk cId="2972582398" sldId="263"/>
        </pc:sldMkLst>
        <pc:spChg chg="mod">
          <ac:chgData name="Ezra Ata" userId="c8268dc69760c301" providerId="Windows Live" clId="Web-{3CB3BFAA-FF0E-4D07-9B9E-F0BE860EB12C}" dt="2024-07-05T20:31:44.894" v="1509" actId="1076"/>
          <ac:spMkLst>
            <pc:docMk/>
            <pc:sldMk cId="2972582398" sldId="263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37:35.455" v="1598" actId="1076"/>
          <ac:spMkLst>
            <pc:docMk/>
            <pc:sldMk cId="2972582398" sldId="263"/>
            <ac:spMk id="5" creationId="{126DDA88-9CC9-CC45-60FB-CC93E79372C3}"/>
          </ac:spMkLst>
        </pc:spChg>
        <pc:spChg chg="mod">
          <ac:chgData name="Ezra Ata" userId="c8268dc69760c301" providerId="Windows Live" clId="Web-{3CB3BFAA-FF0E-4D07-9B9E-F0BE860EB12C}" dt="2024-07-05T20:33:21.148" v="1541" actId="20577"/>
          <ac:spMkLst>
            <pc:docMk/>
            <pc:sldMk cId="2972582398" sldId="263"/>
            <ac:spMk id="6" creationId="{B58AB795-24AF-5BDC-AF9F-0B7F7A5FF4FF}"/>
          </ac:spMkLst>
        </pc:spChg>
        <pc:spChg chg="add mod">
          <ac:chgData name="Ezra Ata" userId="c8268dc69760c301" providerId="Windows Live" clId="Web-{3CB3BFAA-FF0E-4D07-9B9E-F0BE860EB12C}" dt="2024-07-05T20:37:22.830" v="1594" actId="1076"/>
          <ac:spMkLst>
            <pc:docMk/>
            <pc:sldMk cId="2972582398" sldId="263"/>
            <ac:spMk id="9" creationId="{B7E45765-FB8B-78C0-EB9A-9DCB803039CB}"/>
          </ac:spMkLst>
        </pc:spChg>
        <pc:graphicFrameChg chg="del mod modGraphic">
          <ac:chgData name="Ezra Ata" userId="c8268dc69760c301" providerId="Windows Live" clId="Web-{3CB3BFAA-FF0E-4D07-9B9E-F0BE860EB12C}" dt="2024-07-05T20:32:33.381" v="1520"/>
          <ac:graphicFrameMkLst>
            <pc:docMk/>
            <pc:sldMk cId="2972582398" sldId="263"/>
            <ac:graphicFrameMk id="4" creationId="{7A765CCB-AC38-9204-D131-550E6F82D633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33:29.867" v="1542" actId="1076"/>
          <ac:graphicFrameMkLst>
            <pc:docMk/>
            <pc:sldMk cId="2972582398" sldId="263"/>
            <ac:graphicFrameMk id="8" creationId="{635D4294-35C5-CD35-C436-10C71572E7D5}"/>
          </ac:graphicFrameMkLst>
        </pc:graphicFrameChg>
        <pc:graphicFrameChg chg="add del mod">
          <ac:chgData name="Ezra Ata" userId="c8268dc69760c301" providerId="Windows Live" clId="Web-{3CB3BFAA-FF0E-4D07-9B9E-F0BE860EB12C}" dt="2024-07-05T20:35:11.981" v="1551"/>
          <ac:graphicFrameMkLst>
            <pc:docMk/>
            <pc:sldMk cId="2972582398" sldId="263"/>
            <ac:graphicFrameMk id="11" creationId="{57EEF8D0-0F4F-0399-8755-6CDDCF29CD31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37:27.564" v="1595" actId="1076"/>
          <ac:graphicFrameMkLst>
            <pc:docMk/>
            <pc:sldMk cId="2972582398" sldId="263"/>
            <ac:graphicFrameMk id="13" creationId="{63F7257B-8F9D-ED64-9F06-A1249AB96AB3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38:31.348" v="1620"/>
          <ac:graphicFrameMkLst>
            <pc:docMk/>
            <pc:sldMk cId="2972582398" sldId="263"/>
            <ac:graphicFrameMk id="15" creationId="{5E8E2739-2EA9-C28E-1E11-80DC9DCF84E9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19:16:26.682" v="254" actId="20577"/>
        <pc:sldMkLst>
          <pc:docMk/>
          <pc:sldMk cId="1765310388" sldId="281"/>
        </pc:sldMkLst>
        <pc:spChg chg="mod">
          <ac:chgData name="Ezra Ata" userId="c8268dc69760c301" providerId="Windows Live" clId="Web-{3CB3BFAA-FF0E-4D07-9B9E-F0BE860EB12C}" dt="2024-07-05T19:15:53.290" v="241" actId="1076"/>
          <ac:spMkLst>
            <pc:docMk/>
            <pc:sldMk cId="1765310388" sldId="281"/>
            <ac:spMk id="2" creationId="{3B3F58F4-F002-0A63-FDA5-2FE8E17AB734}"/>
          </ac:spMkLst>
        </pc:spChg>
        <pc:spChg chg="add mod">
          <ac:chgData name="Ezra Ata" userId="c8268dc69760c301" providerId="Windows Live" clId="Web-{3CB3BFAA-FF0E-4D07-9B9E-F0BE860EB12C}" dt="2024-07-05T19:16:26.682" v="254" actId="20577"/>
          <ac:spMkLst>
            <pc:docMk/>
            <pc:sldMk cId="1765310388" sldId="281"/>
            <ac:spMk id="3" creationId="{CBE59167-4E54-8620-30FB-C2CE6B54D025}"/>
          </ac:spMkLst>
        </pc:spChg>
        <pc:spChg chg="mod">
          <ac:chgData name="Ezra Ata" userId="c8268dc69760c301" providerId="Windows Live" clId="Web-{3CB3BFAA-FF0E-4D07-9B9E-F0BE860EB12C}" dt="2024-07-05T19:16:07.932" v="246" actId="20577"/>
          <ac:spMkLst>
            <pc:docMk/>
            <pc:sldMk cId="1765310388" sldId="281"/>
            <ac:spMk id="4" creationId="{CCE1343B-D448-0F3D-2A82-B1953503574C}"/>
          </ac:spMkLst>
        </pc:spChg>
        <pc:spChg chg="add mod">
          <ac:chgData name="Ezra Ata" userId="c8268dc69760c301" providerId="Windows Live" clId="Web-{3CB3BFAA-FF0E-4D07-9B9E-F0BE860EB12C}" dt="2024-07-05T19:16:15.338" v="250" actId="1076"/>
          <ac:spMkLst>
            <pc:docMk/>
            <pc:sldMk cId="1765310388" sldId="281"/>
            <ac:spMk id="5" creationId="{6E644BFC-E4EB-55EC-75F1-41B7F02C07C9}"/>
          </ac:spMkLst>
        </pc:spChg>
        <pc:picChg chg="del">
          <ac:chgData name="Ezra Ata" userId="c8268dc69760c301" providerId="Windows Live" clId="Web-{3CB3BFAA-FF0E-4D07-9B9E-F0BE860EB12C}" dt="2024-07-05T19:07:15.411" v="124"/>
          <ac:picMkLst>
            <pc:docMk/>
            <pc:sldMk cId="1765310388" sldId="281"/>
            <ac:picMk id="14" creationId="{25F2EE8F-EE24-68B0-E700-5F568D8F166F}"/>
          </ac:picMkLst>
        </pc:picChg>
      </pc:sldChg>
      <pc:sldChg chg="modSp">
        <pc:chgData name="Ezra Ata" userId="c8268dc69760c301" providerId="Windows Live" clId="Web-{3CB3BFAA-FF0E-4D07-9B9E-F0BE860EB12C}" dt="2024-07-05T19:05:18.047" v="120" actId="20577"/>
        <pc:sldMkLst>
          <pc:docMk/>
          <pc:sldMk cId="3804984846" sldId="282"/>
        </pc:sldMkLst>
        <pc:spChg chg="mod">
          <ac:chgData name="Ezra Ata" userId="c8268dc69760c301" providerId="Windows Live" clId="Web-{3CB3BFAA-FF0E-4D07-9B9E-F0BE860EB12C}" dt="2024-07-05T19:05:18.047" v="120" actId="20577"/>
          <ac:spMkLst>
            <pc:docMk/>
            <pc:sldMk cId="3804984846" sldId="282"/>
            <ac:spMk id="2" creationId="{46CAA7C7-1B21-E4DE-A30C-992523F350E2}"/>
          </ac:spMkLst>
        </pc:spChg>
      </pc:sldChg>
      <pc:sldChg chg="modSp">
        <pc:chgData name="Ezra Ata" userId="c8268dc69760c301" providerId="Windows Live" clId="Web-{3CB3BFAA-FF0E-4D07-9B9E-F0BE860EB12C}" dt="2024-07-05T19:19:52.940" v="303" actId="1076"/>
        <pc:sldMkLst>
          <pc:docMk/>
          <pc:sldMk cId="1439247380" sldId="283"/>
        </pc:sldMkLst>
        <pc:spChg chg="mod">
          <ac:chgData name="Ezra Ata" userId="c8268dc69760c301" providerId="Windows Live" clId="Web-{3CB3BFAA-FF0E-4D07-9B9E-F0BE860EB12C}" dt="2024-07-05T19:19:52.940" v="303" actId="1076"/>
          <ac:spMkLst>
            <pc:docMk/>
            <pc:sldMk cId="1439247380" sldId="283"/>
            <ac:spMk id="2" creationId="{3B3F58F4-F002-0A63-FDA5-2FE8E17AB734}"/>
          </ac:spMkLst>
        </pc:spChg>
        <pc:spChg chg="mod">
          <ac:chgData name="Ezra Ata" userId="c8268dc69760c301" providerId="Windows Live" clId="Web-{3CB3BFAA-FF0E-4D07-9B9E-F0BE860EB12C}" dt="2024-07-05T19:18:40.141" v="283" actId="20577"/>
          <ac:spMkLst>
            <pc:docMk/>
            <pc:sldMk cId="1439247380" sldId="283"/>
            <ac:spMk id="4" creationId="{CCE1343B-D448-0F3D-2A82-B1953503574C}"/>
          </ac:spMkLst>
        </pc:spChg>
        <pc:spChg chg="mod">
          <ac:chgData name="Ezra Ata" userId="c8268dc69760c301" providerId="Windows Live" clId="Web-{3CB3BFAA-FF0E-4D07-9B9E-F0BE860EB12C}" dt="2024-07-05T19:19:42.580" v="302" actId="20577"/>
          <ac:spMkLst>
            <pc:docMk/>
            <pc:sldMk cId="1439247380" sldId="283"/>
            <ac:spMk id="6" creationId="{11976326-1AFF-02CA-58FF-22A4B1856CFF}"/>
          </ac:spMkLst>
        </pc:spChg>
      </pc:sldChg>
      <pc:sldChg chg="addSp delSp modSp">
        <pc:chgData name="Ezra Ata" userId="c8268dc69760c301" providerId="Windows Live" clId="Web-{3CB3BFAA-FF0E-4D07-9B9E-F0BE860EB12C}" dt="2024-07-05T19:27:03.363" v="396" actId="20577"/>
        <pc:sldMkLst>
          <pc:docMk/>
          <pc:sldMk cId="2483628239" sldId="284"/>
        </pc:sldMkLst>
        <pc:spChg chg="mod">
          <ac:chgData name="Ezra Ata" userId="c8268dc69760c301" providerId="Windows Live" clId="Web-{3CB3BFAA-FF0E-4D07-9B9E-F0BE860EB12C}" dt="2024-07-05T19:25:08.218" v="359" actId="1076"/>
          <ac:spMkLst>
            <pc:docMk/>
            <pc:sldMk cId="2483628239" sldId="284"/>
            <ac:spMk id="2" creationId="{37C1921E-EC87-3861-32D6-1C146BF8C53F}"/>
          </ac:spMkLst>
        </pc:spChg>
        <pc:spChg chg="add mod">
          <ac:chgData name="Ezra Ata" userId="c8268dc69760c301" providerId="Windows Live" clId="Web-{3CB3BFAA-FF0E-4D07-9B9E-F0BE860EB12C}" dt="2024-07-05T19:26:15.189" v="381" actId="20577"/>
          <ac:spMkLst>
            <pc:docMk/>
            <pc:sldMk cId="2483628239" sldId="284"/>
            <ac:spMk id="7" creationId="{F80704F6-66E2-40E5-904E-5135B1266711}"/>
          </ac:spMkLst>
        </pc:spChg>
        <pc:spChg chg="mod">
          <ac:chgData name="Ezra Ata" userId="c8268dc69760c301" providerId="Windows Live" clId="Web-{3CB3BFAA-FF0E-4D07-9B9E-F0BE860EB12C}" dt="2024-07-05T19:25:11.718" v="360" actId="1076"/>
          <ac:spMkLst>
            <pc:docMk/>
            <pc:sldMk cId="2483628239" sldId="284"/>
            <ac:spMk id="8" creationId="{1E6B4726-B887-AE65-79C3-09810318F35C}"/>
          </ac:spMkLst>
        </pc:spChg>
        <pc:spChg chg="mod">
          <ac:chgData name="Ezra Ata" userId="c8268dc69760c301" providerId="Windows Live" clId="Web-{3CB3BFAA-FF0E-4D07-9B9E-F0BE860EB12C}" dt="2024-07-05T19:27:03.363" v="396" actId="20577"/>
          <ac:spMkLst>
            <pc:docMk/>
            <pc:sldMk cId="2483628239" sldId="284"/>
            <ac:spMk id="10" creationId="{6B675A55-0FD7-0E71-71C5-C5590FEA715F}"/>
          </ac:spMkLst>
        </pc:spChg>
        <pc:graphicFrameChg chg="del mod modGraphic">
          <ac:chgData name="Ezra Ata" userId="c8268dc69760c301" providerId="Windows Live" clId="Web-{3CB3BFAA-FF0E-4D07-9B9E-F0BE860EB12C}" dt="2024-07-05T19:20:25.879" v="309"/>
          <ac:graphicFrameMkLst>
            <pc:docMk/>
            <pc:sldMk cId="2483628239" sldId="284"/>
            <ac:graphicFrameMk id="5" creationId="{30586783-5BBF-51B4-7595-0917102AB030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25:20.640" v="361" actId="1076"/>
          <ac:graphicFrameMkLst>
            <pc:docMk/>
            <pc:sldMk cId="2483628239" sldId="284"/>
            <ac:graphicFrameMk id="6" creationId="{0F01C289-D39D-289D-BAD2-734EEE5E811B}"/>
          </ac:graphicFrameMkLst>
        </pc:graphicFrameChg>
        <pc:graphicFrameChg chg="del">
          <ac:chgData name="Ezra Ata" userId="c8268dc69760c301" providerId="Windows Live" clId="Web-{3CB3BFAA-FF0E-4D07-9B9E-F0BE860EB12C}" dt="2024-07-05T19:20:27.817" v="310"/>
          <ac:graphicFrameMkLst>
            <pc:docMk/>
            <pc:sldMk cId="2483628239" sldId="284"/>
            <ac:graphicFrameMk id="12" creationId="{0BB768B4-435B-4F9C-0C2C-42861112AD07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19:34:57.233" v="481" actId="20577"/>
        <pc:sldMkLst>
          <pc:docMk/>
          <pc:sldMk cId="1267315013" sldId="285"/>
        </pc:sldMkLst>
        <pc:spChg chg="mod">
          <ac:chgData name="Ezra Ata" userId="c8268dc69760c301" providerId="Windows Live" clId="Web-{3CB3BFAA-FF0E-4D07-9B9E-F0BE860EB12C}" dt="2024-07-05T19:30:47.731" v="402" actId="1076"/>
          <ac:spMkLst>
            <pc:docMk/>
            <pc:sldMk cId="1267315013" sldId="285"/>
            <ac:spMk id="2" creationId="{5F53288F-D697-1CA2-B76D-F82174DE241A}"/>
          </ac:spMkLst>
        </pc:spChg>
        <pc:spChg chg="mod">
          <ac:chgData name="Ezra Ata" userId="c8268dc69760c301" providerId="Windows Live" clId="Web-{3CB3BFAA-FF0E-4D07-9B9E-F0BE860EB12C}" dt="2024-07-05T19:34:57.233" v="481" actId="20577"/>
          <ac:spMkLst>
            <pc:docMk/>
            <pc:sldMk cId="1267315013" sldId="285"/>
            <ac:spMk id="3" creationId="{9EA36228-3E20-D0B6-5905-F8B95DA20F9F}"/>
          </ac:spMkLst>
        </pc:spChg>
        <pc:spChg chg="mod">
          <ac:chgData name="Ezra Ata" userId="c8268dc69760c301" providerId="Windows Live" clId="Web-{3CB3BFAA-FF0E-4D07-9B9E-F0BE860EB12C}" dt="2024-07-05T19:31:59.726" v="418" actId="20577"/>
          <ac:spMkLst>
            <pc:docMk/>
            <pc:sldMk cId="1267315013" sldId="285"/>
            <ac:spMk id="4" creationId="{D98D57D9-8B39-B36A-7BD4-957C49BECAD3}"/>
          </ac:spMkLst>
        </pc:spChg>
        <pc:graphicFrameChg chg="del">
          <ac:chgData name="Ezra Ata" userId="c8268dc69760c301" providerId="Windows Live" clId="Web-{3CB3BFAA-FF0E-4D07-9B9E-F0BE860EB12C}" dt="2024-07-05T19:30:57.794" v="403"/>
          <ac:graphicFrameMkLst>
            <pc:docMk/>
            <pc:sldMk cId="1267315013" sldId="285"/>
            <ac:graphicFrameMk id="7" creationId="{C053A977-6A50-99F1-D9F6-01D04BD99B82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32:36.884" v="445"/>
          <ac:graphicFrameMkLst>
            <pc:docMk/>
            <pc:sldMk cId="1267315013" sldId="285"/>
            <ac:graphicFrameMk id="8" creationId="{83CF815D-C393-E6ED-B72E-7B83A085DFB2}"/>
          </ac:graphicFrameMkLst>
        </pc:graphicFrameChg>
        <pc:graphicFrameChg chg="del">
          <ac:chgData name="Ezra Ata" userId="c8268dc69760c301" providerId="Windows Live" clId="Web-{3CB3BFAA-FF0E-4D07-9B9E-F0BE860EB12C}" dt="2024-07-05T19:30:59.622" v="404"/>
          <ac:graphicFrameMkLst>
            <pc:docMk/>
            <pc:sldMk cId="1267315013" sldId="285"/>
            <ac:graphicFrameMk id="9" creationId="{8EBE4867-A7DF-3320-8A69-A846BDB8E401}"/>
          </ac:graphicFrameMkLst>
        </pc:graphicFrameChg>
        <pc:graphicFrameChg chg="del">
          <ac:chgData name="Ezra Ata" userId="c8268dc69760c301" providerId="Windows Live" clId="Web-{3CB3BFAA-FF0E-4D07-9B9E-F0BE860EB12C}" dt="2024-07-05T19:31:01.294" v="405"/>
          <ac:graphicFrameMkLst>
            <pc:docMk/>
            <pc:sldMk cId="1267315013" sldId="285"/>
            <ac:graphicFrameMk id="11" creationId="{A9D76A4A-C9BC-A491-9F8A-04A3BA9AB9EE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34:31.263" v="480"/>
          <ac:graphicFrameMkLst>
            <pc:docMk/>
            <pc:sldMk cId="1267315013" sldId="285"/>
            <ac:graphicFrameMk id="12" creationId="{D36D819F-4C45-D6CE-B3BE-F0BC9DCADD00}"/>
          </ac:graphicFrameMkLst>
        </pc:graphicFrameChg>
        <pc:graphicFrameChg chg="del">
          <ac:chgData name="Ezra Ata" userId="c8268dc69760c301" providerId="Windows Live" clId="Web-{3CB3BFAA-FF0E-4D07-9B9E-F0BE860EB12C}" dt="2024-07-05T19:31:02.950" v="406"/>
          <ac:graphicFrameMkLst>
            <pc:docMk/>
            <pc:sldMk cId="1267315013" sldId="285"/>
            <ac:graphicFrameMk id="13" creationId="{34C8606C-ABF9-B9F8-781E-6AC6C274E057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19:44:45.129" v="667"/>
        <pc:sldMkLst>
          <pc:docMk/>
          <pc:sldMk cId="1269482941" sldId="287"/>
        </pc:sldMkLst>
        <pc:spChg chg="mod">
          <ac:chgData name="Ezra Ata" userId="c8268dc69760c301" providerId="Windows Live" clId="Web-{3CB3BFAA-FF0E-4D07-9B9E-F0BE860EB12C}" dt="2024-07-05T19:38:58.242" v="569" actId="1076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Ezra Ata" userId="c8268dc69760c301" providerId="Windows Live" clId="Web-{3CB3BFAA-FF0E-4D07-9B9E-F0BE860EB12C}" dt="2024-07-05T19:40:17.480" v="582" actId="1076"/>
          <ac:spMkLst>
            <pc:docMk/>
            <pc:sldMk cId="1269482941" sldId="287"/>
            <ac:spMk id="3" creationId="{6894B957-7D2F-464C-DB8B-5E3E8F5605E3}"/>
          </ac:spMkLst>
        </pc:spChg>
        <pc:spChg chg="add del mod">
          <ac:chgData name="Ezra Ata" userId="c8268dc69760c301" providerId="Windows Live" clId="Web-{3CB3BFAA-FF0E-4D07-9B9E-F0BE860EB12C}" dt="2024-07-05T19:39:10.368" v="573"/>
          <ac:spMkLst>
            <pc:docMk/>
            <pc:sldMk cId="1269482941" sldId="287"/>
            <ac:spMk id="4" creationId="{37661CA6-5073-D27B-CE38-4A8D13B7A11F}"/>
          </ac:spMkLst>
        </pc:spChg>
        <pc:spChg chg="add mod">
          <ac:chgData name="Ezra Ata" userId="c8268dc69760c301" providerId="Windows Live" clId="Web-{3CB3BFAA-FF0E-4D07-9B9E-F0BE860EB12C}" dt="2024-07-05T19:44:26.660" v="641" actId="1076"/>
          <ac:spMkLst>
            <pc:docMk/>
            <pc:sldMk cId="1269482941" sldId="287"/>
            <ac:spMk id="8" creationId="{014CE6FC-20C8-7F2C-5457-A648CE7E9CF6}"/>
          </ac:spMkLst>
        </pc:spChg>
        <pc:graphicFrameChg chg="add mod modGraphic">
          <ac:chgData name="Ezra Ata" userId="c8268dc69760c301" providerId="Windows Live" clId="Web-{3CB3BFAA-FF0E-4D07-9B9E-F0BE860EB12C}" dt="2024-07-05T19:43:19.079" v="626"/>
          <ac:graphicFrameMkLst>
            <pc:docMk/>
            <pc:sldMk cId="1269482941" sldId="287"/>
            <ac:graphicFrameMk id="7" creationId="{C99AD782-DF05-EE2C-1B86-AF85CA00B544}"/>
          </ac:graphicFrameMkLst>
        </pc:graphicFrameChg>
        <pc:graphicFrameChg chg="del mod modGraphic">
          <ac:chgData name="Ezra Ata" userId="c8268dc69760c301" providerId="Windows Live" clId="Web-{3CB3BFAA-FF0E-4D07-9B9E-F0BE860EB12C}" dt="2024-07-05T19:40:24.074" v="585"/>
          <ac:graphicFrameMkLst>
            <pc:docMk/>
            <pc:sldMk cId="1269482941" sldId="287"/>
            <ac:graphicFrameMk id="9" creationId="{41B056A6-2641-36AF-6A14-72D3BA7D7958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44:45.129" v="667"/>
          <ac:graphicFrameMkLst>
            <pc:docMk/>
            <pc:sldMk cId="1269482941" sldId="287"/>
            <ac:graphicFrameMk id="11" creationId="{B4EDEBFB-222A-7679-4960-6800CC6BE1F4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0:01:04.383" v="941"/>
        <pc:sldMkLst>
          <pc:docMk/>
          <pc:sldMk cId="3894976984" sldId="288"/>
        </pc:sldMkLst>
        <pc:spChg chg="mod">
          <ac:chgData name="Ezra Ata" userId="c8268dc69760c301" providerId="Windows Live" clId="Web-{3CB3BFAA-FF0E-4D07-9B9E-F0BE860EB12C}" dt="2024-07-05T19:56:42.763" v="854" actId="20577"/>
          <ac:spMkLst>
            <pc:docMk/>
            <pc:sldMk cId="3894976984" sldId="288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19:58:05.516" v="861" actId="20577"/>
          <ac:spMkLst>
            <pc:docMk/>
            <pc:sldMk cId="3894976984" sldId="288"/>
            <ac:spMk id="4" creationId="{AE510471-877D-E8CD-62A0-16E26F909B3A}"/>
          </ac:spMkLst>
        </pc:spChg>
        <pc:spChg chg="add mod">
          <ac:chgData name="Ezra Ata" userId="c8268dc69760c301" providerId="Windows Live" clId="Web-{3CB3BFAA-FF0E-4D07-9B9E-F0BE860EB12C}" dt="2024-07-05T20:00:04.583" v="909" actId="20577"/>
          <ac:spMkLst>
            <pc:docMk/>
            <pc:sldMk cId="3894976984" sldId="288"/>
            <ac:spMk id="8" creationId="{303962B8-EB05-8849-7906-A5AA829158D4}"/>
          </ac:spMkLst>
        </pc:spChg>
        <pc:graphicFrameChg chg="add mod modGraphic">
          <ac:chgData name="Ezra Ata" userId="c8268dc69760c301" providerId="Windows Live" clId="Web-{3CB3BFAA-FF0E-4D07-9B9E-F0BE860EB12C}" dt="2024-07-05T19:58:54.284" v="893"/>
          <ac:graphicFrameMkLst>
            <pc:docMk/>
            <pc:sldMk cId="3894976984" sldId="288"/>
            <ac:graphicFrameMk id="6" creationId="{64BF8101-5663-2C7E-62A2-F9A0733A91B4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01:04.383" v="941"/>
          <ac:graphicFrameMkLst>
            <pc:docMk/>
            <pc:sldMk cId="3894976984" sldId="288"/>
            <ac:graphicFrameMk id="10" creationId="{99700C61-B449-9164-5E92-194966F6EE2B}"/>
          </ac:graphicFrameMkLst>
        </pc:graphicFrameChg>
        <pc:picChg chg="del">
          <ac:chgData name="Ezra Ata" userId="c8268dc69760c301" providerId="Windows Live" clId="Web-{3CB3BFAA-FF0E-4D07-9B9E-F0BE860EB12C}" dt="2024-07-05T19:56:46.591" v="856"/>
          <ac:picMkLst>
            <pc:docMk/>
            <pc:sldMk cId="3894976984" sldId="288"/>
            <ac:picMk id="3" creationId="{6F36768C-977A-3D81-3172-BC64AEB3D0F4}"/>
          </ac:picMkLst>
        </pc:picChg>
      </pc:sldChg>
      <pc:sldChg chg="addSp delSp modSp">
        <pc:chgData name="Ezra Ata" userId="c8268dc69760c301" providerId="Windows Live" clId="Web-{3CB3BFAA-FF0E-4D07-9B9E-F0BE860EB12C}" dt="2024-07-05T19:56:23.231" v="852"/>
        <pc:sldMkLst>
          <pc:docMk/>
          <pc:sldMk cId="1766831829" sldId="289"/>
        </pc:sldMkLst>
        <pc:spChg chg="mod">
          <ac:chgData name="Ezra Ata" userId="c8268dc69760c301" providerId="Windows Live" clId="Web-{3CB3BFAA-FF0E-4D07-9B9E-F0BE860EB12C}" dt="2024-07-05T19:53:06.692" v="768" actId="20577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Ezra Ata" userId="c8268dc69760c301" providerId="Windows Live" clId="Web-{3CB3BFAA-FF0E-4D07-9B9E-F0BE860EB12C}" dt="2024-07-05T19:53:33.131" v="771" actId="20577"/>
          <ac:spMkLst>
            <pc:docMk/>
            <pc:sldMk cId="1766831829" sldId="289"/>
            <ac:spMk id="4" creationId="{CCE1343B-D448-0F3D-2A82-B1953503574C}"/>
          </ac:spMkLst>
        </pc:spChg>
        <pc:spChg chg="mod">
          <ac:chgData name="Ezra Ata" userId="c8268dc69760c301" providerId="Windows Live" clId="Web-{3CB3BFAA-FF0E-4D07-9B9E-F0BE860EB12C}" dt="2024-07-05T19:54:50.165" v="798" actId="1076"/>
          <ac:spMkLst>
            <pc:docMk/>
            <pc:sldMk cId="1766831829" sldId="289"/>
            <ac:spMk id="8" creationId="{1E6B4726-B887-AE65-79C3-09810318F35C}"/>
          </ac:spMkLst>
        </pc:spChg>
        <pc:spChg chg="mod">
          <ac:chgData name="Ezra Ata" userId="c8268dc69760c301" providerId="Windows Live" clId="Web-{3CB3BFAA-FF0E-4D07-9B9E-F0BE860EB12C}" dt="2024-07-05T19:55:01.962" v="802" actId="20577"/>
          <ac:spMkLst>
            <pc:docMk/>
            <pc:sldMk cId="1766831829" sldId="289"/>
            <ac:spMk id="10" creationId="{700C974D-61B6-D41D-13F6-307570177200}"/>
          </ac:spMkLst>
        </pc:spChg>
        <pc:graphicFrameChg chg="del">
          <ac:chgData name="Ezra Ata" userId="c8268dc69760c301" providerId="Windows Live" clId="Web-{3CB3BFAA-FF0E-4D07-9B9E-F0BE860EB12C}" dt="2024-07-05T19:53:35.553" v="772"/>
          <ac:graphicFrameMkLst>
            <pc:docMk/>
            <pc:sldMk cId="1766831829" sldId="289"/>
            <ac:graphicFrameMk id="6" creationId="{26CA1933-D81E-3CF9-26CE-AC9B7ACDD7FD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54:03.679" v="792"/>
          <ac:graphicFrameMkLst>
            <pc:docMk/>
            <pc:sldMk cId="1766831829" sldId="289"/>
            <ac:graphicFrameMk id="7" creationId="{359E992A-C64D-768F-0B1F-43C4F41D54CD}"/>
          </ac:graphicFrameMkLst>
        </pc:graphicFrameChg>
        <pc:graphicFrameChg chg="del">
          <ac:chgData name="Ezra Ata" userId="c8268dc69760c301" providerId="Windows Live" clId="Web-{3CB3BFAA-FF0E-4D07-9B9E-F0BE860EB12C}" dt="2024-07-05T19:54:23.211" v="794"/>
          <ac:graphicFrameMkLst>
            <pc:docMk/>
            <pc:sldMk cId="1766831829" sldId="289"/>
            <ac:graphicFrameMk id="9" creationId="{83FEF7A7-39A6-0071-1DCD-CD0150E75A18}"/>
          </ac:graphicFrameMkLst>
        </pc:graphicFrameChg>
        <pc:graphicFrameChg chg="del">
          <ac:chgData name="Ezra Ata" userId="c8268dc69760c301" providerId="Windows Live" clId="Web-{3CB3BFAA-FF0E-4D07-9B9E-F0BE860EB12C}" dt="2024-07-05T19:55:42.558" v="824"/>
          <ac:graphicFrameMkLst>
            <pc:docMk/>
            <pc:sldMk cId="1766831829" sldId="289"/>
            <ac:graphicFrameMk id="12" creationId="{FBEC1647-614F-551F-07D6-190CF2229290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55:38.370" v="823"/>
          <ac:graphicFrameMkLst>
            <pc:docMk/>
            <pc:sldMk cId="1766831829" sldId="289"/>
            <ac:graphicFrameMk id="13" creationId="{62F8803D-0FE8-DAFD-6CBC-2E0085C7F993}"/>
          </ac:graphicFrameMkLst>
        </pc:graphicFrameChg>
        <pc:graphicFrameChg chg="add mod modGraphic">
          <ac:chgData name="Ezra Ata" userId="c8268dc69760c301" providerId="Windows Live" clId="Web-{3CB3BFAA-FF0E-4D07-9B9E-F0BE860EB12C}" dt="2024-07-05T19:56:23.231" v="852"/>
          <ac:graphicFrameMkLst>
            <pc:docMk/>
            <pc:sldMk cId="1766831829" sldId="289"/>
            <ac:graphicFrameMk id="15" creationId="{D92A4269-08B0-985E-D369-03CFED0E2800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0:06:20.176" v="1049" actId="1076"/>
        <pc:sldMkLst>
          <pc:docMk/>
          <pc:sldMk cId="570267780" sldId="290"/>
        </pc:sldMkLst>
        <pc:spChg chg="mod">
          <ac:chgData name="Ezra Ata" userId="c8268dc69760c301" providerId="Windows Live" clId="Web-{3CB3BFAA-FF0E-4D07-9B9E-F0BE860EB12C}" dt="2024-07-05T20:02:26.276" v="943" actId="20577"/>
          <ac:spMkLst>
            <pc:docMk/>
            <pc:sldMk cId="570267780" sldId="290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06:15.317" v="1048" actId="1076"/>
          <ac:spMkLst>
            <pc:docMk/>
            <pc:sldMk cId="570267780" sldId="290"/>
            <ac:spMk id="4" creationId="{AE510471-877D-E8CD-62A0-16E26F909B3A}"/>
          </ac:spMkLst>
        </pc:spChg>
        <pc:spChg chg="mod">
          <ac:chgData name="Ezra Ata" userId="c8268dc69760c301" providerId="Windows Live" clId="Web-{3CB3BFAA-FF0E-4D07-9B9E-F0BE860EB12C}" dt="2024-07-05T20:03:07.513" v="948" actId="20577"/>
          <ac:spMkLst>
            <pc:docMk/>
            <pc:sldMk cId="570267780" sldId="290"/>
            <ac:spMk id="6" creationId="{B58AB795-24AF-5BDC-AF9F-0B7F7A5FF4FF}"/>
          </ac:spMkLst>
        </pc:spChg>
        <pc:spChg chg="del mod">
          <ac:chgData name="Ezra Ata" userId="c8268dc69760c301" providerId="Windows Live" clId="Web-{3CB3BFAA-FF0E-4D07-9B9E-F0BE860EB12C}" dt="2024-07-05T20:05:10.252" v="1006"/>
          <ac:spMkLst>
            <pc:docMk/>
            <pc:sldMk cId="570267780" sldId="290"/>
            <ac:spMk id="8" creationId="{EBF90DF6-9AF2-0EB6-B1E6-A2D6B4AEC619}"/>
          </ac:spMkLst>
        </pc:spChg>
        <pc:graphicFrameChg chg="del">
          <ac:chgData name="Ezra Ata" userId="c8268dc69760c301" providerId="Windows Live" clId="Web-{3CB3BFAA-FF0E-4D07-9B9E-F0BE860EB12C}" dt="2024-07-05T20:03:09.481" v="949"/>
          <ac:graphicFrameMkLst>
            <pc:docMk/>
            <pc:sldMk cId="570267780" sldId="290"/>
            <ac:graphicFrameMk id="5" creationId="{A1889008-BBA8-F669-17A2-E739659E445A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04:40.047" v="981" actId="1076"/>
          <ac:graphicFrameMkLst>
            <pc:docMk/>
            <pc:sldMk cId="570267780" sldId="290"/>
            <ac:graphicFrameMk id="9" creationId="{0B30B2E3-6C27-E78A-BC2C-3AAF8931CF7D}"/>
          </ac:graphicFrameMkLst>
        </pc:graphicFrameChg>
        <pc:graphicFrameChg chg="del mod modGraphic">
          <ac:chgData name="Ezra Ata" userId="c8268dc69760c301" providerId="Windows Live" clId="Web-{3CB3BFAA-FF0E-4D07-9B9E-F0BE860EB12C}" dt="2024-07-05T20:05:11.502" v="1007"/>
          <ac:graphicFrameMkLst>
            <pc:docMk/>
            <pc:sldMk cId="570267780" sldId="290"/>
            <ac:graphicFrameMk id="10" creationId="{CDCC0AF2-A532-9409-DE2F-A2784354F95D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06:20.176" v="1049" actId="1076"/>
          <ac:graphicFrameMkLst>
            <pc:docMk/>
            <pc:sldMk cId="570267780" sldId="290"/>
            <ac:graphicFrameMk id="12" creationId="{9842576E-D12F-82E6-E74F-406890512281}"/>
          </ac:graphicFrameMkLst>
        </pc:graphicFrameChg>
      </pc:sldChg>
      <pc:sldChg chg="delSp modSp">
        <pc:chgData name="Ezra Ata" userId="c8268dc69760c301" providerId="Windows Live" clId="Web-{3CB3BFAA-FF0E-4D07-9B9E-F0BE860EB12C}" dt="2024-07-05T20:08:32.869" v="1091" actId="20577"/>
        <pc:sldMkLst>
          <pc:docMk/>
          <pc:sldMk cId="3773754648" sldId="291"/>
        </pc:sldMkLst>
        <pc:spChg chg="mod">
          <ac:chgData name="Ezra Ata" userId="c8268dc69760c301" providerId="Windows Live" clId="Web-{3CB3BFAA-FF0E-4D07-9B9E-F0BE860EB12C}" dt="2024-07-05T20:06:52.678" v="1053" actId="1076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08:32.869" v="1091" actId="20577"/>
          <ac:spMkLst>
            <pc:docMk/>
            <pc:sldMk cId="3773754648" sldId="291"/>
            <ac:spMk id="4" creationId="{AE510471-877D-E8CD-62A0-16E26F909B3A}"/>
          </ac:spMkLst>
        </pc:spChg>
        <pc:spChg chg="del">
          <ac:chgData name="Ezra Ata" userId="c8268dc69760c301" providerId="Windows Live" clId="Web-{3CB3BFAA-FF0E-4D07-9B9E-F0BE860EB12C}" dt="2024-07-05T20:07:23.648" v="1072"/>
          <ac:spMkLst>
            <pc:docMk/>
            <pc:sldMk cId="3773754648" sldId="291"/>
            <ac:spMk id="11" creationId="{B49789EF-DCA8-B961-CDF3-74B045A94995}"/>
          </ac:spMkLst>
        </pc:spChg>
        <pc:spChg chg="del">
          <ac:chgData name="Ezra Ata" userId="c8268dc69760c301" providerId="Windows Live" clId="Web-{3CB3BFAA-FF0E-4D07-9B9E-F0BE860EB12C}" dt="2024-07-05T20:07:26.741" v="1073"/>
          <ac:spMkLst>
            <pc:docMk/>
            <pc:sldMk cId="3773754648" sldId="291"/>
            <ac:spMk id="12" creationId="{07310B4C-2FFE-037A-F3D5-1AA439EF61A7}"/>
          </ac:spMkLst>
        </pc:spChg>
        <pc:spChg chg="del">
          <ac:chgData name="Ezra Ata" userId="c8268dc69760c301" providerId="Windows Live" clId="Web-{3CB3BFAA-FF0E-4D07-9B9E-F0BE860EB12C}" dt="2024-07-05T20:07:28.804" v="1074"/>
          <ac:spMkLst>
            <pc:docMk/>
            <pc:sldMk cId="3773754648" sldId="291"/>
            <ac:spMk id="15" creationId="{11DF1EE5-AE8B-CF2E-CC43-75858BDDE06D}"/>
          </ac:spMkLst>
        </pc:spChg>
        <pc:graphicFrameChg chg="del mod modGraphic">
          <ac:chgData name="Ezra Ata" userId="c8268dc69760c301" providerId="Windows Live" clId="Web-{3CB3BFAA-FF0E-4D07-9B9E-F0BE860EB12C}" dt="2024-07-05T20:06:57.209" v="1056"/>
          <ac:graphicFrameMkLst>
            <pc:docMk/>
            <pc:sldMk cId="3773754648" sldId="291"/>
            <ac:graphicFrameMk id="5" creationId="{F643B47C-0C45-D3FB-9B18-9B955433F57A}"/>
          </ac:graphicFrameMkLst>
        </pc:graphicFrameChg>
        <pc:graphicFrameChg chg="del">
          <ac:chgData name="Ezra Ata" userId="c8268dc69760c301" providerId="Windows Live" clId="Web-{3CB3BFAA-FF0E-4D07-9B9E-F0BE860EB12C}" dt="2024-07-05T20:07:01.631" v="1057"/>
          <ac:graphicFrameMkLst>
            <pc:docMk/>
            <pc:sldMk cId="3773754648" sldId="291"/>
            <ac:graphicFrameMk id="14" creationId="{82250350-28F8-D9CC-C1BF-0CED311E1C7C}"/>
          </ac:graphicFrameMkLst>
        </pc:graphicFrameChg>
        <pc:graphicFrameChg chg="del mod modGraphic">
          <ac:chgData name="Ezra Ata" userId="c8268dc69760c301" providerId="Windows Live" clId="Web-{3CB3BFAA-FF0E-4D07-9B9E-F0BE860EB12C}" dt="2024-07-05T20:07:04.709" v="1068"/>
          <ac:graphicFrameMkLst>
            <pc:docMk/>
            <pc:sldMk cId="3773754648" sldId="291"/>
            <ac:graphicFrameMk id="17" creationId="{B690C1B7-53B5-267E-2434-83485B612161}"/>
          </ac:graphicFrameMkLst>
        </pc:graphicFrameChg>
      </pc:sldChg>
      <pc:sldChg chg="addSp modSp">
        <pc:chgData name="Ezra Ata" userId="c8268dc69760c301" providerId="Windows Live" clId="Web-{3CB3BFAA-FF0E-4D07-9B9E-F0BE860EB12C}" dt="2024-07-05T20:16:23.215" v="1210" actId="1076"/>
        <pc:sldMkLst>
          <pc:docMk/>
          <pc:sldMk cId="799708198" sldId="292"/>
        </pc:sldMkLst>
        <pc:spChg chg="mod">
          <ac:chgData name="Ezra Ata" userId="c8268dc69760c301" providerId="Windows Live" clId="Web-{3CB3BFAA-FF0E-4D07-9B9E-F0BE860EB12C}" dt="2024-07-05T20:08:55.604" v="1093" actId="20577"/>
          <ac:spMkLst>
            <pc:docMk/>
            <pc:sldMk cId="799708198" sldId="292"/>
            <ac:spMk id="2" creationId="{8156B364-19B5-5070-704F-AE2745EB0F50}"/>
          </ac:spMkLst>
        </pc:spChg>
        <pc:spChg chg="add mod">
          <ac:chgData name="Ezra Ata" userId="c8268dc69760c301" providerId="Windows Live" clId="Web-{3CB3BFAA-FF0E-4D07-9B9E-F0BE860EB12C}" dt="2024-07-05T20:14:34.305" v="1174"/>
          <ac:spMkLst>
            <pc:docMk/>
            <pc:sldMk cId="799708198" sldId="292"/>
            <ac:spMk id="3" creationId="{D1D359C4-6F43-2F6B-A886-9716E4748A7C}"/>
          </ac:spMkLst>
        </pc:spChg>
        <pc:spChg chg="mod">
          <ac:chgData name="Ezra Ata" userId="c8268dc69760c301" providerId="Windows Live" clId="Web-{3CB3BFAA-FF0E-4D07-9B9E-F0BE860EB12C}" dt="2024-07-05T20:14:06.116" v="1159" actId="20577"/>
          <ac:spMkLst>
            <pc:docMk/>
            <pc:sldMk cId="799708198" sldId="292"/>
            <ac:spMk id="4" creationId="{AE510471-877D-E8CD-62A0-16E26F909B3A}"/>
          </ac:spMkLst>
        </pc:spChg>
        <pc:spChg chg="add mod">
          <ac:chgData name="Ezra Ata" userId="c8268dc69760c301" providerId="Windows Live" clId="Web-{3CB3BFAA-FF0E-4D07-9B9E-F0BE860EB12C}" dt="2024-07-05T20:16:06.590" v="1208" actId="1076"/>
          <ac:spMkLst>
            <pc:docMk/>
            <pc:sldMk cId="799708198" sldId="292"/>
            <ac:spMk id="10" creationId="{5D383DB6-B522-84BF-1368-424D3D947959}"/>
          </ac:spMkLst>
        </pc:spChg>
        <pc:graphicFrameChg chg="add mod modGraphic">
          <ac:chgData name="Ezra Ata" userId="c8268dc69760c301" providerId="Windows Live" clId="Web-{3CB3BFAA-FF0E-4D07-9B9E-F0BE860EB12C}" dt="2024-07-05T20:13:09.426" v="1143" actId="1076"/>
          <ac:graphicFrameMkLst>
            <pc:docMk/>
            <pc:sldMk cId="799708198" sldId="292"/>
            <ac:graphicFrameMk id="6" creationId="{D4A949FF-8804-5828-F085-CD0B2942A83A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13:43.772" v="1156"/>
          <ac:graphicFrameMkLst>
            <pc:docMk/>
            <pc:sldMk cId="799708198" sldId="292"/>
            <ac:graphicFrameMk id="9" creationId="{43B60017-AC17-043B-8D63-4D28F1E762CE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16:23.215" v="1210" actId="1076"/>
          <ac:graphicFrameMkLst>
            <pc:docMk/>
            <pc:sldMk cId="799708198" sldId="292"/>
            <ac:graphicFrameMk id="12" creationId="{AE153A97-1AF8-59ED-5826-3714D643CF8F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0:21:59.025" v="1301" actId="1076"/>
        <pc:sldMkLst>
          <pc:docMk/>
          <pc:sldMk cId="4183094101" sldId="293"/>
        </pc:sldMkLst>
        <pc:spChg chg="mod">
          <ac:chgData name="Ezra Ata" userId="c8268dc69760c301" providerId="Windows Live" clId="Web-{3CB3BFAA-FF0E-4D07-9B9E-F0BE860EB12C}" dt="2024-07-05T20:16:48.544" v="1214" actId="20577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21:11.039" v="1282" actId="1076"/>
          <ac:spMkLst>
            <pc:docMk/>
            <pc:sldMk cId="4183094101" sldId="293"/>
            <ac:spMk id="3" creationId="{A05AC7B9-0B6C-E791-1F7B-05D301E875F9}"/>
          </ac:spMkLst>
        </pc:spChg>
        <pc:spChg chg="mod">
          <ac:chgData name="Ezra Ata" userId="c8268dc69760c301" providerId="Windows Live" clId="Web-{3CB3BFAA-FF0E-4D07-9B9E-F0BE860EB12C}" dt="2024-07-05T20:19:05.284" v="1228" actId="1076"/>
          <ac:spMkLst>
            <pc:docMk/>
            <pc:sldMk cId="4183094101" sldId="293"/>
            <ac:spMk id="4" creationId="{AE510471-877D-E8CD-62A0-16E26F909B3A}"/>
          </ac:spMkLst>
        </pc:spChg>
        <pc:spChg chg="del">
          <ac:chgData name="Ezra Ata" userId="c8268dc69760c301" providerId="Windows Live" clId="Web-{3CB3BFAA-FF0E-4D07-9B9E-F0BE860EB12C}" dt="2024-07-05T20:18:55.768" v="1225"/>
          <ac:spMkLst>
            <pc:docMk/>
            <pc:sldMk cId="4183094101" sldId="293"/>
            <ac:spMk id="12" creationId="{07310B4C-2FFE-037A-F3D5-1AA439EF61A7}"/>
          </ac:spMkLst>
        </pc:spChg>
        <pc:graphicFrameChg chg="add mod modGraphic">
          <ac:chgData name="Ezra Ata" userId="c8268dc69760c301" providerId="Windows Live" clId="Web-{3CB3BFAA-FF0E-4D07-9B9E-F0BE860EB12C}" dt="2024-07-05T20:19:50.395" v="1253"/>
          <ac:graphicFrameMkLst>
            <pc:docMk/>
            <pc:sldMk cId="4183094101" sldId="293"/>
            <ac:graphicFrameMk id="6" creationId="{4BAAA8E5-5E14-1C45-3C46-99FF12C6FF54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21:54.978" v="1299"/>
          <ac:graphicFrameMkLst>
            <pc:docMk/>
            <pc:sldMk cId="4183094101" sldId="293"/>
            <ac:graphicFrameMk id="9" creationId="{6831A1DF-25BB-8796-130F-BCD2A9F102FB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21:59.025" v="1301" actId="1076"/>
          <ac:graphicFrameMkLst>
            <pc:docMk/>
            <pc:sldMk cId="4183094101" sldId="293"/>
            <ac:graphicFrameMk id="11" creationId="{94A9D946-09BB-9C1C-8C79-45C17EC5D7BE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0:25:16.830" v="1385"/>
        <pc:sldMkLst>
          <pc:docMk/>
          <pc:sldMk cId="3366650810" sldId="294"/>
        </pc:sldMkLst>
        <pc:spChg chg="mod">
          <ac:chgData name="Ezra Ata" userId="c8268dc69760c301" providerId="Windows Live" clId="Web-{3CB3BFAA-FF0E-4D07-9B9E-F0BE860EB12C}" dt="2024-07-05T20:22:37.230" v="1303" actId="20577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23:21.091" v="1316" actId="14100"/>
          <ac:spMkLst>
            <pc:docMk/>
            <pc:sldMk cId="3366650810" sldId="294"/>
            <ac:spMk id="4" creationId="{AE510471-877D-E8CD-62A0-16E26F909B3A}"/>
          </ac:spMkLst>
        </pc:spChg>
        <pc:spChg chg="del">
          <ac:chgData name="Ezra Ata" userId="c8268dc69760c301" providerId="Windows Live" clId="Web-{3CB3BFAA-FF0E-4D07-9B9E-F0BE860EB12C}" dt="2024-07-05T20:23:01.012" v="1306"/>
          <ac:spMkLst>
            <pc:docMk/>
            <pc:sldMk cId="3366650810" sldId="294"/>
            <ac:spMk id="5" creationId="{ACFF8F32-C780-4169-2CEA-0A3FACE998FD}"/>
          </ac:spMkLst>
        </pc:spChg>
        <pc:graphicFrameChg chg="add mod modGraphic">
          <ac:chgData name="Ezra Ata" userId="c8268dc69760c301" providerId="Windows Live" clId="Web-{3CB3BFAA-FF0E-4D07-9B9E-F0BE860EB12C}" dt="2024-07-05T20:24:07.983" v="1346"/>
          <ac:graphicFrameMkLst>
            <pc:docMk/>
            <pc:sldMk cId="3366650810" sldId="294"/>
            <ac:graphicFrameMk id="6" creationId="{424D2B72-4F71-CCF4-21E7-D316B57A51B0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24:52.907" v="1371"/>
          <ac:graphicFrameMkLst>
            <pc:docMk/>
            <pc:sldMk cId="3366650810" sldId="294"/>
            <ac:graphicFrameMk id="9" creationId="{E5C7642E-9242-1AD0-A8D6-D4D2A5E8E91E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25:16.830" v="1385"/>
          <ac:graphicFrameMkLst>
            <pc:docMk/>
            <pc:sldMk cId="3366650810" sldId="294"/>
            <ac:graphicFrameMk id="11" creationId="{D2B5451D-6EBE-6E2F-87DD-B770910EBA31}"/>
          </ac:graphicFrameMkLst>
        </pc:graphicFrameChg>
      </pc:sldChg>
      <pc:sldChg chg="addSp modSp">
        <pc:chgData name="Ezra Ata" userId="c8268dc69760c301" providerId="Windows Live" clId="Web-{3CB3BFAA-FF0E-4D07-9B9E-F0BE860EB12C}" dt="2024-07-05T20:31:19.956" v="1504"/>
        <pc:sldMkLst>
          <pc:docMk/>
          <pc:sldMk cId="3711437500" sldId="295"/>
        </pc:sldMkLst>
        <pc:spChg chg="mod">
          <ac:chgData name="Ezra Ata" userId="c8268dc69760c301" providerId="Windows Live" clId="Web-{3CB3BFAA-FF0E-4D07-9B9E-F0BE860EB12C}" dt="2024-07-05T20:26:09.582" v="1387" actId="20577"/>
          <ac:spMkLst>
            <pc:docMk/>
            <pc:sldMk cId="3711437500" sldId="295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28:02.289" v="1422" actId="20577"/>
          <ac:spMkLst>
            <pc:docMk/>
            <pc:sldMk cId="3711437500" sldId="295"/>
            <ac:spMk id="4" creationId="{AE510471-877D-E8CD-62A0-16E26F909B3A}"/>
          </ac:spMkLst>
        </pc:spChg>
        <pc:spChg chg="mod">
          <ac:chgData name="Ezra Ata" userId="c8268dc69760c301" providerId="Windows Live" clId="Web-{3CB3BFAA-FF0E-4D07-9B9E-F0BE860EB12C}" dt="2024-07-05T20:28:52.262" v="1431" actId="1076"/>
          <ac:spMkLst>
            <pc:docMk/>
            <pc:sldMk cId="3711437500" sldId="295"/>
            <ac:spMk id="12" creationId="{07310B4C-2FFE-037A-F3D5-1AA439EF61A7}"/>
          </ac:spMkLst>
        </pc:spChg>
        <pc:graphicFrameChg chg="add mod modGraphic">
          <ac:chgData name="Ezra Ata" userId="c8268dc69760c301" providerId="Windows Live" clId="Web-{3CB3BFAA-FF0E-4D07-9B9E-F0BE860EB12C}" dt="2024-07-05T20:28:04.461" v="1423" actId="1076"/>
          <ac:graphicFrameMkLst>
            <pc:docMk/>
            <pc:sldMk cId="3711437500" sldId="295"/>
            <ac:graphicFrameMk id="5" creationId="{C0E65FDA-DF6E-8B75-465E-3B1D5AB0BEED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29:23.451" v="1455"/>
          <ac:graphicFrameMkLst>
            <pc:docMk/>
            <pc:sldMk cId="3711437500" sldId="295"/>
            <ac:graphicFrameMk id="6" creationId="{A478EFF6-43F3-505E-17CD-FCE8E6E39A31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30:59.455" v="1490"/>
          <ac:graphicFrameMkLst>
            <pc:docMk/>
            <pc:sldMk cId="3711437500" sldId="295"/>
            <ac:graphicFrameMk id="9" creationId="{A8E5E132-37A2-5C9D-A783-4E47DBF9C1B0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31:19.956" v="1504"/>
          <ac:graphicFrameMkLst>
            <pc:docMk/>
            <pc:sldMk cId="3711437500" sldId="295"/>
            <ac:graphicFrameMk id="11" creationId="{BEA929C0-FE82-D8F4-E3C1-3D4A8ABE2F13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0:39:40.632" v="1635" actId="1076"/>
        <pc:sldMkLst>
          <pc:docMk/>
          <pc:sldMk cId="244083340" sldId="296"/>
        </pc:sldMkLst>
        <pc:spChg chg="mod">
          <ac:chgData name="Ezra Ata" userId="c8268dc69760c301" providerId="Windows Live" clId="Web-{3CB3BFAA-FF0E-4D07-9B9E-F0BE860EB12C}" dt="2024-07-05T20:38:54.818" v="1623" actId="20577"/>
          <ac:spMkLst>
            <pc:docMk/>
            <pc:sldMk cId="244083340" sldId="296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39:17.162" v="1628" actId="20577"/>
          <ac:spMkLst>
            <pc:docMk/>
            <pc:sldMk cId="244083340" sldId="296"/>
            <ac:spMk id="4" creationId="{AE510471-877D-E8CD-62A0-16E26F909B3A}"/>
          </ac:spMkLst>
        </pc:spChg>
        <pc:graphicFrameChg chg="del">
          <ac:chgData name="Ezra Ata" userId="c8268dc69760c301" providerId="Windows Live" clId="Web-{3CB3BFAA-FF0E-4D07-9B9E-F0BE860EB12C}" dt="2024-07-05T20:39:17.069" v="1626"/>
          <ac:graphicFrameMkLst>
            <pc:docMk/>
            <pc:sldMk cId="244083340" sldId="296"/>
            <ac:graphicFrameMk id="9" creationId="{BD7051FC-BF7E-91FD-D6C2-51E75B748AC9}"/>
          </ac:graphicFrameMkLst>
        </pc:graphicFrameChg>
        <pc:picChg chg="add mod">
          <ac:chgData name="Ezra Ata" userId="c8268dc69760c301" providerId="Windows Live" clId="Web-{3CB3BFAA-FF0E-4D07-9B9E-F0BE860EB12C}" dt="2024-07-05T20:39:40.632" v="1635" actId="1076"/>
          <ac:picMkLst>
            <pc:docMk/>
            <pc:sldMk cId="244083340" sldId="296"/>
            <ac:picMk id="3" creationId="{0BB8E76D-0A53-A2D4-09D4-0B4E29821184}"/>
          </ac:picMkLst>
        </pc:picChg>
      </pc:sldChg>
      <pc:sldChg chg="addSp delSp modSp">
        <pc:chgData name="Ezra Ata" userId="c8268dc69760c301" providerId="Windows Live" clId="Web-{3CB3BFAA-FF0E-4D07-9B9E-F0BE860EB12C}" dt="2024-07-05T20:45:01.583" v="1739"/>
        <pc:sldMkLst>
          <pc:docMk/>
          <pc:sldMk cId="1972997762" sldId="297"/>
        </pc:sldMkLst>
        <pc:spChg chg="mod">
          <ac:chgData name="Ezra Ata" userId="c8268dc69760c301" providerId="Windows Live" clId="Web-{3CB3BFAA-FF0E-4D07-9B9E-F0BE860EB12C}" dt="2024-07-05T20:39:58.008" v="1639" actId="1076"/>
          <ac:spMkLst>
            <pc:docMk/>
            <pc:sldMk cId="1972997762" sldId="297"/>
            <ac:spMk id="2" creationId="{8156B364-19B5-5070-704F-AE2745EB0F50}"/>
          </ac:spMkLst>
        </pc:spChg>
        <pc:spChg chg="add mod">
          <ac:chgData name="Ezra Ata" userId="c8268dc69760c301" providerId="Windows Live" clId="Web-{3CB3BFAA-FF0E-4D07-9B9E-F0BE860EB12C}" dt="2024-07-05T20:44:37.675" v="1713" actId="20577"/>
          <ac:spMkLst>
            <pc:docMk/>
            <pc:sldMk cId="1972997762" sldId="297"/>
            <ac:spMk id="3" creationId="{62CCB0D0-3BDA-AF15-1701-F7A675C0F5B2}"/>
          </ac:spMkLst>
        </pc:spChg>
        <pc:spChg chg="mod">
          <ac:chgData name="Ezra Ata" userId="c8268dc69760c301" providerId="Windows Live" clId="Web-{3CB3BFAA-FF0E-4D07-9B9E-F0BE860EB12C}" dt="2024-07-05T20:43:43.798" v="1691" actId="20577"/>
          <ac:spMkLst>
            <pc:docMk/>
            <pc:sldMk cId="1972997762" sldId="297"/>
            <ac:spMk id="4" creationId="{AE510471-877D-E8CD-62A0-16E26F909B3A}"/>
          </ac:spMkLst>
        </pc:spChg>
        <pc:graphicFrameChg chg="del">
          <ac:chgData name="Ezra Ata" userId="c8268dc69760c301" providerId="Windows Live" clId="Web-{3CB3BFAA-FF0E-4D07-9B9E-F0BE860EB12C}" dt="2024-07-05T20:40:11.274" v="1644"/>
          <ac:graphicFrameMkLst>
            <pc:docMk/>
            <pc:sldMk cId="1972997762" sldId="297"/>
            <ac:graphicFrameMk id="5" creationId="{668C742E-6EBD-61E6-BC71-52B624C5E5F7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45:01.583" v="1739"/>
          <ac:graphicFrameMkLst>
            <pc:docMk/>
            <pc:sldMk cId="1972997762" sldId="297"/>
            <ac:graphicFrameMk id="8" creationId="{24072E96-D698-10EB-5489-65A4F36EBDFB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0:52:23.241" v="1879" actId="1076"/>
        <pc:sldMkLst>
          <pc:docMk/>
          <pc:sldMk cId="1678274442" sldId="298"/>
        </pc:sldMkLst>
        <pc:spChg chg="mod">
          <ac:chgData name="Ezra Ata" userId="c8268dc69760c301" providerId="Windows Live" clId="Web-{3CB3BFAA-FF0E-4D07-9B9E-F0BE860EB12C}" dt="2024-07-05T20:45:26.084" v="1743" actId="20577"/>
          <ac:spMkLst>
            <pc:docMk/>
            <pc:sldMk cId="1678274442" sldId="298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51:30.895" v="1849" actId="14100"/>
          <ac:spMkLst>
            <pc:docMk/>
            <pc:sldMk cId="1678274442" sldId="298"/>
            <ac:spMk id="3" creationId="{E3FC8190-FBA9-429D-4CB1-B0A16F763CAB}"/>
          </ac:spMkLst>
        </pc:spChg>
        <pc:spChg chg="mod">
          <ac:chgData name="Ezra Ata" userId="c8268dc69760c301" providerId="Windows Live" clId="Web-{3CB3BFAA-FF0E-4D07-9B9E-F0BE860EB12C}" dt="2024-07-05T20:49:09.296" v="1805"/>
          <ac:spMkLst>
            <pc:docMk/>
            <pc:sldMk cId="1678274442" sldId="298"/>
            <ac:spMk id="4" creationId="{AE510471-877D-E8CD-62A0-16E26F909B3A}"/>
          </ac:spMkLst>
        </pc:spChg>
        <pc:spChg chg="del">
          <ac:chgData name="Ezra Ata" userId="c8268dc69760c301" providerId="Windows Live" clId="Web-{3CB3BFAA-FF0E-4D07-9B9E-F0BE860EB12C}" dt="2024-07-05T20:46:51.290" v="1751"/>
          <ac:spMkLst>
            <pc:docMk/>
            <pc:sldMk cId="1678274442" sldId="298"/>
            <ac:spMk id="6" creationId="{FEB90AE7-43EC-B419-3977-2D0EC7CF81DC}"/>
          </ac:spMkLst>
        </pc:spChg>
        <pc:spChg chg="add del mod">
          <ac:chgData name="Ezra Ata" userId="c8268dc69760c301" providerId="Windows Live" clId="Web-{3CB3BFAA-FF0E-4D07-9B9E-F0BE860EB12C}" dt="2024-07-05T20:49:02.764" v="1803"/>
          <ac:spMkLst>
            <pc:docMk/>
            <pc:sldMk cId="1678274442" sldId="298"/>
            <ac:spMk id="9" creationId="{431F4295-3991-96A5-297C-B8C83356C74F}"/>
          </ac:spMkLst>
        </pc:spChg>
        <pc:spChg chg="add mod">
          <ac:chgData name="Ezra Ata" userId="c8268dc69760c301" providerId="Windows Live" clId="Web-{3CB3BFAA-FF0E-4D07-9B9E-F0BE860EB12C}" dt="2024-07-05T20:51:39.224" v="1855" actId="1076"/>
          <ac:spMkLst>
            <pc:docMk/>
            <pc:sldMk cId="1678274442" sldId="298"/>
            <ac:spMk id="10" creationId="{3DC62072-5DEB-5E30-4742-0DAA291A187B}"/>
          </ac:spMkLst>
        </pc:spChg>
        <pc:spChg chg="add mod">
          <ac:chgData name="Ezra Ata" userId="c8268dc69760c301" providerId="Windows Live" clId="Web-{3CB3BFAA-FF0E-4D07-9B9E-F0BE860EB12C}" dt="2024-07-05T20:52:23.241" v="1879" actId="1076"/>
          <ac:spMkLst>
            <pc:docMk/>
            <pc:sldMk cId="1678274442" sldId="298"/>
            <ac:spMk id="13" creationId="{D0131EC5-B78B-EC4A-78A9-D8BC12E3CE54}"/>
          </ac:spMkLst>
        </pc:spChg>
        <pc:graphicFrameChg chg="add mod modGraphic">
          <ac:chgData name="Ezra Ata" userId="c8268dc69760c301" providerId="Windows Live" clId="Web-{3CB3BFAA-FF0E-4D07-9B9E-F0BE860EB12C}" dt="2024-07-05T20:49:00.373" v="1796"/>
          <ac:graphicFrameMkLst>
            <pc:docMk/>
            <pc:sldMk cId="1678274442" sldId="298"/>
            <ac:graphicFrameMk id="8" creationId="{707F5941-70D8-C0DA-4A36-8D0D4425B0FD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51:32.880" v="1851" actId="1076"/>
          <ac:graphicFrameMkLst>
            <pc:docMk/>
            <pc:sldMk cId="1678274442" sldId="298"/>
            <ac:graphicFrameMk id="12" creationId="{A3CE8996-20D0-1BC9-61ED-1B919A0162EE}"/>
          </ac:graphicFrameMkLst>
        </pc:graphicFrameChg>
      </pc:sldChg>
      <pc:sldChg chg="addSp modSp">
        <pc:chgData name="Ezra Ata" userId="c8268dc69760c301" providerId="Windows Live" clId="Web-{3CB3BFAA-FF0E-4D07-9B9E-F0BE860EB12C}" dt="2024-07-05T20:57:07.674" v="1992"/>
        <pc:sldMkLst>
          <pc:docMk/>
          <pc:sldMk cId="2413278030" sldId="299"/>
        </pc:sldMkLst>
        <pc:spChg chg="mod">
          <ac:chgData name="Ezra Ata" userId="c8268dc69760c301" providerId="Windows Live" clId="Web-{3CB3BFAA-FF0E-4D07-9B9E-F0BE860EB12C}" dt="2024-07-05T20:52:59.680" v="1886" actId="1076"/>
          <ac:spMkLst>
            <pc:docMk/>
            <pc:sldMk cId="2413278030" sldId="299"/>
            <ac:spMk id="2" creationId="{8156B364-19B5-5070-704F-AE2745EB0F50}"/>
          </ac:spMkLst>
        </pc:spChg>
        <pc:spChg chg="mod">
          <ac:chgData name="Ezra Ata" userId="c8268dc69760c301" providerId="Windows Live" clId="Web-{3CB3BFAA-FF0E-4D07-9B9E-F0BE860EB12C}" dt="2024-07-05T20:55:20.998" v="1936" actId="20577"/>
          <ac:spMkLst>
            <pc:docMk/>
            <pc:sldMk cId="2413278030" sldId="299"/>
            <ac:spMk id="4" creationId="{AE510471-877D-E8CD-62A0-16E26F909B3A}"/>
          </ac:spMkLst>
        </pc:spChg>
        <pc:spChg chg="add mod">
          <ac:chgData name="Ezra Ata" userId="c8268dc69760c301" providerId="Windows Live" clId="Web-{3CB3BFAA-FF0E-4D07-9B9E-F0BE860EB12C}" dt="2024-07-05T20:56:41.892" v="1969" actId="1076"/>
          <ac:spMkLst>
            <pc:docMk/>
            <pc:sldMk cId="2413278030" sldId="299"/>
            <ac:spMk id="6" creationId="{3154730C-39B2-3AF6-178B-EFA5B7CD87B9}"/>
          </ac:spMkLst>
        </pc:spChg>
        <pc:graphicFrameChg chg="add mod modGraphic">
          <ac:chgData name="Ezra Ata" userId="c8268dc69760c301" providerId="Windows Live" clId="Web-{3CB3BFAA-FF0E-4D07-9B9E-F0BE860EB12C}" dt="2024-07-05T20:55:46.452" v="1952" actId="1076"/>
          <ac:graphicFrameMkLst>
            <pc:docMk/>
            <pc:sldMk cId="2413278030" sldId="299"/>
            <ac:graphicFrameMk id="5" creationId="{823438FE-E89D-5D85-FCB2-85F57FBAAE9C}"/>
          </ac:graphicFrameMkLst>
        </pc:graphicFrameChg>
        <pc:graphicFrameChg chg="add mod modGraphic">
          <ac:chgData name="Ezra Ata" userId="c8268dc69760c301" providerId="Windows Live" clId="Web-{3CB3BFAA-FF0E-4D07-9B9E-F0BE860EB12C}" dt="2024-07-05T20:57:07.674" v="1992"/>
          <ac:graphicFrameMkLst>
            <pc:docMk/>
            <pc:sldMk cId="2413278030" sldId="299"/>
            <ac:graphicFrameMk id="9" creationId="{2BB2CED6-76E5-6ED2-97F3-F0B19DB3C452}"/>
          </ac:graphicFrameMkLst>
        </pc:graphicFrameChg>
      </pc:sldChg>
      <pc:sldChg chg="addSp delSp modSp">
        <pc:chgData name="Ezra Ata" userId="c8268dc69760c301" providerId="Windows Live" clId="Web-{3CB3BFAA-FF0E-4D07-9B9E-F0BE860EB12C}" dt="2024-07-05T21:02:33.766" v="2097" actId="1076"/>
        <pc:sldMkLst>
          <pc:docMk/>
          <pc:sldMk cId="3534905347" sldId="300"/>
        </pc:sldMkLst>
        <pc:spChg chg="mod">
          <ac:chgData name="Ezra Ata" userId="c8268dc69760c301" providerId="Windows Live" clId="Web-{3CB3BFAA-FF0E-4D07-9B9E-F0BE860EB12C}" dt="2024-07-05T21:00:34.136" v="2051" actId="1076"/>
          <ac:spMkLst>
            <pc:docMk/>
            <pc:sldMk cId="3534905347" sldId="300"/>
            <ac:spMk id="2" creationId="{015A9661-FF9D-69C5-F671-F0E425108EDF}"/>
          </ac:spMkLst>
        </pc:spChg>
        <pc:spChg chg="mod">
          <ac:chgData name="Ezra Ata" userId="c8268dc69760c301" providerId="Windows Live" clId="Web-{3CB3BFAA-FF0E-4D07-9B9E-F0BE860EB12C}" dt="2024-07-05T21:00:37.620" v="2052" actId="1076"/>
          <ac:spMkLst>
            <pc:docMk/>
            <pc:sldMk cId="3534905347" sldId="300"/>
            <ac:spMk id="4" creationId="{84575A5B-3415-C498-5584-CD2C8D2E36A6}"/>
          </ac:spMkLst>
        </pc:spChg>
        <pc:spChg chg="add mod">
          <ac:chgData name="Ezra Ata" userId="c8268dc69760c301" providerId="Windows Live" clId="Web-{3CB3BFAA-FF0E-4D07-9B9E-F0BE860EB12C}" dt="2024-07-05T21:00:59.684" v="2059" actId="1076"/>
          <ac:spMkLst>
            <pc:docMk/>
            <pc:sldMk cId="3534905347" sldId="300"/>
            <ac:spMk id="6" creationId="{0B0ACB0C-D48A-69B5-F1B1-F913FAB9BB1A}"/>
          </ac:spMkLst>
        </pc:spChg>
        <pc:spChg chg="add mod">
          <ac:chgData name="Ezra Ata" userId="c8268dc69760c301" providerId="Windows Live" clId="Web-{3CB3BFAA-FF0E-4D07-9B9E-F0BE860EB12C}" dt="2024-07-05T21:00:46.761" v="2055" actId="1076"/>
          <ac:spMkLst>
            <pc:docMk/>
            <pc:sldMk cId="3534905347" sldId="300"/>
            <ac:spMk id="7" creationId="{D5BDABA6-0712-7B5F-41F7-AE5EC14D95CA}"/>
          </ac:spMkLst>
        </pc:spChg>
        <pc:spChg chg="add mod">
          <ac:chgData name="Ezra Ata" userId="c8268dc69760c301" providerId="Windows Live" clId="Web-{3CB3BFAA-FF0E-4D07-9B9E-F0BE860EB12C}" dt="2024-07-05T21:02:33.766" v="2097" actId="1076"/>
          <ac:spMkLst>
            <pc:docMk/>
            <pc:sldMk cId="3534905347" sldId="300"/>
            <ac:spMk id="16" creationId="{BA4318A9-BFB1-84C1-73AD-2E272CF1D5F0}"/>
          </ac:spMkLst>
        </pc:spChg>
        <pc:graphicFrameChg chg="add mod modGraphic">
          <ac:chgData name="Ezra Ata" userId="c8268dc69760c301" providerId="Windows Live" clId="Web-{3CB3BFAA-FF0E-4D07-9B9E-F0BE860EB12C}" dt="2024-07-05T21:00:41.620" v="2053" actId="1076"/>
          <ac:graphicFrameMkLst>
            <pc:docMk/>
            <pc:sldMk cId="3534905347" sldId="300"/>
            <ac:graphicFrameMk id="9" creationId="{C7B79A9D-1A3F-BA86-0678-AADDFD2F00DB}"/>
          </ac:graphicFrameMkLst>
        </pc:graphicFrameChg>
        <pc:graphicFrameChg chg="add mod modGraphic">
          <ac:chgData name="Ezra Ata" userId="c8268dc69760c301" providerId="Windows Live" clId="Web-{3CB3BFAA-FF0E-4D07-9B9E-F0BE860EB12C}" dt="2024-07-05T21:00:54.183" v="2058"/>
          <ac:graphicFrameMkLst>
            <pc:docMk/>
            <pc:sldMk cId="3534905347" sldId="300"/>
            <ac:graphicFrameMk id="11" creationId="{28DAD6E6-8BD4-2C34-B225-D326FB163DCF}"/>
          </ac:graphicFrameMkLst>
        </pc:graphicFrameChg>
        <pc:graphicFrameChg chg="add mod modGraphic">
          <ac:chgData name="Ezra Ata" userId="c8268dc69760c301" providerId="Windows Live" clId="Web-{3CB3BFAA-FF0E-4D07-9B9E-F0BE860EB12C}" dt="2024-07-05T21:01:48.732" v="2083"/>
          <ac:graphicFrameMkLst>
            <pc:docMk/>
            <pc:sldMk cId="3534905347" sldId="300"/>
            <ac:graphicFrameMk id="13" creationId="{CDF8037B-31B8-6C87-D4A8-E2BED1A58A8B}"/>
          </ac:graphicFrameMkLst>
        </pc:graphicFrameChg>
        <pc:graphicFrameChg chg="add del mod">
          <ac:chgData name="Ezra Ata" userId="c8268dc69760c301" providerId="Windows Live" clId="Web-{3CB3BFAA-FF0E-4D07-9B9E-F0BE860EB12C}" dt="2024-07-05T21:01:29.404" v="2068"/>
          <ac:graphicFrameMkLst>
            <pc:docMk/>
            <pc:sldMk cId="3534905347" sldId="300"/>
            <ac:graphicFrameMk id="15" creationId="{163414FB-27F1-D240-BCE5-BDA346EBEAAD}"/>
          </ac:graphicFrameMkLst>
        </pc:graphicFrameChg>
        <pc:picChg chg="del">
          <ac:chgData name="Ezra Ata" userId="c8268dc69760c301" providerId="Windows Live" clId="Web-{3CB3BFAA-FF0E-4D07-9B9E-F0BE860EB12C}" dt="2024-07-05T20:57:17.690" v="1993"/>
          <ac:picMkLst>
            <pc:docMk/>
            <pc:sldMk cId="3534905347" sldId="300"/>
            <ac:picMk id="3" creationId="{4A9B5CF8-5BC1-34CF-01E2-F18B7EF7DB7C}"/>
          </ac:picMkLst>
        </pc:picChg>
      </pc:sldChg>
      <pc:sldChg chg="addSp delSp modSp">
        <pc:chgData name="Ezra Ata" userId="c8268dc69760c301" providerId="Windows Live" clId="Web-{3CB3BFAA-FF0E-4D07-9B9E-F0BE860EB12C}" dt="2024-07-05T19:04:48.796" v="118" actId="1076"/>
        <pc:sldMkLst>
          <pc:docMk/>
          <pc:sldMk cId="349740764" sldId="308"/>
        </pc:sldMkLst>
        <pc:spChg chg="mod">
          <ac:chgData name="Ezra Ata" userId="c8268dc69760c301" providerId="Windows Live" clId="Web-{3CB3BFAA-FF0E-4D07-9B9E-F0BE860EB12C}" dt="2024-07-05T19:00:49.021" v="55" actId="1076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Ezra Ata" userId="c8268dc69760c301" providerId="Windows Live" clId="Web-{3CB3BFAA-FF0E-4D07-9B9E-F0BE860EB12C}" dt="2024-07-05T19:03:11.761" v="88" actId="20577"/>
          <ac:spMkLst>
            <pc:docMk/>
            <pc:sldMk cId="349740764" sldId="308"/>
            <ac:spMk id="3" creationId="{B65FEB2A-9723-77BC-B7D8-112D3C437235}"/>
          </ac:spMkLst>
        </pc:spChg>
        <pc:spChg chg="add del mod">
          <ac:chgData name="Ezra Ata" userId="c8268dc69760c301" providerId="Windows Live" clId="Web-{3CB3BFAA-FF0E-4D07-9B9E-F0BE860EB12C}" dt="2024-07-05T19:00:59.100" v="60"/>
          <ac:spMkLst>
            <pc:docMk/>
            <pc:sldMk cId="349740764" sldId="308"/>
            <ac:spMk id="4" creationId="{4380594B-32C9-6D5C-DBC4-07580F4F3B9A}"/>
          </ac:spMkLst>
        </pc:spChg>
        <pc:spChg chg="add mod">
          <ac:chgData name="Ezra Ata" userId="c8268dc69760c301" providerId="Windows Live" clId="Web-{3CB3BFAA-FF0E-4D07-9B9E-F0BE860EB12C}" dt="2024-07-05T19:04:43.140" v="117" actId="1076"/>
          <ac:spMkLst>
            <pc:docMk/>
            <pc:sldMk cId="349740764" sldId="308"/>
            <ac:spMk id="5" creationId="{CC8B01FC-61E7-AD09-685B-DB954A44B020}"/>
          </ac:spMkLst>
        </pc:spChg>
        <pc:spChg chg="mod">
          <ac:chgData name="Ezra Ata" userId="c8268dc69760c301" providerId="Windows Live" clId="Web-{3CB3BFAA-FF0E-4D07-9B9E-F0BE860EB12C}" dt="2024-07-05T19:04:48.796" v="118" actId="1076"/>
          <ac:spMkLst>
            <pc:docMk/>
            <pc:sldMk cId="349740764" sldId="308"/>
            <ac:spMk id="6" creationId="{4A98FA0A-539A-FCEF-B72F-C63A2F3EBCD7}"/>
          </ac:spMkLst>
        </pc:spChg>
      </pc:sldChg>
      <pc:sldChg chg="addSp delSp modSp add replId">
        <pc:chgData name="Ezra Ata" userId="c8268dc69760c301" providerId="Windows Live" clId="Web-{3CB3BFAA-FF0E-4D07-9B9E-F0BE860EB12C}" dt="2024-07-05T21:05:33.210" v="2168" actId="1076"/>
        <pc:sldMkLst>
          <pc:docMk/>
          <pc:sldMk cId="3570764542" sldId="309"/>
        </pc:sldMkLst>
        <pc:spChg chg="mod">
          <ac:chgData name="Ezra Ata" userId="c8268dc69760c301" providerId="Windows Live" clId="Web-{3CB3BFAA-FF0E-4D07-9B9E-F0BE860EB12C}" dt="2024-07-05T21:03:04.142" v="2103" actId="20577"/>
          <ac:spMkLst>
            <pc:docMk/>
            <pc:sldMk cId="3570764542" sldId="309"/>
            <ac:spMk id="2" creationId="{015A9661-FF9D-69C5-F671-F0E425108EDF}"/>
          </ac:spMkLst>
        </pc:spChg>
        <pc:spChg chg="mod">
          <ac:chgData name="Ezra Ata" userId="c8268dc69760c301" providerId="Windows Live" clId="Web-{3CB3BFAA-FF0E-4D07-9B9E-F0BE860EB12C}" dt="2024-07-05T21:03:50.737" v="2115" actId="20577"/>
          <ac:spMkLst>
            <pc:docMk/>
            <pc:sldMk cId="3570764542" sldId="309"/>
            <ac:spMk id="4" creationId="{84575A5B-3415-C498-5584-CD2C8D2E36A6}"/>
          </ac:spMkLst>
        </pc:spChg>
        <pc:spChg chg="del">
          <ac:chgData name="Ezra Ata" userId="c8268dc69760c301" providerId="Windows Live" clId="Web-{3CB3BFAA-FF0E-4D07-9B9E-F0BE860EB12C}" dt="2024-07-05T21:03:56.581" v="2117"/>
          <ac:spMkLst>
            <pc:docMk/>
            <pc:sldMk cId="3570764542" sldId="309"/>
            <ac:spMk id="6" creationId="{0B0ACB0C-D48A-69B5-F1B1-F913FAB9BB1A}"/>
          </ac:spMkLst>
        </pc:spChg>
        <pc:spChg chg="del">
          <ac:chgData name="Ezra Ata" userId="c8268dc69760c301" providerId="Windows Live" clId="Web-{3CB3BFAA-FF0E-4D07-9B9E-F0BE860EB12C}" dt="2024-07-05T21:03:54.347" v="2116"/>
          <ac:spMkLst>
            <pc:docMk/>
            <pc:sldMk cId="3570764542" sldId="309"/>
            <ac:spMk id="7" creationId="{D5BDABA6-0712-7B5F-41F7-AE5EC14D95CA}"/>
          </ac:spMkLst>
        </pc:spChg>
        <pc:spChg chg="mod">
          <ac:chgData name="Ezra Ata" userId="c8268dc69760c301" providerId="Windows Live" clId="Web-{3CB3BFAA-FF0E-4D07-9B9E-F0BE860EB12C}" dt="2024-07-05T21:04:56.521" v="2145" actId="20577"/>
          <ac:spMkLst>
            <pc:docMk/>
            <pc:sldMk cId="3570764542" sldId="309"/>
            <ac:spMk id="16" creationId="{BA4318A9-BFB1-84C1-73AD-2E272CF1D5F0}"/>
          </ac:spMkLst>
        </pc:spChg>
        <pc:graphicFrameChg chg="add mod modGraphic">
          <ac:chgData name="Ezra Ata" userId="c8268dc69760c301" providerId="Windows Live" clId="Web-{3CB3BFAA-FF0E-4D07-9B9E-F0BE860EB12C}" dt="2024-07-05T21:05:26.741" v="2166" actId="1076"/>
          <ac:graphicFrameMkLst>
            <pc:docMk/>
            <pc:sldMk cId="3570764542" sldId="309"/>
            <ac:graphicFrameMk id="8" creationId="{AAF3A79F-F841-5AD2-6326-964663A17022}"/>
          </ac:graphicFrameMkLst>
        </pc:graphicFrameChg>
        <pc:graphicFrameChg chg="del">
          <ac:chgData name="Ezra Ata" userId="c8268dc69760c301" providerId="Windows Live" clId="Web-{3CB3BFAA-FF0E-4D07-9B9E-F0BE860EB12C}" dt="2024-07-05T21:03:14.236" v="2105"/>
          <ac:graphicFrameMkLst>
            <pc:docMk/>
            <pc:sldMk cId="3570764542" sldId="309"/>
            <ac:graphicFrameMk id="9" creationId="{C7B79A9D-1A3F-BA86-0678-AADDFD2F00DB}"/>
          </ac:graphicFrameMkLst>
        </pc:graphicFrameChg>
        <pc:graphicFrameChg chg="del">
          <ac:chgData name="Ezra Ata" userId="c8268dc69760c301" providerId="Windows Live" clId="Web-{3CB3BFAA-FF0E-4D07-9B9E-F0BE860EB12C}" dt="2024-07-05T21:03:14.845" v="2106"/>
          <ac:graphicFrameMkLst>
            <pc:docMk/>
            <pc:sldMk cId="3570764542" sldId="309"/>
            <ac:graphicFrameMk id="11" creationId="{28DAD6E6-8BD4-2C34-B225-D326FB163DCF}"/>
          </ac:graphicFrameMkLst>
        </pc:graphicFrameChg>
        <pc:graphicFrameChg chg="add mod modGraphic">
          <ac:chgData name="Ezra Ata" userId="c8268dc69760c301" providerId="Windows Live" clId="Web-{3CB3BFAA-FF0E-4D07-9B9E-F0BE860EB12C}" dt="2024-07-05T21:05:33.210" v="2168" actId="1076"/>
          <ac:graphicFrameMkLst>
            <pc:docMk/>
            <pc:sldMk cId="3570764542" sldId="309"/>
            <ac:graphicFrameMk id="12" creationId="{CC4CD1B3-0657-A17A-2892-659EA40866CF}"/>
          </ac:graphicFrameMkLst>
        </pc:graphicFrameChg>
        <pc:graphicFrameChg chg="del">
          <ac:chgData name="Ezra Ata" userId="c8268dc69760c301" providerId="Windows Live" clId="Web-{3CB3BFAA-FF0E-4D07-9B9E-F0BE860EB12C}" dt="2024-07-05T21:03:13.095" v="2104"/>
          <ac:graphicFrameMkLst>
            <pc:docMk/>
            <pc:sldMk cId="3570764542" sldId="309"/>
            <ac:graphicFrameMk id="13" creationId="{CDF8037B-31B8-6C87-D4A8-E2BED1A58A8B}"/>
          </ac:graphicFrameMkLst>
        </pc:graphicFrameChg>
      </pc:sldChg>
      <pc:sldChg chg="addSp delSp modSp add replId">
        <pc:chgData name="Ezra Ata" userId="c8268dc69760c301" providerId="Windows Live" clId="Web-{3CB3BFAA-FF0E-4D07-9B9E-F0BE860EB12C}" dt="2024-07-05T21:10:27.675" v="2259"/>
        <pc:sldMkLst>
          <pc:docMk/>
          <pc:sldMk cId="3791364189" sldId="310"/>
        </pc:sldMkLst>
        <pc:spChg chg="mod">
          <ac:chgData name="Ezra Ata" userId="c8268dc69760c301" providerId="Windows Live" clId="Web-{3CB3BFAA-FF0E-4D07-9B9E-F0BE860EB12C}" dt="2024-07-05T21:05:51.945" v="2171" actId="20577"/>
          <ac:spMkLst>
            <pc:docMk/>
            <pc:sldMk cId="3791364189" sldId="310"/>
            <ac:spMk id="2" creationId="{015A9661-FF9D-69C5-F671-F0E425108EDF}"/>
          </ac:spMkLst>
        </pc:spChg>
        <pc:spChg chg="mod">
          <ac:chgData name="Ezra Ata" userId="c8268dc69760c301" providerId="Windows Live" clId="Web-{3CB3BFAA-FF0E-4D07-9B9E-F0BE860EB12C}" dt="2024-07-05T21:07:07.167" v="2181" actId="20577"/>
          <ac:spMkLst>
            <pc:docMk/>
            <pc:sldMk cId="3791364189" sldId="310"/>
            <ac:spMk id="4" creationId="{84575A5B-3415-C498-5584-CD2C8D2E36A6}"/>
          </ac:spMkLst>
        </pc:spChg>
        <pc:spChg chg="add mod">
          <ac:chgData name="Ezra Ata" userId="c8268dc69760c301" providerId="Windows Live" clId="Web-{3CB3BFAA-FF0E-4D07-9B9E-F0BE860EB12C}" dt="2024-07-05T21:07:57.154" v="2202" actId="20577"/>
          <ac:spMkLst>
            <pc:docMk/>
            <pc:sldMk cId="3791364189" sldId="310"/>
            <ac:spMk id="7" creationId="{EED6022B-4CA2-15F7-77A0-7CFBCF1D3FE6}"/>
          </ac:spMkLst>
        </pc:spChg>
        <pc:spChg chg="mod">
          <ac:chgData name="Ezra Ata" userId="c8268dc69760c301" providerId="Windows Live" clId="Web-{3CB3BFAA-FF0E-4D07-9B9E-F0BE860EB12C}" dt="2024-07-05T21:09:57.815" v="2241" actId="1076"/>
          <ac:spMkLst>
            <pc:docMk/>
            <pc:sldMk cId="3791364189" sldId="310"/>
            <ac:spMk id="16" creationId="{BA4318A9-BFB1-84C1-73AD-2E272CF1D5F0}"/>
          </ac:spMkLst>
        </pc:spChg>
        <pc:graphicFrameChg chg="add mod modGraphic">
          <ac:chgData name="Ezra Ata" userId="c8268dc69760c301" providerId="Windows Live" clId="Web-{3CB3BFAA-FF0E-4D07-9B9E-F0BE860EB12C}" dt="2024-07-05T21:07:29.027" v="2198"/>
          <ac:graphicFrameMkLst>
            <pc:docMk/>
            <pc:sldMk cId="3791364189" sldId="310"/>
            <ac:graphicFrameMk id="6" creationId="{5700B930-D52A-906E-08E7-C412CDA6220A}"/>
          </ac:graphicFrameMkLst>
        </pc:graphicFrameChg>
        <pc:graphicFrameChg chg="del">
          <ac:chgData name="Ezra Ata" userId="c8268dc69760c301" providerId="Windows Live" clId="Web-{3CB3BFAA-FF0E-4D07-9B9E-F0BE860EB12C}" dt="2024-07-05T21:06:13.681" v="2175"/>
          <ac:graphicFrameMkLst>
            <pc:docMk/>
            <pc:sldMk cId="3791364189" sldId="310"/>
            <ac:graphicFrameMk id="8" creationId="{AAF3A79F-F841-5AD2-6326-964663A17022}"/>
          </ac:graphicFrameMkLst>
        </pc:graphicFrameChg>
        <pc:graphicFrameChg chg="add mod modGraphic">
          <ac:chgData name="Ezra Ata" userId="c8268dc69760c301" providerId="Windows Live" clId="Web-{3CB3BFAA-FF0E-4D07-9B9E-F0BE860EB12C}" dt="2024-07-05T21:08:27.889" v="2219"/>
          <ac:graphicFrameMkLst>
            <pc:docMk/>
            <pc:sldMk cId="3791364189" sldId="310"/>
            <ac:graphicFrameMk id="10" creationId="{29996D47-37E1-8423-D544-5A303F815594}"/>
          </ac:graphicFrameMkLst>
        </pc:graphicFrameChg>
        <pc:graphicFrameChg chg="del">
          <ac:chgData name="Ezra Ata" userId="c8268dc69760c301" providerId="Windows Live" clId="Web-{3CB3BFAA-FF0E-4D07-9B9E-F0BE860EB12C}" dt="2024-07-05T21:06:14.931" v="2176"/>
          <ac:graphicFrameMkLst>
            <pc:docMk/>
            <pc:sldMk cId="3791364189" sldId="310"/>
            <ac:graphicFrameMk id="12" creationId="{CC4CD1B3-0657-A17A-2892-659EA40866CF}"/>
          </ac:graphicFrameMkLst>
        </pc:graphicFrameChg>
        <pc:graphicFrameChg chg="add mod modGraphic">
          <ac:chgData name="Ezra Ata" userId="c8268dc69760c301" providerId="Windows Live" clId="Web-{3CB3BFAA-FF0E-4D07-9B9E-F0BE860EB12C}" dt="2024-07-05T21:10:27.675" v="2259"/>
          <ac:graphicFrameMkLst>
            <pc:docMk/>
            <pc:sldMk cId="3791364189" sldId="310"/>
            <ac:graphicFrameMk id="13" creationId="{0499FDD7-7A5E-B901-D0C0-83A2CBEE42B7}"/>
          </ac:graphicFrameMkLst>
        </pc:graphicFrameChg>
      </pc:sldChg>
      <pc:sldChg chg="addSp delSp modSp add replId">
        <pc:chgData name="Ezra Ata" userId="c8268dc69760c301" providerId="Windows Live" clId="Web-{3CB3BFAA-FF0E-4D07-9B9E-F0BE860EB12C}" dt="2024-07-05T21:14:41.061" v="2311" actId="1076"/>
        <pc:sldMkLst>
          <pc:docMk/>
          <pc:sldMk cId="820842658" sldId="311"/>
        </pc:sldMkLst>
        <pc:spChg chg="mod">
          <ac:chgData name="Ezra Ata" userId="c8268dc69760c301" providerId="Windows Live" clId="Web-{3CB3BFAA-FF0E-4D07-9B9E-F0BE860EB12C}" dt="2024-07-05T21:11:21.568" v="2274" actId="1076"/>
          <ac:spMkLst>
            <pc:docMk/>
            <pc:sldMk cId="820842658" sldId="311"/>
            <ac:spMk id="2" creationId="{015A9661-FF9D-69C5-F671-F0E425108EDF}"/>
          </ac:spMkLst>
        </pc:spChg>
        <pc:spChg chg="add mod">
          <ac:chgData name="Ezra Ata" userId="c8268dc69760c301" providerId="Windows Live" clId="Web-{3CB3BFAA-FF0E-4D07-9B9E-F0BE860EB12C}" dt="2024-07-05T21:13:22.542" v="2294" actId="1076"/>
          <ac:spMkLst>
            <pc:docMk/>
            <pc:sldMk cId="820842658" sldId="311"/>
            <ac:spMk id="3" creationId="{D095D85C-FBC5-2D4B-ED41-904D0BACFA0F}"/>
          </ac:spMkLst>
        </pc:spChg>
        <pc:spChg chg="mod">
          <ac:chgData name="Ezra Ata" userId="c8268dc69760c301" providerId="Windows Live" clId="Web-{3CB3BFAA-FF0E-4D07-9B9E-F0BE860EB12C}" dt="2024-07-05T21:13:03.197" v="2283" actId="20577"/>
          <ac:spMkLst>
            <pc:docMk/>
            <pc:sldMk cId="820842658" sldId="311"/>
            <ac:spMk id="4" creationId="{84575A5B-3415-C498-5584-CD2C8D2E36A6}"/>
          </ac:spMkLst>
        </pc:spChg>
        <pc:spChg chg="mod">
          <ac:chgData name="Ezra Ata" userId="c8268dc69760c301" providerId="Windows Live" clId="Web-{3CB3BFAA-FF0E-4D07-9B9E-F0BE860EB12C}" dt="2024-07-05T21:13:27.495" v="2296" actId="20577"/>
          <ac:spMkLst>
            <pc:docMk/>
            <pc:sldMk cId="820842658" sldId="311"/>
            <ac:spMk id="7" creationId="{EED6022B-4CA2-15F7-77A0-7CFBCF1D3FE6}"/>
          </ac:spMkLst>
        </pc:spChg>
        <pc:spChg chg="add mod">
          <ac:chgData name="Ezra Ata" userId="c8268dc69760c301" providerId="Windows Live" clId="Web-{3CB3BFAA-FF0E-4D07-9B9E-F0BE860EB12C}" dt="2024-07-05T21:14:01.793" v="2306" actId="1076"/>
          <ac:spMkLst>
            <pc:docMk/>
            <pc:sldMk cId="820842658" sldId="311"/>
            <ac:spMk id="8" creationId="{83D400E4-C9C5-216C-DF45-3DD2F732FB65}"/>
          </ac:spMkLst>
        </pc:spChg>
        <pc:spChg chg="mod">
          <ac:chgData name="Ezra Ata" userId="c8268dc69760c301" providerId="Windows Live" clId="Web-{3CB3BFAA-FF0E-4D07-9B9E-F0BE860EB12C}" dt="2024-07-05T21:14:41.061" v="2311" actId="1076"/>
          <ac:spMkLst>
            <pc:docMk/>
            <pc:sldMk cId="820842658" sldId="311"/>
            <ac:spMk id="16" creationId="{BA4318A9-BFB1-84C1-73AD-2E272CF1D5F0}"/>
          </ac:spMkLst>
        </pc:spChg>
        <pc:graphicFrameChg chg="del mod modGraphic">
          <ac:chgData name="Ezra Ata" userId="c8268dc69760c301" providerId="Windows Live" clId="Web-{3CB3BFAA-FF0E-4D07-9B9E-F0BE860EB12C}" dt="2024-07-05T21:11:12.255" v="2271"/>
          <ac:graphicFrameMkLst>
            <pc:docMk/>
            <pc:sldMk cId="820842658" sldId="311"/>
            <ac:graphicFrameMk id="6" creationId="{5700B930-D52A-906E-08E7-C412CDA6220A}"/>
          </ac:graphicFrameMkLst>
        </pc:graphicFrameChg>
        <pc:graphicFrameChg chg="del">
          <ac:chgData name="Ezra Ata" userId="c8268dc69760c301" providerId="Windows Live" clId="Web-{3CB3BFAA-FF0E-4D07-9B9E-F0BE860EB12C}" dt="2024-07-05T21:11:14.349" v="2272"/>
          <ac:graphicFrameMkLst>
            <pc:docMk/>
            <pc:sldMk cId="820842658" sldId="311"/>
            <ac:graphicFrameMk id="10" creationId="{29996D47-37E1-8423-D544-5A303F815594}"/>
          </ac:graphicFrameMkLst>
        </pc:graphicFrameChg>
        <pc:graphicFrameChg chg="del">
          <ac:chgData name="Ezra Ata" userId="c8268dc69760c301" providerId="Windows Live" clId="Web-{3CB3BFAA-FF0E-4D07-9B9E-F0BE860EB12C}" dt="2024-07-05T21:11:15.990" v="2273"/>
          <ac:graphicFrameMkLst>
            <pc:docMk/>
            <pc:sldMk cId="820842658" sldId="311"/>
            <ac:graphicFrameMk id="13" creationId="{0499FDD7-7A5E-B901-D0C0-83A2CBEE42B7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B874C9-3014-4490-9AC4-5C24FD37A95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Hierarchical Indexing </a:t>
          </a:r>
          <a:endParaRPr lang="en-US" dirty="0">
            <a:latin typeface="Tw Cen MT" panose="020B0602020104020603"/>
          </a:endParaRPr>
        </a:p>
      </dgm:t>
    </dgm:pt>
    <dgm:pt modelId="{707ADA3D-BDDE-4ADE-BEE7-4BA098C865D4}" type="parTrans" cxnId="{D14A74C3-93FC-43E5-9087-CA086052F0B4}">
      <dgm:prSet/>
      <dgm:spPr/>
      <dgm:t>
        <a:bodyPr/>
        <a:lstStyle/>
        <a:p>
          <a:endParaRPr lang="en-US"/>
        </a:p>
      </dgm:t>
    </dgm:pt>
    <dgm:pt modelId="{DB83E0E1-6322-42A4-8936-D16C195688CD}" type="sibTrans" cxnId="{D14A74C3-93FC-43E5-9087-CA086052F0B4}">
      <dgm:prSet/>
      <dgm:spPr/>
      <dgm:t>
        <a:bodyPr/>
        <a:lstStyle/>
        <a:p>
          <a:endParaRPr lang="en-US"/>
        </a:p>
      </dgm:t>
    </dgm:pt>
    <dgm:pt modelId="{77813356-E410-4843-89B3-B93F30BD4EC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Combining and Merging Datasets</a:t>
          </a:r>
        </a:p>
      </dgm:t>
    </dgm:pt>
    <dgm:pt modelId="{2BFAE856-860E-43CB-BA77-C7225E90CFFC}" type="parTrans" cxnId="{F03F07CF-C38A-486A-9F9B-04D7AE7513A8}">
      <dgm:prSet/>
      <dgm:spPr/>
      <dgm:t>
        <a:bodyPr/>
        <a:lstStyle/>
        <a:p>
          <a:endParaRPr lang="en-US"/>
        </a:p>
      </dgm:t>
    </dgm:pt>
    <dgm:pt modelId="{24F43DB9-A6B0-4A85-A68C-3B51AE5A4D70}" type="sibTrans" cxnId="{F03F07CF-C38A-486A-9F9B-04D7AE7513A8}">
      <dgm:prSet/>
      <dgm:spPr/>
      <dgm:t>
        <a:bodyPr/>
        <a:lstStyle/>
        <a:p>
          <a:endParaRPr lang="en-US"/>
        </a:p>
      </dgm:t>
    </dgm:pt>
    <dgm:pt modelId="{5F416D6D-9B58-47B0-BAC9-EA6B43D3859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Reshaping and Pivoting</a:t>
          </a:r>
        </a:p>
      </dgm:t>
    </dgm:pt>
    <dgm:pt modelId="{ECA56A8C-1E7C-43E8-BB9D-76036D7AEED7}" type="parTrans" cxnId="{CEB904B4-2B6E-4A27-B57D-72229421A102}">
      <dgm:prSet/>
      <dgm:spPr/>
      <dgm:t>
        <a:bodyPr/>
        <a:lstStyle/>
        <a:p>
          <a:endParaRPr lang="en-US"/>
        </a:p>
      </dgm:t>
    </dgm:pt>
    <dgm:pt modelId="{CC5D359C-8B5D-4176-8E2A-993EA1724AC4}" type="sibTrans" cxnId="{CEB904B4-2B6E-4A27-B57D-72229421A102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300C8B6D-C706-4F62-A07E-7965A134FFE2}" type="pres">
      <dgm:prSet presAssocID="{0DB874C9-3014-4490-9AC4-5C24FD37A959}" presName="compNode" presStyleCnt="0"/>
      <dgm:spPr/>
    </dgm:pt>
    <dgm:pt modelId="{06F2599A-CB10-463D-9AC5-90C42EC91CCA}" type="pres">
      <dgm:prSet presAssocID="{0DB874C9-3014-4490-9AC4-5C24FD37A9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 outline"/>
        </a:ext>
      </dgm:extLst>
    </dgm:pt>
    <dgm:pt modelId="{BB049172-C1D0-4D6C-B000-9B09EF32DC5A}" type="pres">
      <dgm:prSet presAssocID="{0DB874C9-3014-4490-9AC4-5C24FD37A959}" presName="spaceRect" presStyleCnt="0"/>
      <dgm:spPr/>
    </dgm:pt>
    <dgm:pt modelId="{99C995EA-7342-4253-8AFC-564D73C7E024}" type="pres">
      <dgm:prSet presAssocID="{0DB874C9-3014-4490-9AC4-5C24FD37A959}" presName="textRect" presStyleLbl="revTx" presStyleIdx="0" presStyleCnt="3">
        <dgm:presLayoutVars>
          <dgm:chMax val="1"/>
          <dgm:chPref val="1"/>
        </dgm:presLayoutVars>
      </dgm:prSet>
      <dgm:spPr/>
    </dgm:pt>
    <dgm:pt modelId="{F035B2BA-5A16-423C-94F3-A8EEACB43C24}" type="pres">
      <dgm:prSet presAssocID="{DB83E0E1-6322-42A4-8936-D16C195688CD}" presName="sibTrans" presStyleCnt="0"/>
      <dgm:spPr/>
    </dgm:pt>
    <dgm:pt modelId="{A36DF064-1DE0-44ED-9DA0-5DB3E6CFEEDC}" type="pres">
      <dgm:prSet presAssocID="{77813356-E410-4843-89B3-B93F30BD4EC8}" presName="compNode" presStyleCnt="0"/>
      <dgm:spPr/>
    </dgm:pt>
    <dgm:pt modelId="{424D1A2E-890C-4831-8C19-EDE3D5FA7541}" type="pres">
      <dgm:prSet presAssocID="{77813356-E410-4843-89B3-B93F30BD4E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 outline"/>
        </a:ext>
      </dgm:extLst>
    </dgm:pt>
    <dgm:pt modelId="{8C2F4869-4A50-46A6-8BF2-8376CD2CAF82}" type="pres">
      <dgm:prSet presAssocID="{77813356-E410-4843-89B3-B93F30BD4EC8}" presName="spaceRect" presStyleCnt="0"/>
      <dgm:spPr/>
    </dgm:pt>
    <dgm:pt modelId="{B8B4D5B9-54DF-42E3-A830-3AA554FB77C0}" type="pres">
      <dgm:prSet presAssocID="{77813356-E410-4843-89B3-B93F30BD4EC8}" presName="textRect" presStyleLbl="revTx" presStyleIdx="1" presStyleCnt="3">
        <dgm:presLayoutVars>
          <dgm:chMax val="1"/>
          <dgm:chPref val="1"/>
        </dgm:presLayoutVars>
      </dgm:prSet>
      <dgm:spPr/>
    </dgm:pt>
    <dgm:pt modelId="{99AEB8AE-B132-4C28-B3C9-04B7C2F99A94}" type="pres">
      <dgm:prSet presAssocID="{24F43DB9-A6B0-4A85-A68C-3B51AE5A4D70}" presName="sibTrans" presStyleCnt="0"/>
      <dgm:spPr/>
    </dgm:pt>
    <dgm:pt modelId="{7A5B2B7A-5109-4EAD-B8CE-87AF33D02C9B}" type="pres">
      <dgm:prSet presAssocID="{5F416D6D-9B58-47B0-BAC9-EA6B43D38590}" presName="compNode" presStyleCnt="0"/>
      <dgm:spPr/>
    </dgm:pt>
    <dgm:pt modelId="{E7559510-6AF0-44E7-99C1-ADA89BB31B4F}" type="pres">
      <dgm:prSet presAssocID="{5F416D6D-9B58-47B0-BAC9-EA6B43D385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outline"/>
        </a:ext>
      </dgm:extLst>
    </dgm:pt>
    <dgm:pt modelId="{30CD24BD-5AB8-4156-8E1D-BA75817A359D}" type="pres">
      <dgm:prSet presAssocID="{5F416D6D-9B58-47B0-BAC9-EA6B43D38590}" presName="spaceRect" presStyleCnt="0"/>
      <dgm:spPr/>
    </dgm:pt>
    <dgm:pt modelId="{C1E4B1C8-A91F-4401-AF04-20447BF981CA}" type="pres">
      <dgm:prSet presAssocID="{5F416D6D-9B58-47B0-BAC9-EA6B43D385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B5CF26-1CD3-4FBF-95F1-E4D531A74D31}" type="presOf" srcId="{5F416D6D-9B58-47B0-BAC9-EA6B43D38590}" destId="{C1E4B1C8-A91F-4401-AF04-20447BF981CA}" srcOrd="0" destOrd="0" presId="urn:microsoft.com/office/officeart/2018/2/layout/IconLabelList"/>
    <dgm:cxn modelId="{FD9BE6A6-33A4-4806-AFBA-89BFAA01900D}" type="presOf" srcId="{77813356-E410-4843-89B3-B93F30BD4EC8}" destId="{B8B4D5B9-54DF-42E3-A830-3AA554FB77C0}" srcOrd="0" destOrd="0" presId="urn:microsoft.com/office/officeart/2018/2/layout/IconLabelList"/>
    <dgm:cxn modelId="{A1EBEFAD-1D74-41BF-9030-3FAC32FF0239}" type="presOf" srcId="{0DB874C9-3014-4490-9AC4-5C24FD37A959}" destId="{99C995EA-7342-4253-8AFC-564D73C7E024}" srcOrd="0" destOrd="0" presId="urn:microsoft.com/office/officeart/2018/2/layout/IconLabelList"/>
    <dgm:cxn modelId="{CEB904B4-2B6E-4A27-B57D-72229421A102}" srcId="{9B66E9AE-0F49-4324-B5C6-88E68B146997}" destId="{5F416D6D-9B58-47B0-BAC9-EA6B43D38590}" srcOrd="2" destOrd="0" parTransId="{ECA56A8C-1E7C-43E8-BB9D-76036D7AEED7}" sibTransId="{CC5D359C-8B5D-4176-8E2A-993EA1724AC4}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D14A74C3-93FC-43E5-9087-CA086052F0B4}" srcId="{9B66E9AE-0F49-4324-B5C6-88E68B146997}" destId="{0DB874C9-3014-4490-9AC4-5C24FD37A959}" srcOrd="0" destOrd="0" parTransId="{707ADA3D-BDDE-4ADE-BEE7-4BA098C865D4}" sibTransId="{DB83E0E1-6322-42A4-8936-D16C195688CD}"/>
    <dgm:cxn modelId="{F03F07CF-C38A-486A-9F9B-04D7AE7513A8}" srcId="{9B66E9AE-0F49-4324-B5C6-88E68B146997}" destId="{77813356-E410-4843-89B3-B93F30BD4EC8}" srcOrd="1" destOrd="0" parTransId="{2BFAE856-860E-43CB-BA77-C7225E90CFFC}" sibTransId="{24F43DB9-A6B0-4A85-A68C-3B51AE5A4D70}"/>
    <dgm:cxn modelId="{C6E84C37-F36B-4D76-9B25-786C3C273888}" type="presParOf" srcId="{10CA44A9-4959-499A-A363-A08535EF544F}" destId="{300C8B6D-C706-4F62-A07E-7965A134FFE2}" srcOrd="0" destOrd="0" presId="urn:microsoft.com/office/officeart/2018/2/layout/IconLabelList"/>
    <dgm:cxn modelId="{89FD186A-37D2-45B9-899F-6F06CE2F7FBA}" type="presParOf" srcId="{300C8B6D-C706-4F62-A07E-7965A134FFE2}" destId="{06F2599A-CB10-463D-9AC5-90C42EC91CCA}" srcOrd="0" destOrd="0" presId="urn:microsoft.com/office/officeart/2018/2/layout/IconLabelList"/>
    <dgm:cxn modelId="{5F962659-F72E-4C2C-9C36-F4CA6BAE920E}" type="presParOf" srcId="{300C8B6D-C706-4F62-A07E-7965A134FFE2}" destId="{BB049172-C1D0-4D6C-B000-9B09EF32DC5A}" srcOrd="1" destOrd="0" presId="urn:microsoft.com/office/officeart/2018/2/layout/IconLabelList"/>
    <dgm:cxn modelId="{FF08CD2F-26F1-438C-9523-3441A4B2FAC2}" type="presParOf" srcId="{300C8B6D-C706-4F62-A07E-7965A134FFE2}" destId="{99C995EA-7342-4253-8AFC-564D73C7E024}" srcOrd="2" destOrd="0" presId="urn:microsoft.com/office/officeart/2018/2/layout/IconLabelList"/>
    <dgm:cxn modelId="{4FD4D137-CBD5-4616-8F2B-D2E9F341B9C0}" type="presParOf" srcId="{10CA44A9-4959-499A-A363-A08535EF544F}" destId="{F035B2BA-5A16-423C-94F3-A8EEACB43C24}" srcOrd="1" destOrd="0" presId="urn:microsoft.com/office/officeart/2018/2/layout/IconLabelList"/>
    <dgm:cxn modelId="{6391EA47-8EF9-4810-9D53-89727B52C141}" type="presParOf" srcId="{10CA44A9-4959-499A-A363-A08535EF544F}" destId="{A36DF064-1DE0-44ED-9DA0-5DB3E6CFEEDC}" srcOrd="2" destOrd="0" presId="urn:microsoft.com/office/officeart/2018/2/layout/IconLabelList"/>
    <dgm:cxn modelId="{A11211F4-582F-465F-A65A-76C0955AE59C}" type="presParOf" srcId="{A36DF064-1DE0-44ED-9DA0-5DB3E6CFEEDC}" destId="{424D1A2E-890C-4831-8C19-EDE3D5FA7541}" srcOrd="0" destOrd="0" presId="urn:microsoft.com/office/officeart/2018/2/layout/IconLabelList"/>
    <dgm:cxn modelId="{645943BD-166B-4253-9D77-AD89714D3A97}" type="presParOf" srcId="{A36DF064-1DE0-44ED-9DA0-5DB3E6CFEEDC}" destId="{8C2F4869-4A50-46A6-8BF2-8376CD2CAF82}" srcOrd="1" destOrd="0" presId="urn:microsoft.com/office/officeart/2018/2/layout/IconLabelList"/>
    <dgm:cxn modelId="{DA5D52E3-86CB-4262-B9EA-600E35ECB12C}" type="presParOf" srcId="{A36DF064-1DE0-44ED-9DA0-5DB3E6CFEEDC}" destId="{B8B4D5B9-54DF-42E3-A830-3AA554FB77C0}" srcOrd="2" destOrd="0" presId="urn:microsoft.com/office/officeart/2018/2/layout/IconLabelList"/>
    <dgm:cxn modelId="{2D235DFA-05B1-4E6F-A681-FC602E8F6956}" type="presParOf" srcId="{10CA44A9-4959-499A-A363-A08535EF544F}" destId="{99AEB8AE-B132-4C28-B3C9-04B7C2F99A94}" srcOrd="3" destOrd="0" presId="urn:microsoft.com/office/officeart/2018/2/layout/IconLabelList"/>
    <dgm:cxn modelId="{E1326845-9BDB-4854-BF92-63D9F7A48E87}" type="presParOf" srcId="{10CA44A9-4959-499A-A363-A08535EF544F}" destId="{7A5B2B7A-5109-4EAD-B8CE-87AF33D02C9B}" srcOrd="4" destOrd="0" presId="urn:microsoft.com/office/officeart/2018/2/layout/IconLabelList"/>
    <dgm:cxn modelId="{D10FA7C9-3F77-4FE4-89F1-BD273B3E4F17}" type="presParOf" srcId="{7A5B2B7A-5109-4EAD-B8CE-87AF33D02C9B}" destId="{E7559510-6AF0-44E7-99C1-ADA89BB31B4F}" srcOrd="0" destOrd="0" presId="urn:microsoft.com/office/officeart/2018/2/layout/IconLabelList"/>
    <dgm:cxn modelId="{7386E79F-1D24-4576-8231-076805E8D1C6}" type="presParOf" srcId="{7A5B2B7A-5109-4EAD-B8CE-87AF33D02C9B}" destId="{30CD24BD-5AB8-4156-8E1D-BA75817A359D}" srcOrd="1" destOrd="0" presId="urn:microsoft.com/office/officeart/2018/2/layout/IconLabelList"/>
    <dgm:cxn modelId="{014C12C2-DAF9-44C5-BC90-CB8226FD0DBA}" type="presParOf" srcId="{7A5B2B7A-5109-4EAD-B8CE-87AF33D02C9B}" destId="{C1E4B1C8-A91F-4401-AF04-20447BF981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2599A-CB10-463D-9AC5-90C42EC91CCA}">
      <dsp:nvSpPr>
        <dsp:cNvPr id="0" name=""/>
        <dsp:cNvSpPr/>
      </dsp:nvSpPr>
      <dsp:spPr>
        <a:xfrm>
          <a:off x="582895" y="144800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995EA-7342-4253-8AFC-564D73C7E024}">
      <dsp:nvSpPr>
        <dsp:cNvPr id="0" name=""/>
        <dsp:cNvSpPr/>
      </dsp:nvSpPr>
      <dsp:spPr>
        <a:xfrm>
          <a:off x="87895" y="254051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Hierarchical Indexing </a:t>
          </a:r>
          <a:endParaRPr lang="en-US" sz="2000" kern="1200" dirty="0">
            <a:latin typeface="Tw Cen MT" panose="020B0602020104020603"/>
          </a:endParaRPr>
        </a:p>
      </dsp:txBody>
      <dsp:txXfrm>
        <a:off x="87895" y="2540519"/>
        <a:ext cx="1800000" cy="720000"/>
      </dsp:txXfrm>
    </dsp:sp>
    <dsp:sp modelId="{424D1A2E-890C-4831-8C19-EDE3D5FA7541}">
      <dsp:nvSpPr>
        <dsp:cNvPr id="0" name=""/>
        <dsp:cNvSpPr/>
      </dsp:nvSpPr>
      <dsp:spPr>
        <a:xfrm>
          <a:off x="2697896" y="144800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4D5B9-54DF-42E3-A830-3AA554FB77C0}">
      <dsp:nvSpPr>
        <dsp:cNvPr id="0" name=""/>
        <dsp:cNvSpPr/>
      </dsp:nvSpPr>
      <dsp:spPr>
        <a:xfrm>
          <a:off x="2202896" y="254051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Combining and Merging Datasets</a:t>
          </a:r>
        </a:p>
      </dsp:txBody>
      <dsp:txXfrm>
        <a:off x="2202896" y="2540519"/>
        <a:ext cx="1800000" cy="720000"/>
      </dsp:txXfrm>
    </dsp:sp>
    <dsp:sp modelId="{E7559510-6AF0-44E7-99C1-ADA89BB31B4F}">
      <dsp:nvSpPr>
        <dsp:cNvPr id="0" name=""/>
        <dsp:cNvSpPr/>
      </dsp:nvSpPr>
      <dsp:spPr>
        <a:xfrm>
          <a:off x="4812896" y="144800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4B1C8-A91F-4401-AF04-20447BF981CA}">
      <dsp:nvSpPr>
        <dsp:cNvPr id="0" name=""/>
        <dsp:cNvSpPr/>
      </dsp:nvSpPr>
      <dsp:spPr>
        <a:xfrm>
          <a:off x="4317896" y="254051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Reshaping and Pivoting</a:t>
          </a:r>
        </a:p>
      </dsp:txBody>
      <dsp:txXfrm>
        <a:off x="4317896" y="254051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wesm/pydata-book/blob/3rd-edition/examples/macrodata.csv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wesm/pydata-book/blob/3rd-edition/examples/macrodata.csv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794" y="1122363"/>
            <a:ext cx="8898299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/>
                <a:cs typeface="Arial"/>
              </a:rPr>
              <a:t>Module 7: </a:t>
            </a:r>
            <a:br>
              <a:rPr lang="en-US" sz="4400" b="1" dirty="0">
                <a:latin typeface="Arial"/>
                <a:cs typeface="Arial"/>
              </a:rPr>
            </a:br>
            <a:r>
              <a:rPr lang="en-US" sz="4400" b="1" dirty="0">
                <a:ea typeface="+mj-lt"/>
                <a:cs typeface="+mj-lt"/>
              </a:rPr>
              <a:t>Data Wrangling: Join, combine, &amp; reshape </a:t>
            </a:r>
            <a:endParaRPr lang="en-US" sz="4400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 dirty="0">
                <a:solidFill>
                  <a:srgbClr val="82FFFF"/>
                </a:solidFill>
                <a:ea typeface="+mn-lt"/>
                <a:cs typeface="+mn-lt"/>
              </a:rPr>
              <a:t>DS 522 Data Acquisition and Analytics 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27" y="-9235"/>
            <a:ext cx="999809" cy="96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08424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5972" y="-18472"/>
            <a:ext cx="883735" cy="8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1280160"/>
            <a:ext cx="9905955" cy="275844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Hierarchical Indexing 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285" y="-9235"/>
            <a:ext cx="837951" cy="80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383" y="-1214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Hierarchical Indexing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528" y="1029420"/>
            <a:ext cx="9820463" cy="35140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Hierarchical Indexing is an important feature of pandas that allows us to have a multiple (two or more) index levels on an axis. </a:t>
            </a:r>
          </a:p>
          <a:p>
            <a:r>
              <a:rPr lang="en-US" sz="2000" dirty="0">
                <a:ea typeface="+mn-lt"/>
                <a:cs typeface="+mn-lt"/>
              </a:rPr>
              <a:t>It provides a way to work with higher dimensional data in a lower dimensional form. </a:t>
            </a:r>
          </a:p>
          <a:p>
            <a:r>
              <a:rPr lang="en-US" sz="2000" dirty="0">
                <a:ea typeface="+mn-lt"/>
                <a:cs typeface="+mn-lt"/>
              </a:rPr>
              <a:t>Example:</a:t>
            </a:r>
            <a:endParaRPr lang="en-US" sz="20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06" y="-9235"/>
            <a:ext cx="828430" cy="795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F8A314-9CAE-CEC9-5B6E-CF98F18FE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58" y="2786422"/>
            <a:ext cx="7318248" cy="3425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E40D7A-5150-B8B5-AC27-05E2E610B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971" y="3120521"/>
            <a:ext cx="2013485" cy="284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089" y="204526"/>
            <a:ext cx="9905998" cy="1141816"/>
          </a:xfrm>
        </p:spPr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HIERARCHICAL INDEXING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69848" y="1375948"/>
            <a:ext cx="10698480" cy="5198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Partial indexing - is possible in a hierarchically indexed object &amp; allows to select subsets of the data</a:t>
            </a:r>
          </a:p>
          <a:p>
            <a:pPr lvl="1"/>
            <a:endParaRPr lang="en-US" sz="1800" b="1" dirty="0">
              <a:latin typeface="TW Cen MT"/>
              <a:cs typeface="Arial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087" y="-9236"/>
            <a:ext cx="829149" cy="796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11963-AA79-4558-9D0E-F3BE68793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89" y="2190912"/>
            <a:ext cx="2018837" cy="3444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EF9B3B-F74B-5FA5-4242-CFBA8F646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259" y="1997369"/>
            <a:ext cx="2765740" cy="1977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76FBE8-7811-A080-1C79-EB697B531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259" y="4123712"/>
            <a:ext cx="2765740" cy="19389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EDDFDA-1A66-F211-A17F-456FAE6B5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6176" y="2736953"/>
            <a:ext cx="3465975" cy="235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632" y="493674"/>
            <a:ext cx="9165780" cy="100594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Hierarchical Indexing 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24128" y="1664208"/>
            <a:ext cx="5532121" cy="3315555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It is even possible to have partial indexing from an “inner” level. </a:t>
            </a:r>
            <a:endParaRPr lang="en-US" sz="2400" dirty="0"/>
          </a:p>
          <a:p>
            <a:pPr lvl="1"/>
            <a:endParaRPr lang="en-US" sz="1800" dirty="0">
              <a:latin typeface="TW Cen MT"/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976326-1AFF-02CA-58FF-22A4B1856C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556249" y="1664208"/>
            <a:ext cx="4919472" cy="30899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742950" lvl="1" indent="-285750">
              <a:buChar char="•"/>
            </a:pPr>
            <a:r>
              <a:rPr lang="en-US" sz="2400" dirty="0">
                <a:ea typeface="+mn-lt"/>
                <a:cs typeface="+mn-lt"/>
              </a:rPr>
              <a:t>What would </a:t>
            </a:r>
            <a:r>
              <a:rPr lang="en-US" sz="2400" dirty="0" err="1">
                <a:ea typeface="+mn-lt"/>
                <a:cs typeface="+mn-lt"/>
              </a:rPr>
              <a:t>data.loc</a:t>
            </a:r>
            <a:r>
              <a:rPr lang="en-US" sz="2400" dirty="0">
                <a:ea typeface="+mn-lt"/>
                <a:cs typeface="+mn-lt"/>
              </a:rPr>
              <a:t>[:, :] show? </a:t>
            </a:r>
            <a:endParaRPr lang="en-US" sz="2400" dirty="0">
              <a:solidFill>
                <a:schemeClr val="tx2"/>
              </a:solidFill>
            </a:endParaRPr>
          </a:p>
          <a:p>
            <a:pPr marL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chemeClr val="tx2"/>
              </a:solidFill>
              <a:latin typeface="TW Cen MT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4A82B68C-0727-3949-54BA-6389D3FC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-9235"/>
            <a:ext cx="844388" cy="810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C151D-A2F6-F04A-B2B1-2716966B7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970" y="2570920"/>
            <a:ext cx="1998266" cy="34092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6BCE4D-F420-CF9D-DAB7-65430B8F9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485" y="3093750"/>
            <a:ext cx="4344243" cy="2058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24ACCC-DB3D-D3A9-7E53-5025E8915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737" y="2426121"/>
            <a:ext cx="2085902" cy="355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052" y="274320"/>
            <a:ext cx="9180843" cy="7747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Hierarchical Indexing 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014984" y="1152144"/>
            <a:ext cx="10351008" cy="335257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Important in reshaping data and group-based operations like forming a pivot table. </a:t>
            </a:r>
            <a:endParaRPr lang="en-US" dirty="0"/>
          </a:p>
          <a:p>
            <a:pPr marL="342900" indent="-342900"/>
            <a:r>
              <a:rPr lang="en-US" dirty="0">
                <a:ea typeface="+mn-lt"/>
                <a:cs typeface="+mn-lt"/>
              </a:rPr>
              <a:t>Rearrange the data into a </a:t>
            </a:r>
            <a:r>
              <a:rPr lang="en-US" dirty="0" err="1">
                <a:ea typeface="+mn-lt"/>
                <a:cs typeface="+mn-lt"/>
              </a:rPr>
              <a:t>DataFrame</a:t>
            </a:r>
            <a:r>
              <a:rPr lang="en-US" dirty="0">
                <a:ea typeface="+mn-lt"/>
                <a:cs typeface="+mn-lt"/>
              </a:rPr>
              <a:t> using </a:t>
            </a:r>
            <a:r>
              <a:rPr lang="en-US" b="1" dirty="0">
                <a:ea typeface="+mn-lt"/>
                <a:cs typeface="+mn-lt"/>
              </a:rPr>
              <a:t>stack()</a:t>
            </a:r>
            <a:r>
              <a:rPr lang="en-US" dirty="0">
                <a:ea typeface="+mn-lt"/>
                <a:cs typeface="+mn-lt"/>
              </a:rPr>
              <a:t> &amp; </a:t>
            </a:r>
            <a:r>
              <a:rPr lang="en-US" b="1" dirty="0">
                <a:ea typeface="+mn-lt"/>
                <a:cs typeface="+mn-lt"/>
              </a:rPr>
              <a:t>unstack()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30E757E-87E4-74E0-D1A2-3C34B05A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2" y="-9236"/>
            <a:ext cx="835244" cy="8021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0704F6-66E2-40E5-904E-5135B1266711}"/>
              </a:ext>
            </a:extLst>
          </p:cNvPr>
          <p:cNvSpPr txBox="1"/>
          <p:nvPr/>
        </p:nvSpPr>
        <p:spPr>
          <a:xfrm>
            <a:off x="1014984" y="5267788"/>
            <a:ext cx="785560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"/>
              <a:buChar char="•"/>
            </a:pPr>
            <a:r>
              <a:rPr lang="en-US" sz="2400" dirty="0">
                <a:ea typeface="+mn-lt"/>
                <a:cs typeface="+mn-lt"/>
              </a:rPr>
              <a:t>The inverse operation of unstack is </a:t>
            </a:r>
            <a:r>
              <a:rPr lang="en-US" sz="2400" b="1" dirty="0">
                <a:ea typeface="+mn-lt"/>
                <a:cs typeface="+mn-lt"/>
              </a:rPr>
              <a:t>stack()</a:t>
            </a:r>
            <a:r>
              <a:rPr lang="en-US" sz="2400" dirty="0">
                <a:ea typeface="+mn-lt"/>
                <a:cs typeface="+mn-lt"/>
              </a:rPr>
              <a:t>: 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 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6336B-180E-E97B-77C5-B28B7CA43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777" y="2686962"/>
            <a:ext cx="3864482" cy="2580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B4F0F3-E109-2080-31DB-4F83071F0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742" y="3487021"/>
            <a:ext cx="3786842" cy="30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72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288F-D697-1CA2-B76D-F82174DE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82880"/>
            <a:ext cx="10093692" cy="101341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Hierarchical Indexing 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D57D9-8B39-B36A-7BD4-957C49BECAD3}"/>
              </a:ext>
            </a:extLst>
          </p:cNvPr>
          <p:cNvSpPr txBox="1"/>
          <p:nvPr/>
        </p:nvSpPr>
        <p:spPr>
          <a:xfrm>
            <a:off x="992366" y="1354515"/>
            <a:ext cx="10867402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Either axis can have a hierarchical index in a </a:t>
            </a:r>
            <a:r>
              <a:rPr lang="en-US" sz="2400" dirty="0" err="1">
                <a:ea typeface="+mn-lt"/>
                <a:cs typeface="+mn-lt"/>
              </a:rPr>
              <a:t>DataFrame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Include names of the hierarchical levels.</a:t>
            </a:r>
            <a:endParaRPr lang="en-US" sz="2400" dirty="0"/>
          </a:p>
          <a:p>
            <a:pPr marL="342900" indent="-342900">
              <a:buFont typeface="Arial"/>
              <a:buChar char="•"/>
            </a:pPr>
            <a:endParaRPr lang="en-US" sz="2400" dirty="0"/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5DD1E0AE-1261-D071-E917-87E13E79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64" y="-9235"/>
            <a:ext cx="847472" cy="81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351361-BF40-7EC5-6586-429F5F182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746132"/>
            <a:ext cx="6528815" cy="22931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6FF5CF-4617-B571-82D7-EEB009DE2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629" y="3729637"/>
            <a:ext cx="3449316" cy="294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1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65" y="287272"/>
            <a:ext cx="10267739" cy="892304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Hierarchical Indexing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5296" y="1485319"/>
            <a:ext cx="5640177" cy="37832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Select groups of columns with partial column indexing of columns:</a:t>
            </a:r>
            <a:endParaRPr lang="en-US" sz="2400" dirty="0"/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C619423-1A61-42A2-0A19-5F5C068DEC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93280" y="2344928"/>
            <a:ext cx="3672840" cy="3429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704" y="-18472"/>
            <a:ext cx="862860" cy="828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83FB2C-2383-5900-8E3F-7BA29F38D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952" y="2650346"/>
            <a:ext cx="5136863" cy="299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2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168" y="466344"/>
            <a:ext cx="9905998" cy="105997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Reordering and Sorting Levels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34" y="1828799"/>
            <a:ext cx="10708350" cy="43616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swaplevel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takes two level numbers of names and returns a new object with the levels interchanged. (but data is unchanged) 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996" y="-18471"/>
            <a:ext cx="847568" cy="81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CE6FC-20C8-7F2C-5457-A648CE7E9CF6}"/>
              </a:ext>
            </a:extLst>
          </p:cNvPr>
          <p:cNvSpPr txBox="1"/>
          <p:nvPr/>
        </p:nvSpPr>
        <p:spPr>
          <a:xfrm>
            <a:off x="7101235" y="2542068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2"/>
                </a:solidFill>
                <a:ea typeface="+mn-lt"/>
                <a:cs typeface="+mn-lt"/>
              </a:rPr>
              <a:t>Original frame: 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9DCF1C-F06C-79D1-C51D-FE73F199B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904" y="2985062"/>
            <a:ext cx="3223264" cy="3018508"/>
          </a:xfrm>
          <a:prstGeom prst="rect">
            <a:avLst/>
          </a:prstGeom>
        </p:spPr>
      </p:pic>
      <p:pic>
        <p:nvPicPr>
          <p:cNvPr id="9" name="Content Placeholder 12">
            <a:extLst>
              <a:ext uri="{FF2B5EF4-FFF2-40B4-BE49-F238E27FC236}">
                <a16:creationId xmlns:a16="http://schemas.microsoft.com/office/drawing/2014/main" id="{410BF982-EAF0-0159-9D78-26FDD6FADE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101235" y="2985062"/>
            <a:ext cx="3219914" cy="3006144"/>
          </a:xfrm>
        </p:spPr>
      </p:pic>
    </p:spTree>
    <p:extLst>
      <p:ext uri="{BB962C8B-B14F-4D97-AF65-F5344CB8AC3E}">
        <p14:creationId xmlns:p14="http://schemas.microsoft.com/office/powerpoint/2010/main" val="1269482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421" y="329104"/>
            <a:ext cx="9770980" cy="95528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Reordering and Sorting Levels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298" y="1394615"/>
            <a:ext cx="9905999" cy="3907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b="1" dirty="0" err="1">
                <a:ea typeface="+mn-lt"/>
                <a:cs typeface="+mn-lt"/>
              </a:rPr>
              <a:t>sort_index</a:t>
            </a:r>
            <a:r>
              <a:rPr lang="en-US" dirty="0">
                <a:ea typeface="+mn-lt"/>
                <a:cs typeface="+mn-lt"/>
              </a:rPr>
              <a:t> - sorts the data using the values in a single level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1B868-1DE5-0961-5576-60D43676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516" y="-18471"/>
            <a:ext cx="838047" cy="8048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DF2964-41E3-1152-4C85-C5FA610C7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28" y="1802396"/>
            <a:ext cx="4314035" cy="2922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13945-8E4E-1215-BCEF-EA4AB6502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586" y="2756962"/>
            <a:ext cx="4871021" cy="2997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532CB7-409A-6868-54BD-8501374A7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203" y="3654303"/>
            <a:ext cx="3478198" cy="287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61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555" y="199001"/>
            <a:ext cx="9325077" cy="94262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Summary Statistics by Level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59536" y="1508759"/>
            <a:ext cx="10735056" cy="389418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level - 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allows you to aggregate by the level on a particular axis (rows and columns)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88E5B1E-25ED-E47C-9657-A6C76AB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64" y="-9235"/>
            <a:ext cx="847472" cy="81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718D33-143A-972A-B7FB-A417AAC5B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61" y="2292970"/>
            <a:ext cx="5087060" cy="3477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F79EBE-77EB-54E0-A44D-074A3052E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006" y="2292970"/>
            <a:ext cx="4844458" cy="342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044" y="128144"/>
            <a:ext cx="10194517" cy="102201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 with a </a:t>
            </a:r>
            <a:r>
              <a:rPr lang="en-US" sz="4000" b="1" dirty="0" err="1">
                <a:ea typeface="+mj-lt"/>
                <a:cs typeface="+mj-lt"/>
              </a:rPr>
              <a:t>DataFrame’s</a:t>
            </a:r>
            <a:r>
              <a:rPr lang="en-US" sz="4000" b="1" dirty="0">
                <a:ea typeface="+mj-lt"/>
                <a:cs typeface="+mj-lt"/>
              </a:rPr>
              <a:t> Columns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1045" y="1149960"/>
            <a:ext cx="10392107" cy="31028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set_index</a:t>
            </a:r>
            <a:r>
              <a:rPr lang="en-US" sz="2400" dirty="0">
                <a:ea typeface="+mn-lt"/>
                <a:cs typeface="+mn-lt"/>
              </a:rPr>
              <a:t> - method use to change </a:t>
            </a:r>
            <a:r>
              <a:rPr lang="en-US" sz="2400" dirty="0" err="1">
                <a:ea typeface="+mn-lt"/>
                <a:cs typeface="+mn-lt"/>
              </a:rPr>
              <a:t>dataframe</a:t>
            </a:r>
            <a:r>
              <a:rPr lang="en-US" sz="2400" dirty="0">
                <a:ea typeface="+mn-lt"/>
                <a:cs typeface="+mn-lt"/>
              </a:rPr>
              <a:t> index using one or more of its columns as index: </a:t>
            </a:r>
            <a:endParaRPr lang="en-US" dirty="0"/>
          </a:p>
          <a:p>
            <a:endParaRPr lang="en-US" dirty="0">
              <a:solidFill>
                <a:srgbClr val="FFFFFF"/>
              </a:solidFill>
              <a:latin typeface="Tw Cen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474" y="-18471"/>
            <a:ext cx="857089" cy="823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F0689A-6EDB-9D1D-E062-1C8FD1D67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37" y="2235987"/>
            <a:ext cx="5300394" cy="2902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628632-BD74-4D7C-BF73-48D63FB64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223" y="1851939"/>
            <a:ext cx="3989790" cy="430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7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243108"/>
            <a:ext cx="9405814" cy="9684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 with a </a:t>
            </a:r>
            <a:r>
              <a:rPr lang="en-US" sz="4000" b="1" dirty="0" err="1">
                <a:ea typeface="+mj-lt"/>
                <a:cs typeface="+mj-lt"/>
              </a:rPr>
              <a:t>DataFrame’s</a:t>
            </a:r>
            <a:r>
              <a:rPr lang="en-US" sz="4000" b="1" dirty="0">
                <a:ea typeface="+mj-lt"/>
                <a:cs typeface="+mj-lt"/>
              </a:rPr>
              <a:t> Columns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82495" y="1837944"/>
            <a:ext cx="3639313" cy="35412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 err="1">
                <a:ea typeface="+mn-lt"/>
                <a:cs typeface="+mn-lt"/>
              </a:rPr>
              <a:t>reset_index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use to move hierarchical index levels into columns.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516" y="-18471"/>
            <a:ext cx="838047" cy="804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AACF63-515E-3497-F702-F1CD79CB2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73936"/>
            <a:ext cx="2984017" cy="433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7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1280160"/>
            <a:ext cx="9905955" cy="275844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Combining and Merging Datasets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285" y="-9235"/>
            <a:ext cx="837951" cy="80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24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631" y="379385"/>
            <a:ext cx="9540231" cy="86970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Combining and Merging Datasets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3271" y="1179576"/>
            <a:ext cx="10348767" cy="49377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ea typeface="+mn-lt"/>
                <a:cs typeface="+mn-lt"/>
              </a:rPr>
              <a:t>Data in pandas objects can be combined in a number of ways: </a:t>
            </a:r>
            <a:endParaRPr lang="en-US" sz="3200" dirty="0"/>
          </a:p>
          <a:p>
            <a:pPr lvl="1"/>
            <a:r>
              <a:rPr lang="en-US" sz="2800" b="1" dirty="0">
                <a:ea typeface="+mn-lt"/>
                <a:cs typeface="+mn-lt"/>
              </a:rPr>
              <a:t>merge</a:t>
            </a:r>
            <a:r>
              <a:rPr lang="en-US" sz="2800" dirty="0">
                <a:ea typeface="+mn-lt"/>
                <a:cs typeface="+mn-lt"/>
              </a:rPr>
              <a:t> - connects rows in </a:t>
            </a:r>
            <a:r>
              <a:rPr lang="en-US" sz="2800" dirty="0" err="1">
                <a:ea typeface="+mn-lt"/>
                <a:cs typeface="+mn-lt"/>
              </a:rPr>
              <a:t>DataFrames</a:t>
            </a:r>
            <a:r>
              <a:rPr lang="en-US" sz="2800" dirty="0">
                <a:ea typeface="+mn-lt"/>
                <a:cs typeface="+mn-lt"/>
              </a:rPr>
              <a:t> based on one or more keys. It implements join operations in database. </a:t>
            </a:r>
            <a:endParaRPr lang="en-US" sz="2800" dirty="0"/>
          </a:p>
          <a:p>
            <a:pPr lvl="1"/>
            <a:r>
              <a:rPr lang="en-US" sz="2800" b="1" dirty="0" err="1">
                <a:ea typeface="+mn-lt"/>
                <a:cs typeface="+mn-lt"/>
              </a:rPr>
              <a:t>concat</a:t>
            </a:r>
            <a:r>
              <a:rPr lang="en-US" sz="2800" dirty="0">
                <a:ea typeface="+mn-lt"/>
                <a:cs typeface="+mn-lt"/>
              </a:rPr>
              <a:t> - concatenates or “stacks” objects together along an axis.</a:t>
            </a:r>
          </a:p>
          <a:p>
            <a:pPr marL="457200" lvl="1" indent="0">
              <a:buNone/>
            </a:pPr>
            <a:r>
              <a:rPr lang="en-US" sz="2800" dirty="0">
                <a:ea typeface="+mn-lt"/>
                <a:cs typeface="+mn-lt"/>
              </a:rPr>
              <a:t>		- stacks </a:t>
            </a:r>
            <a:r>
              <a:rPr lang="en-US" sz="2800" dirty="0" err="1">
                <a:ea typeface="+mn-lt"/>
                <a:cs typeface="+mn-lt"/>
              </a:rPr>
              <a:t>DataFrames</a:t>
            </a:r>
            <a:r>
              <a:rPr lang="en-US" sz="2800" dirty="0">
                <a:ea typeface="+mn-lt"/>
                <a:cs typeface="+mn-lt"/>
              </a:rPr>
              <a:t> vertically </a:t>
            </a:r>
            <a:r>
              <a:rPr lang="en-US" sz="2800">
                <a:ea typeface="+mn-lt"/>
                <a:cs typeface="+mn-lt"/>
              </a:rPr>
              <a:t>/ horizontally</a:t>
            </a:r>
            <a:endParaRPr lang="en-US" sz="2800" dirty="0">
              <a:ea typeface="+mn-lt"/>
              <a:cs typeface="+mn-lt"/>
            </a:endParaRPr>
          </a:p>
          <a:p>
            <a:pPr lvl="1"/>
            <a:r>
              <a:rPr lang="en-US" sz="2800" b="1" dirty="0" err="1">
                <a:ea typeface="+mn-lt"/>
                <a:cs typeface="+mn-lt"/>
              </a:rPr>
              <a:t>combine_first</a:t>
            </a:r>
            <a:r>
              <a:rPr lang="en-US" sz="2800" dirty="0">
                <a:ea typeface="+mn-lt"/>
                <a:cs typeface="+mn-lt"/>
              </a:rPr>
              <a:t> - enables slicing together overlapping data to fill in missing values in one object with values from another.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516" y="-18471"/>
            <a:ext cx="867048" cy="83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54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205162"/>
            <a:ext cx="10114204" cy="96160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Database-Style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r>
              <a:rPr lang="en-US" sz="4000" b="1" dirty="0">
                <a:ea typeface="+mj-lt"/>
                <a:cs typeface="+mj-lt"/>
              </a:rPr>
              <a:t> Joins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5044" y="1228603"/>
            <a:ext cx="10491124" cy="35694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ea typeface="+mn-lt"/>
                <a:cs typeface="+mn-lt"/>
              </a:rPr>
              <a:t>merge -</a:t>
            </a:r>
            <a:r>
              <a:rPr lang="en-US" dirty="0">
                <a:ea typeface="+mn-lt"/>
                <a:cs typeface="+mn-lt"/>
              </a:rPr>
              <a:t> combines datasets by linking rows using one or more keys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164" y="-24211"/>
            <a:ext cx="824980" cy="7923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383DB6-B522-84BF-1368-424D3D947959}"/>
              </a:ext>
            </a:extLst>
          </p:cNvPr>
          <p:cNvSpPr txBox="1"/>
          <p:nvPr/>
        </p:nvSpPr>
        <p:spPr>
          <a:xfrm>
            <a:off x="7272068" y="2120432"/>
            <a:ext cx="43440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>
                <a:cs typeface="Arial"/>
              </a:rPr>
              <a:t>Example: many-to-one join using merge ​</a:t>
            </a:r>
            <a:endParaRPr lang="en-US" sz="2400" dirty="0">
              <a:ea typeface="+mn-lt"/>
              <a:cs typeface="+mn-lt"/>
            </a:endParaRPr>
          </a:p>
          <a:p>
            <a:pPr lvl="1"/>
            <a:endParaRPr lang="en-US" sz="2400" dirty="0"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B1AD4-F124-0878-15CB-E778E5B93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05" y="1799805"/>
            <a:ext cx="5422405" cy="236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E3C84C-31BD-F152-DB6E-ECBB870FB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100" y="4251124"/>
            <a:ext cx="5773757" cy="22290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47D52C-908D-D420-E3BC-24CED56D7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66" y="2958789"/>
            <a:ext cx="3095293" cy="310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0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215" y="333039"/>
            <a:ext cx="9733028" cy="8019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ea typeface="+mj-lt"/>
                <a:cs typeface="+mj-lt"/>
              </a:rPr>
              <a:t>Database-Style </a:t>
            </a:r>
            <a:r>
              <a:rPr lang="en-US" sz="4000" b="1" dirty="0" err="1">
                <a:solidFill>
                  <a:srgbClr val="FFFFFF"/>
                </a:solidFill>
                <a:ea typeface="+mj-lt"/>
                <a:cs typeface="+mj-lt"/>
              </a:rPr>
              <a:t>DataFrame</a:t>
            </a:r>
            <a:r>
              <a:rPr lang="en-US" sz="4000" b="1" dirty="0">
                <a:solidFill>
                  <a:srgbClr val="FFFFFF"/>
                </a:solidFill>
                <a:ea typeface="+mj-lt"/>
                <a:cs typeface="+mj-lt"/>
              </a:rPr>
              <a:t> Joins 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883" y="1310688"/>
            <a:ext cx="11165082" cy="25486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If the column names are different in each object, we can specify them separately.</a:t>
            </a:r>
            <a:r>
              <a:rPr lang="en-US" sz="2400" dirty="0">
                <a:ea typeface="+mn-lt"/>
                <a:cs typeface="+mn-lt"/>
              </a:rPr>
              <a:t> </a:t>
            </a:r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520" y="-18472"/>
            <a:ext cx="835043" cy="8019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5AC7B9-0B6C-E791-1F7B-05D301E875F9}"/>
              </a:ext>
            </a:extLst>
          </p:cNvPr>
          <p:cNvSpPr txBox="1"/>
          <p:nvPr/>
        </p:nvSpPr>
        <p:spPr>
          <a:xfrm>
            <a:off x="6512724" y="6194648"/>
            <a:ext cx="47272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>
                <a:ea typeface="+mn-lt"/>
                <a:cs typeface="+mn-lt"/>
              </a:rPr>
              <a:t>Notice there is no ‘c’, or ‘d’. Why? 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EC2F63-4841-06F3-DF2E-72EBC0844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23" y="1799905"/>
            <a:ext cx="5744540" cy="24802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A3DFE2-9B0D-DFF0-A6E8-19F24C3B8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857" y="2773245"/>
            <a:ext cx="5469961" cy="19437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AD1761-3537-6EE1-32E5-F5B59E670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163" y="3844418"/>
            <a:ext cx="4174399" cy="226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94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336" y="243108"/>
            <a:ext cx="9829310" cy="8019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Database-Style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r>
              <a:rPr lang="en-US" sz="4000" b="1" dirty="0">
                <a:ea typeface="+mj-lt"/>
                <a:cs typeface="+mj-lt"/>
              </a:rPr>
              <a:t> Joins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158" y="1091966"/>
            <a:ext cx="10481096" cy="25486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By default, </a:t>
            </a:r>
            <a:r>
              <a:rPr lang="en-US" b="1" dirty="0">
                <a:ea typeface="+mn-lt"/>
                <a:cs typeface="+mn-lt"/>
              </a:rPr>
              <a:t>merge</a:t>
            </a:r>
            <a:r>
              <a:rPr lang="en-US" dirty="0">
                <a:ea typeface="+mn-lt"/>
                <a:cs typeface="+mn-lt"/>
              </a:rPr>
              <a:t> does an ‘inner’ join. </a:t>
            </a:r>
          </a:p>
          <a:p>
            <a:r>
              <a:rPr lang="en-US" dirty="0">
                <a:ea typeface="+mn-lt"/>
                <a:cs typeface="+mn-lt"/>
              </a:rPr>
              <a:t>Other options: ‘left’, ‘right’, and ‘outer</a:t>
            </a:r>
            <a:r>
              <a:rPr lang="en-US" sz="3200" dirty="0">
                <a:ea typeface="+mn-lt"/>
                <a:cs typeface="+mn-lt"/>
              </a:rPr>
              <a:t>’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520" y="-18472"/>
            <a:ext cx="835043" cy="801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7FE9A2-D143-0CD1-1DE8-87FC529BB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305" y="1710217"/>
            <a:ext cx="3606402" cy="4266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EFCC56-6068-78BD-7BA8-BEA9C841F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54" y="2358909"/>
            <a:ext cx="5422405" cy="236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2672B4-1B92-9875-23F7-4FEFBE91A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034" y="3217253"/>
            <a:ext cx="4594095" cy="192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5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853" y="361393"/>
            <a:ext cx="9566836" cy="80197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ea typeface="+mj-lt"/>
                <a:cs typeface="+mj-lt"/>
              </a:rPr>
              <a:t>Database-Style </a:t>
            </a:r>
            <a:r>
              <a:rPr lang="en-US" sz="4400" b="1" dirty="0" err="1">
                <a:ea typeface="+mj-lt"/>
                <a:cs typeface="+mj-lt"/>
              </a:rPr>
              <a:t>DataFrame</a:t>
            </a:r>
            <a:r>
              <a:rPr lang="en-US" sz="4400" b="1" dirty="0">
                <a:ea typeface="+mj-lt"/>
                <a:cs typeface="+mj-lt"/>
              </a:rPr>
              <a:t> Joins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3577" y="1383469"/>
            <a:ext cx="3743865" cy="10233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Left join</a:t>
            </a:r>
            <a:endParaRPr lang="en-US" dirty="0">
              <a:latin typeface="TW Cen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362" y="-18472"/>
            <a:ext cx="858202" cy="82421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959D4AC-BDF8-0C45-4FEF-FEE5F6F192F2}"/>
              </a:ext>
            </a:extLst>
          </p:cNvPr>
          <p:cNvSpPr txBox="1">
            <a:spLocks/>
          </p:cNvSpPr>
          <p:nvPr/>
        </p:nvSpPr>
        <p:spPr>
          <a:xfrm>
            <a:off x="7214560" y="1383469"/>
            <a:ext cx="3026505" cy="11128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Right join</a:t>
            </a:r>
            <a:r>
              <a:rPr lang="en-US" dirty="0">
                <a:latin typeface="Tw Cen MT"/>
                <a:cs typeface="Arial"/>
              </a:rPr>
              <a:t> </a:t>
            </a:r>
            <a:endParaRPr lang="en-US" dirty="0">
              <a:latin typeface="TW Cen M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A9E179-6551-47B8-75CC-A683033F4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853" y="1823985"/>
            <a:ext cx="3134611" cy="26272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DA17B0-78B3-7C8F-11B9-FF7F6870D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886" y="1823985"/>
            <a:ext cx="3497555" cy="29276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D11ED4-751C-C5E5-D640-6739DFE8E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818" y="4368046"/>
            <a:ext cx="5422405" cy="2363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ED097A-ABC7-C7E9-9AF3-365CD53085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1064" y="4803058"/>
            <a:ext cx="4594095" cy="192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37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346" y="314"/>
            <a:ext cx="9989397" cy="1276052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Database-Style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r>
              <a:rPr lang="en-US" sz="4000" b="1" dirty="0">
                <a:ea typeface="+mj-lt"/>
                <a:cs typeface="+mj-lt"/>
              </a:rPr>
              <a:t> Joins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20906" y="1390516"/>
            <a:ext cx="5380792" cy="27272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Merge with multiple keys: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42" y="-18472"/>
            <a:ext cx="866821" cy="832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2201E0-37AF-F47B-6898-C1729A7B6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859" y="1390516"/>
            <a:ext cx="4135145" cy="24474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A95135-8815-42C6-D806-A9E16217A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912" y="3952108"/>
            <a:ext cx="4145092" cy="21236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387244-07D7-26B7-4642-7EF2A624F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906" y="1925438"/>
            <a:ext cx="6296641" cy="300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82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094" y="180940"/>
            <a:ext cx="9489057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Concatenating Along an Axis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62860" y="1199074"/>
            <a:ext cx="9914486" cy="48687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 err="1">
                <a:ea typeface="+mn-lt"/>
                <a:cs typeface="+mn-lt"/>
              </a:rPr>
              <a:t>concat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dirty="0">
                <a:ea typeface="+mn-lt"/>
                <a:cs typeface="+mn-lt"/>
              </a:rPr>
              <a:t>- provides a consistent way to combine 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ea typeface="+mn-lt"/>
                <a:cs typeface="+mn-lt"/>
              </a:rPr>
              <a:t>	   </a:t>
            </a:r>
            <a:r>
              <a:rPr lang="en-US" sz="2600" dirty="0">
                <a:ea typeface="+mn-lt"/>
                <a:cs typeface="+mn-lt"/>
              </a:rPr>
              <a:t>- glues together the values and indexes in a list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346" y="-18472"/>
            <a:ext cx="833218" cy="800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3809D-820C-7748-BC28-4C6FD6B34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962" y="2209392"/>
            <a:ext cx="7297319" cy="1219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BA5F31-DFDE-DC37-07C0-174015379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380" y="3452345"/>
            <a:ext cx="3263730" cy="31856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8D946F-71C6-4731-2BBB-71DF9153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858" y="3452345"/>
            <a:ext cx="2933764" cy="322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97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226" y="309513"/>
            <a:ext cx="9748946" cy="121960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Concatenating Along an Axis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9262" y="1296892"/>
            <a:ext cx="10662138" cy="38121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Let’s look at a case where there is an overlap of an index.</a:t>
            </a:r>
            <a:r>
              <a:rPr lang="en-US" sz="2000" dirty="0">
                <a:ea typeface="+mn-lt"/>
                <a:cs typeface="+mn-lt"/>
              </a:rPr>
              <a:t> </a:t>
            </a:r>
            <a:endParaRPr lang="en-US" dirty="0">
              <a:ea typeface="+mn-lt"/>
              <a:cs typeface="+mn-lt"/>
            </a:endParaRPr>
          </a:p>
          <a:p>
            <a:pPr lvl="1"/>
            <a:endParaRPr lang="en-US" sz="1800" dirty="0">
              <a:latin typeface="Tw Cen MT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988" y="-18471"/>
            <a:ext cx="849575" cy="8159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FC8190-FBA9-429D-4CB1-B0A16F763CAB}"/>
              </a:ext>
            </a:extLst>
          </p:cNvPr>
          <p:cNvSpPr txBox="1"/>
          <p:nvPr/>
        </p:nvSpPr>
        <p:spPr>
          <a:xfrm>
            <a:off x="5689852" y="5608523"/>
            <a:ext cx="575849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In this case, the ‘f’ and ‘g’ labels disappear because of the join=‘inner’ option.</a:t>
            </a:r>
            <a:endParaRPr lang="en-US" sz="2000" dirty="0">
              <a:ea typeface="+mn-lt"/>
              <a:cs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FCEF61-CA12-9D1C-F66D-4E2247247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16" y="1789525"/>
            <a:ext cx="2639705" cy="19979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C9517E-294B-8A32-EBD1-4F9844902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369" y="2788511"/>
            <a:ext cx="2981966" cy="2429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8DA28B-D294-ECB7-3E2D-787A4ED6D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600" y="1828097"/>
            <a:ext cx="1405488" cy="16009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A6A4A0-BFD9-1803-A67B-489537541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5600" y="3527979"/>
            <a:ext cx="5193102" cy="208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74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381" y="230235"/>
            <a:ext cx="9152627" cy="997442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Concatenating Along an Axis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9255" y="1293962"/>
            <a:ext cx="8923977" cy="282926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Create a hierarchical index on the concatenation axis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362" y="-18472"/>
            <a:ext cx="858202" cy="824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0C1D7-9F94-7FA3-C603-28BA8285D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255" y="1839176"/>
            <a:ext cx="4635587" cy="18941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50F657-0E0F-A4A1-75A9-C753C44F6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381" y="3846077"/>
            <a:ext cx="3801005" cy="27816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D32FFD-B14A-AB36-6D0D-DCBAEF592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961" y="2321856"/>
            <a:ext cx="5588809" cy="304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78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457" y="267418"/>
            <a:ext cx="9126747" cy="6184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Concatenating Along an Axis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9655" y="885103"/>
            <a:ext cx="10130029" cy="28410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The same logic extends to </a:t>
            </a:r>
            <a:r>
              <a:rPr lang="en-US" sz="2000" dirty="0" err="1">
                <a:ea typeface="+mn-lt"/>
                <a:cs typeface="+mn-lt"/>
              </a:rPr>
              <a:t>DataFrame</a:t>
            </a:r>
            <a:r>
              <a:rPr lang="en-US" sz="2000" dirty="0">
                <a:ea typeface="+mn-lt"/>
                <a:cs typeface="+mn-lt"/>
              </a:rPr>
              <a:t> objects            </a:t>
            </a:r>
            <a:endParaRPr lang="en-US" sz="2000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5109" y="-9235"/>
            <a:ext cx="866127" cy="8318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4318A9-BFB1-84C1-73AD-2E272CF1D5F0}"/>
              </a:ext>
            </a:extLst>
          </p:cNvPr>
          <p:cNvSpPr txBox="1"/>
          <p:nvPr/>
        </p:nvSpPr>
        <p:spPr>
          <a:xfrm>
            <a:off x="6340416" y="6366461"/>
            <a:ext cx="53483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dirty="0">
                <a:ea typeface="+mn-lt"/>
                <a:cs typeface="+mn-lt"/>
              </a:rPr>
              <a:t>You can pass a </a:t>
            </a:r>
            <a:r>
              <a:rPr lang="en-US" sz="2000" dirty="0" err="1">
                <a:ea typeface="+mn-lt"/>
                <a:cs typeface="+mn-lt"/>
              </a:rPr>
              <a:t>dict</a:t>
            </a:r>
            <a:r>
              <a:rPr lang="en-US" sz="2000" dirty="0">
                <a:ea typeface="+mn-lt"/>
                <a:cs typeface="+mn-lt"/>
              </a:rPr>
              <a:t> of objects instead of a list. 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E1DB41-2C2E-08D6-DCD1-844BBB622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372" y="1329742"/>
            <a:ext cx="3802278" cy="22802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8C1D53-05D2-F567-5FA2-D80B314BB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367" y="1329742"/>
            <a:ext cx="4798837" cy="22802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1FD72C-5426-5402-82C6-CC8CA78E1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655" y="3726170"/>
            <a:ext cx="5269558" cy="21701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AF1475-9E7D-4385-4DB4-49F5FE6E5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061" y="4080101"/>
            <a:ext cx="4958399" cy="225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05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377" y="426594"/>
            <a:ext cx="9126747" cy="69484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Concatenating Along an Axis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1354347"/>
            <a:ext cx="3812875" cy="288243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Create name for axis levels with the </a:t>
            </a:r>
            <a:r>
              <a:rPr lang="en-US" b="1" dirty="0">
                <a:ea typeface="+mn-lt"/>
                <a:cs typeface="+mn-lt"/>
              </a:rPr>
              <a:t>names </a:t>
            </a:r>
            <a:r>
              <a:rPr lang="en-US" dirty="0">
                <a:ea typeface="+mn-lt"/>
                <a:cs typeface="+mn-lt"/>
              </a:rPr>
              <a:t>argument. 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615" y="-9236"/>
            <a:ext cx="831621" cy="798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4318A9-BFB1-84C1-73AD-2E272CF1D5F0}"/>
              </a:ext>
            </a:extLst>
          </p:cNvPr>
          <p:cNvSpPr txBox="1"/>
          <p:nvPr/>
        </p:nvSpPr>
        <p:spPr>
          <a:xfrm>
            <a:off x="6426680" y="1449087"/>
            <a:ext cx="41071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lvl="2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Same result without the names for axis levels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22E75-F59E-BF90-3975-34CD6A03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377" y="2443178"/>
            <a:ext cx="4084713" cy="3052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E7D3F1-82C4-DF87-2A8B-77529B321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454" y="2512997"/>
            <a:ext cx="4338522" cy="298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64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449" y="205996"/>
            <a:ext cx="9083615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Concatenating Along an Axis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9674" y="893265"/>
            <a:ext cx="10424361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pass </a:t>
            </a:r>
            <a:r>
              <a:rPr lang="en-US" sz="2800" b="1" dirty="0" err="1">
                <a:ea typeface="+mn-lt"/>
                <a:cs typeface="+mn-lt"/>
              </a:rPr>
              <a:t>ignore_index</a:t>
            </a:r>
            <a:r>
              <a:rPr lang="en-US" sz="2800" b="1" dirty="0">
                <a:ea typeface="+mn-lt"/>
                <a:cs typeface="+mn-lt"/>
              </a:rPr>
              <a:t>=True </a:t>
            </a:r>
            <a:r>
              <a:rPr lang="en-US" sz="2800" dirty="0">
                <a:ea typeface="+mn-lt"/>
                <a:cs typeface="+mn-lt"/>
              </a:rPr>
              <a:t>if the row index does not contain any relevant data</a:t>
            </a:r>
            <a:r>
              <a:rPr lang="en-US" sz="2800" b="1" dirty="0">
                <a:ea typeface="+mn-lt"/>
                <a:cs typeface="+mn-lt"/>
              </a:rPr>
              <a:t> </a:t>
            </a:r>
          </a:p>
          <a:p>
            <a:pPr marL="457200" lvl="1" indent="0">
              <a:buNone/>
            </a:pPr>
            <a:endParaRPr lang="en-US" sz="2400" dirty="0"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989" y="-9236"/>
            <a:ext cx="840247" cy="806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1BAB8A-F5A4-7726-C5C7-98AA9CC4E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28" y="1982246"/>
            <a:ext cx="4271731" cy="2168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7AB7C9-7117-76C7-483F-8D9971D8E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194" y="4290412"/>
            <a:ext cx="4608660" cy="2199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1BB398-C252-96D2-ED64-CA4607DE8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263" y="1841518"/>
            <a:ext cx="5198518" cy="334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64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32731"/>
            <a:ext cx="9187133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Combining Data with Overlap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7312" y="1120528"/>
            <a:ext cx="7496355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Using </a:t>
            </a:r>
            <a:r>
              <a:rPr lang="en-US" sz="2800" b="1" dirty="0">
                <a:ea typeface="+mn-lt"/>
                <a:cs typeface="+mn-lt"/>
              </a:rPr>
              <a:t>where </a:t>
            </a:r>
            <a:r>
              <a:rPr lang="en-US" sz="2800" dirty="0">
                <a:ea typeface="+mn-lt"/>
                <a:cs typeface="+mn-lt"/>
              </a:rPr>
              <a:t>function for data with overlap: </a:t>
            </a:r>
            <a:endParaRPr lang="en-US" dirty="0"/>
          </a:p>
          <a:p>
            <a:pPr marL="457200" lvl="1" indent="0">
              <a:buNone/>
            </a:pPr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BD8A3B-7F4A-4CDD-F1E1-81D3871C6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018" y="1748251"/>
            <a:ext cx="6504317" cy="18753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1E933A-E867-BFC2-AC57-30A3E6A94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273" y="2579632"/>
            <a:ext cx="6504317" cy="18824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6D9709-E7F2-3B0F-E4F1-97DFD9B51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7240" y="4655187"/>
            <a:ext cx="49822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42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1280160"/>
            <a:ext cx="9905955" cy="275844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Reshaping and Pivoting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285" y="-9235"/>
            <a:ext cx="837951" cy="80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04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250" y="576245"/>
            <a:ext cx="9180843" cy="7747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Reshaping with Hierarchical Indexing 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518249" y="1613140"/>
            <a:ext cx="9180844" cy="477040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Reshape data and apply group-based operations like forming a pivot table in hierarchical indexing. </a:t>
            </a:r>
            <a:endParaRPr lang="en-US" dirty="0"/>
          </a:p>
          <a:p>
            <a:pPr marL="342900" indent="-342900"/>
            <a:r>
              <a:rPr lang="en-US" dirty="0">
                <a:ea typeface="+mn-lt"/>
                <a:cs typeface="+mn-lt"/>
              </a:rPr>
              <a:t>Consistently rearrange the data into a </a:t>
            </a:r>
            <a:r>
              <a:rPr lang="en-US" dirty="0" err="1">
                <a:ea typeface="+mn-lt"/>
                <a:cs typeface="+mn-lt"/>
              </a:rPr>
              <a:t>DataFrame</a:t>
            </a:r>
            <a:r>
              <a:rPr lang="en-US" dirty="0">
                <a:ea typeface="+mn-lt"/>
                <a:cs typeface="+mn-lt"/>
              </a:rPr>
              <a:t> using </a:t>
            </a:r>
            <a:r>
              <a:rPr lang="en-US" b="1" dirty="0">
                <a:ea typeface="+mn-lt"/>
                <a:cs typeface="+mn-lt"/>
              </a:rPr>
              <a:t>stack()</a:t>
            </a:r>
            <a:r>
              <a:rPr lang="en-US" dirty="0">
                <a:ea typeface="+mn-lt"/>
                <a:cs typeface="+mn-lt"/>
              </a:rPr>
              <a:t> &amp; </a:t>
            </a:r>
            <a:r>
              <a:rPr lang="en-US" b="1" dirty="0">
                <a:ea typeface="+mn-lt"/>
                <a:cs typeface="+mn-lt"/>
              </a:rPr>
              <a:t>unstack()</a:t>
            </a:r>
            <a:endParaRPr lang="en-US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stack()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pPr lvl="1"/>
            <a:r>
              <a:rPr lang="en-US" dirty="0">
                <a:ea typeface="+mn-lt"/>
                <a:cs typeface="+mn-lt"/>
              </a:rPr>
              <a:t>rotates or pivots from columns to rows</a:t>
            </a:r>
          </a:p>
          <a:p>
            <a:r>
              <a:rPr lang="en-US" dirty="0"/>
              <a:t>unstack():</a:t>
            </a:r>
          </a:p>
          <a:p>
            <a:pPr lvl="1"/>
            <a:r>
              <a:rPr lang="en-US" dirty="0"/>
              <a:t>pivots from rows into columns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30E757E-87E4-74E0-D1A2-3C34B05A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2" y="-9236"/>
            <a:ext cx="835244" cy="80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28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747" y="391846"/>
            <a:ext cx="9180843" cy="7747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Reshaping with Hierarchical Indexing 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518249" y="1613139"/>
            <a:ext cx="3907766" cy="481353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+mn-lt"/>
                <a:cs typeface="+mn-lt"/>
              </a:rPr>
              <a:t>stack()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pPr lvl="1"/>
            <a:r>
              <a:rPr lang="en-US" dirty="0">
                <a:ea typeface="+mn-lt"/>
                <a:cs typeface="+mn-lt"/>
              </a:rPr>
              <a:t>rotates or pivots from columns to rows</a:t>
            </a:r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/>
            <a:endParaRPr lang="en-US" dirty="0">
              <a:ea typeface="+mn-lt"/>
              <a:cs typeface="+mn-lt"/>
            </a:endParaRPr>
          </a:p>
          <a:p>
            <a:r>
              <a:rPr lang="en-US" dirty="0"/>
              <a:t>unstack():</a:t>
            </a:r>
          </a:p>
          <a:p>
            <a:pPr lvl="1"/>
            <a:r>
              <a:rPr lang="en-US" dirty="0"/>
              <a:t>pivots from rows into columns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30E757E-87E4-74E0-D1A2-3C34B05A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2" y="-9236"/>
            <a:ext cx="835244" cy="802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DA3B4D-1D0D-484D-91ED-277C6ED3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185" y="1947968"/>
            <a:ext cx="2406774" cy="2152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FC428B-81E4-F734-5B17-35B3A0BC9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247" y="1406105"/>
            <a:ext cx="2119161" cy="2413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726C8F-5A44-3977-2ADF-DEE532A48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015" y="4266123"/>
            <a:ext cx="3994355" cy="214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9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868" y="405547"/>
            <a:ext cx="9180843" cy="7747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Reshaping with Hierarchical Indexing 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173192" y="1613139"/>
            <a:ext cx="3536831" cy="481353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Default:</a:t>
            </a:r>
          </a:p>
          <a:p>
            <a:pPr lvl="1"/>
            <a:r>
              <a:rPr lang="en-US" dirty="0">
                <a:ea typeface="+mn-lt"/>
                <a:cs typeface="+mn-lt"/>
              </a:rPr>
              <a:t>stack the innermost level</a:t>
            </a:r>
          </a:p>
          <a:p>
            <a:pPr lvl="1"/>
            <a:r>
              <a:rPr lang="en-US" dirty="0">
                <a:ea typeface="+mn-lt"/>
                <a:cs typeface="+mn-lt"/>
              </a:rPr>
              <a:t>unstack the innermost level</a:t>
            </a:r>
          </a:p>
          <a:p>
            <a:r>
              <a:rPr lang="en-US" dirty="0">
                <a:ea typeface="+mn-lt"/>
                <a:cs typeface="+mn-lt"/>
              </a:rPr>
              <a:t>level = option to change defaults</a:t>
            </a:r>
          </a:p>
          <a:p>
            <a:r>
              <a:rPr lang="en-US" dirty="0">
                <a:ea typeface="+mn-lt"/>
                <a:cs typeface="+mn-lt"/>
              </a:rPr>
              <a:t>Note: The level unstacked becomes the lowest level in the result; i.e., ‘state’ is the lowest level.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30E757E-87E4-74E0-D1A2-3C34B05A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2" y="-9236"/>
            <a:ext cx="835244" cy="802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DA3B4D-1D0D-484D-91ED-277C6ED3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522" y="1716889"/>
            <a:ext cx="2406774" cy="2152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DEE4A-B5AA-A7B8-74AD-0FA47AF2F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16" y="1536930"/>
            <a:ext cx="3943553" cy="2482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07954E-5F4B-E6A3-F003-09FAE266C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16" y="4174835"/>
            <a:ext cx="3943553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61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868" y="405547"/>
            <a:ext cx="9180843" cy="7747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Reshaping with Hierarchical Indexing 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173192" y="1742536"/>
            <a:ext cx="3536831" cy="468414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+mn-lt"/>
                <a:cs typeface="+mn-lt"/>
              </a:rPr>
              <a:t>Default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pPr lvl="1"/>
            <a:r>
              <a:rPr lang="en-US" dirty="0">
                <a:ea typeface="+mn-lt"/>
                <a:cs typeface="+mn-lt"/>
              </a:rPr>
              <a:t>stack the innermost level</a:t>
            </a:r>
          </a:p>
          <a:p>
            <a:pPr lvl="1"/>
            <a:r>
              <a:rPr lang="en-US" dirty="0">
                <a:ea typeface="+mn-lt"/>
                <a:cs typeface="+mn-lt"/>
              </a:rPr>
              <a:t>unstack the innermost level</a:t>
            </a:r>
          </a:p>
          <a:p>
            <a:r>
              <a:rPr lang="en-US" dirty="0">
                <a:ea typeface="+mn-lt"/>
                <a:cs typeface="+mn-lt"/>
              </a:rPr>
              <a:t>level = option to change defaults</a:t>
            </a:r>
          </a:p>
          <a:p>
            <a:endParaRPr lang="en-US" dirty="0">
              <a:ea typeface="+mn-lt"/>
              <a:cs typeface="+mn-lt"/>
            </a:endParaRPr>
          </a:p>
          <a:p>
            <a:pPr lvl="1"/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30E757E-87E4-74E0-D1A2-3C34B05A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2" y="-9236"/>
            <a:ext cx="835244" cy="802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024404-2C9D-704D-984C-9070312B5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540" y="1656269"/>
            <a:ext cx="6102664" cy="3492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34606A-BF74-0BAB-DE5A-9F3F5593D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205" y="3684261"/>
            <a:ext cx="2320506" cy="274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07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75" y="232731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 ’Long’ to ‘Wide’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7312" y="1120528"/>
            <a:ext cx="9903126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 ‘long’ &amp; ‘wide’ - common way to store multiple time series in databases and CSV files.</a:t>
            </a:r>
          </a:p>
          <a:p>
            <a:pPr lvl="2">
              <a:buFontTx/>
              <a:buChar char="-"/>
            </a:pPr>
            <a:r>
              <a:rPr lang="en-US" sz="2400" dirty="0">
                <a:ea typeface="+mn-lt"/>
                <a:cs typeface="+mn-lt"/>
              </a:rPr>
              <a:t>individual values are represented by a single row in a table rather than multiple values per row.</a:t>
            </a:r>
          </a:p>
          <a:p>
            <a:r>
              <a:rPr lang="en-US" sz="3000" dirty="0">
                <a:ea typeface="+mn-lt"/>
                <a:cs typeface="+mn-lt"/>
              </a:rPr>
              <a:t>Example: </a:t>
            </a:r>
            <a:r>
              <a:rPr lang="en-US" sz="3000" dirty="0">
                <a:ea typeface="+mn-lt"/>
                <a:cs typeface="+mn-lt"/>
                <a:hlinkClick r:id="rId2"/>
              </a:rPr>
              <a:t>macrodata.csv</a:t>
            </a:r>
            <a:endParaRPr lang="en-US" sz="3000" dirty="0"/>
          </a:p>
          <a:p>
            <a:pPr marL="457200" lvl="1" indent="0">
              <a:buNone/>
            </a:pPr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F540C6-7890-E815-F772-490CC966F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21" y="3429000"/>
            <a:ext cx="5785634" cy="280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73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75" y="232731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 ’Long’ to ‘Wide’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7312" y="1120528"/>
            <a:ext cx="9903126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pandas.PeriodIndex</a:t>
            </a:r>
            <a:r>
              <a:rPr lang="en-US" dirty="0">
                <a:ea typeface="+mn-lt"/>
                <a:cs typeface="+mn-lt"/>
              </a:rPr>
              <a:t>  - represents time intervals rather than points in time</a:t>
            </a:r>
          </a:p>
          <a:p>
            <a:r>
              <a:rPr lang="en-US" dirty="0">
                <a:ea typeface="+mn-lt"/>
                <a:cs typeface="+mn-lt"/>
              </a:rPr>
              <a:t>Example: </a:t>
            </a:r>
            <a:r>
              <a:rPr lang="en-US" dirty="0">
                <a:ea typeface="+mn-lt"/>
                <a:cs typeface="+mn-lt"/>
                <a:hlinkClick r:id="rId2"/>
              </a:rPr>
              <a:t>macrodata.csv</a:t>
            </a:r>
            <a:r>
              <a:rPr lang="en-US" sz="2000" dirty="0"/>
              <a:t> </a:t>
            </a:r>
          </a:p>
          <a:p>
            <a:r>
              <a:rPr lang="en-US" dirty="0">
                <a:ea typeface="+mn-lt"/>
                <a:cs typeface="+mn-lt"/>
              </a:rPr>
              <a:t>Step 1. Use </a:t>
            </a:r>
            <a:r>
              <a:rPr lang="en-US" dirty="0" err="1">
                <a:ea typeface="+mn-lt"/>
                <a:cs typeface="+mn-lt"/>
              </a:rPr>
              <a:t>pandas.PeriodIndex</a:t>
            </a:r>
            <a:r>
              <a:rPr lang="en-US" dirty="0">
                <a:ea typeface="+mn-lt"/>
                <a:cs typeface="+mn-lt"/>
              </a:rPr>
              <a:t> -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to combine the year and quarter columns to set the index to consist of datetime values at the end of each quarter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1ED31-4565-CC5D-6919-2167499F9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980" y="3576555"/>
            <a:ext cx="5522938" cy="2160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5EC209-D5F1-E7B4-01F9-73BA2AEA3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585" y="3347401"/>
            <a:ext cx="3733992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2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75" y="232731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 ’Long’ to ‘Wide’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7312" y="1120528"/>
            <a:ext cx="9903126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 Step 2. Select a subset of columns and give the columns index the name "item":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DFDEB9-F75F-8085-3874-C5669CE93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002" y="2343833"/>
            <a:ext cx="6667843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86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75" y="232731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 ’Long’ to ‘Wide’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7312" y="1120528"/>
            <a:ext cx="9903126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 Step 3. Reshape with stack, turn the new index levels into columns with </a:t>
            </a:r>
            <a:r>
              <a:rPr lang="en-US" sz="2800" dirty="0" err="1">
                <a:ea typeface="+mn-lt"/>
                <a:cs typeface="+mn-lt"/>
              </a:rPr>
              <a:t>reset_index</a:t>
            </a:r>
            <a:r>
              <a:rPr lang="en-US" sz="2800" dirty="0">
                <a:ea typeface="+mn-lt"/>
                <a:cs typeface="+mn-lt"/>
              </a:rPr>
              <a:t>, and finally give the column containing the data values the name "value":</a:t>
            </a: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Long format -each row in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the table represents a single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observation for multiple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time series.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475F03-619B-911D-AF33-F3DB9A0C6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668" y="2399221"/>
            <a:ext cx="6003068" cy="412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31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75" y="232731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 ’Long’ to ‘Wide’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7312" y="1120528"/>
            <a:ext cx="9903126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Step 4. Use </a:t>
            </a:r>
            <a:r>
              <a:rPr lang="en-US" sz="2800" b="1" dirty="0">
                <a:ea typeface="+mn-lt"/>
                <a:cs typeface="+mn-lt"/>
              </a:rPr>
              <a:t>pivot()</a:t>
            </a:r>
            <a:r>
              <a:rPr lang="en-US" sz="2800" dirty="0">
                <a:ea typeface="+mn-lt"/>
                <a:cs typeface="+mn-lt"/>
              </a:rPr>
              <a:t> to transform a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 to have one column per distinct item value indexed by timestamps in the date column.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F5B0F8-754E-F2DE-7716-A26240B32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588" y="2331269"/>
            <a:ext cx="7270603" cy="334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40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75" y="232731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 ’Long’ to ‘Wide’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7312" y="1120528"/>
            <a:ext cx="9903126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Step 4. Use pivot() to reshape two value columns simultaneously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4A4C8C-B65F-F274-C6CD-131681F5E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64" y="2114796"/>
            <a:ext cx="4370185" cy="3148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9B4E7C-B2F0-3C86-BD55-7150A8435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94" y="1896369"/>
            <a:ext cx="5683542" cy="374034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BEDE744-020A-F9CA-5B97-D031144A0538}"/>
              </a:ext>
            </a:extLst>
          </p:cNvPr>
          <p:cNvSpPr/>
          <p:nvPr/>
        </p:nvSpPr>
        <p:spPr>
          <a:xfrm>
            <a:off x="4830792" y="3476272"/>
            <a:ext cx="829402" cy="396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09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071" y="560535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‘Wide’ to ’Long’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6875" y="1638112"/>
            <a:ext cx="9523563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ea typeface="+mn-lt"/>
                <a:cs typeface="+mn-lt"/>
              </a:rPr>
              <a:t>melt():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- the opposite of pivot()</a:t>
            </a:r>
            <a:endParaRPr lang="en-US" sz="2800" dirty="0">
              <a:ea typeface="+mn-lt"/>
              <a:cs typeface="+mn-lt"/>
            </a:endParaRPr>
          </a:p>
          <a:p>
            <a:pPr>
              <a:buFontTx/>
              <a:buChar char="-"/>
            </a:pPr>
            <a:r>
              <a:rPr lang="en-US" sz="2800" dirty="0">
                <a:ea typeface="+mn-lt"/>
                <a:cs typeface="+mn-lt"/>
              </a:rPr>
              <a:t>Use to merge multiple columns into one, producing a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 that is longer than the input</a:t>
            </a:r>
          </a:p>
          <a:p>
            <a:pPr>
              <a:buFontTx/>
              <a:buChar char="-"/>
            </a:pPr>
            <a:r>
              <a:rPr lang="en-US" sz="2800" dirty="0">
                <a:ea typeface="+mj-lt"/>
                <a:cs typeface="+mj-lt"/>
              </a:rPr>
              <a:t> Creates a </a:t>
            </a:r>
            <a:r>
              <a:rPr lang="en-US" sz="2800" dirty="0" err="1">
                <a:ea typeface="+mj-lt"/>
                <a:cs typeface="+mj-lt"/>
              </a:rPr>
              <a:t>DataFrame</a:t>
            </a:r>
            <a:r>
              <a:rPr lang="en-US" sz="2800" dirty="0">
                <a:ea typeface="+mj-lt"/>
                <a:cs typeface="+mj-lt"/>
              </a:rPr>
              <a:t> from ‘Wide’ to ’Long’ Format</a:t>
            </a:r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60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071" y="560535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‘Wide’ to ’Long’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4566" y="1440891"/>
            <a:ext cx="9523563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ea typeface="+mn-lt"/>
                <a:cs typeface="+mn-lt"/>
              </a:rPr>
              <a:t>melt() - </a:t>
            </a:r>
            <a:r>
              <a:rPr lang="en-US" sz="2800" dirty="0">
                <a:ea typeface="+mj-lt"/>
                <a:cs typeface="+mj-lt"/>
              </a:rPr>
              <a:t>Creates a </a:t>
            </a:r>
            <a:r>
              <a:rPr lang="en-US" sz="2800" dirty="0" err="1">
                <a:ea typeface="+mj-lt"/>
                <a:cs typeface="+mj-lt"/>
              </a:rPr>
              <a:t>DataFrame</a:t>
            </a:r>
            <a:r>
              <a:rPr lang="en-US" sz="2800" dirty="0">
                <a:ea typeface="+mj-lt"/>
                <a:cs typeface="+mj-lt"/>
              </a:rPr>
              <a:t> from ‘Wide’ to ’Long’ Format</a:t>
            </a:r>
          </a:p>
          <a:p>
            <a:r>
              <a:rPr lang="en-US" sz="2800" dirty="0">
                <a:ea typeface="+mj-lt"/>
                <a:cs typeface="+mj-lt"/>
              </a:rPr>
              <a:t>Example: With group identifier</a:t>
            </a:r>
          </a:p>
          <a:p>
            <a:endParaRPr lang="en-US" sz="2800" dirty="0">
              <a:ea typeface="+mj-lt"/>
              <a:cs typeface="+mj-lt"/>
            </a:endParaRPr>
          </a:p>
          <a:p>
            <a:endParaRPr lang="en-US" sz="2800" dirty="0">
              <a:ea typeface="+mj-lt"/>
              <a:cs typeface="+mj-lt"/>
            </a:endParaRPr>
          </a:p>
          <a:p>
            <a:endParaRPr lang="en-US" sz="2800" dirty="0">
              <a:ea typeface="+mj-lt"/>
              <a:cs typeface="+mj-lt"/>
            </a:endParaRPr>
          </a:p>
          <a:p>
            <a:endParaRPr lang="en-US" sz="2800" dirty="0">
              <a:ea typeface="+mj-lt"/>
              <a:cs typeface="+mj-lt"/>
            </a:endParaRPr>
          </a:p>
          <a:p>
            <a:endParaRPr lang="en-US" sz="2800" dirty="0">
              <a:ea typeface="+mj-lt"/>
              <a:cs typeface="+mj-lt"/>
            </a:endParaRPr>
          </a:p>
          <a:p>
            <a:r>
              <a:rPr lang="en-US" sz="2800" dirty="0" err="1">
                <a:ea typeface="+mj-lt"/>
                <a:cs typeface="+mj-lt"/>
              </a:rPr>
              <a:t>id_vars</a:t>
            </a:r>
            <a:r>
              <a:rPr lang="en-US" sz="2800" dirty="0">
                <a:ea typeface="+mj-lt"/>
                <a:cs typeface="+mj-lt"/>
              </a:rPr>
              <a:t> will keep ‘key’ unchanged</a:t>
            </a:r>
          </a:p>
          <a:p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625E79-8EF7-C9FE-942E-4C8D665E8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888" y="2188361"/>
            <a:ext cx="3816546" cy="4292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6F0B4D-75CD-3CDE-BE28-7BB3F4C68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071" y="2902772"/>
            <a:ext cx="4540483" cy="286399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1CE9B98-BD03-7297-CCF8-9F31389F6F1A}"/>
              </a:ext>
            </a:extLst>
          </p:cNvPr>
          <p:cNvSpPr/>
          <p:nvPr/>
        </p:nvSpPr>
        <p:spPr>
          <a:xfrm>
            <a:off x="5624423" y="4028536"/>
            <a:ext cx="1586465" cy="62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458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071" y="560535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‘Wide’ to ’Long’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4566" y="1440891"/>
            <a:ext cx="9523563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ea typeface="+mn-lt"/>
                <a:cs typeface="+mn-lt"/>
              </a:rPr>
              <a:t>melt() - </a:t>
            </a:r>
            <a:r>
              <a:rPr lang="en-US" sz="2800" dirty="0">
                <a:ea typeface="+mj-lt"/>
                <a:cs typeface="+mj-lt"/>
              </a:rPr>
              <a:t>Creates a </a:t>
            </a:r>
            <a:r>
              <a:rPr lang="en-US" sz="2800" dirty="0" err="1">
                <a:ea typeface="+mj-lt"/>
                <a:cs typeface="+mj-lt"/>
              </a:rPr>
              <a:t>DataFrame</a:t>
            </a:r>
            <a:r>
              <a:rPr lang="en-US" sz="2800" dirty="0">
                <a:ea typeface="+mj-lt"/>
                <a:cs typeface="+mj-lt"/>
              </a:rPr>
              <a:t> from ‘Wide’ to ’Long’ Format</a:t>
            </a:r>
          </a:p>
          <a:p>
            <a:r>
              <a:rPr lang="en-US" sz="2800" dirty="0">
                <a:ea typeface="+mj-lt"/>
                <a:cs typeface="+mj-lt"/>
              </a:rPr>
              <a:t>Example: With a specific subset of columns as value columns</a:t>
            </a:r>
          </a:p>
          <a:p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6F0B4D-75CD-3CDE-BE28-7BB3F4C68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44" y="2800766"/>
            <a:ext cx="4038895" cy="2547611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1CE9B98-BD03-7297-CCF8-9F31389F6F1A}"/>
              </a:ext>
            </a:extLst>
          </p:cNvPr>
          <p:cNvSpPr/>
          <p:nvPr/>
        </p:nvSpPr>
        <p:spPr>
          <a:xfrm>
            <a:off x="3933280" y="4469543"/>
            <a:ext cx="1586465" cy="62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E49F0-2591-336D-0D2E-98589DBBF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745" y="2800766"/>
            <a:ext cx="5823991" cy="301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900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071" y="560535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‘Wide’ to ’Long’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4566" y="1440891"/>
            <a:ext cx="9523563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ea typeface="+mn-lt"/>
                <a:cs typeface="+mn-lt"/>
              </a:rPr>
              <a:t>melt() - </a:t>
            </a:r>
            <a:r>
              <a:rPr lang="en-US" sz="2800" dirty="0">
                <a:ea typeface="+mj-lt"/>
                <a:cs typeface="+mj-lt"/>
              </a:rPr>
              <a:t>Creates a </a:t>
            </a:r>
            <a:r>
              <a:rPr lang="en-US" sz="2800" dirty="0" err="1">
                <a:ea typeface="+mj-lt"/>
                <a:cs typeface="+mj-lt"/>
              </a:rPr>
              <a:t>DataFrame</a:t>
            </a:r>
            <a:r>
              <a:rPr lang="en-US" sz="2800" dirty="0">
                <a:ea typeface="+mj-lt"/>
                <a:cs typeface="+mj-lt"/>
              </a:rPr>
              <a:t> from ‘Wide’ to ’Long’ Format</a:t>
            </a:r>
          </a:p>
          <a:p>
            <a:r>
              <a:rPr lang="en-US" sz="2800" dirty="0">
                <a:ea typeface="+mj-lt"/>
                <a:cs typeface="+mj-lt"/>
              </a:rPr>
              <a:t>Example: Without group identifier</a:t>
            </a:r>
          </a:p>
          <a:p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6F0B4D-75CD-3CDE-BE28-7BB3F4C68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036" y="3112649"/>
            <a:ext cx="4095991" cy="258362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1CE9B98-BD03-7297-CCF8-9F31389F6F1A}"/>
              </a:ext>
            </a:extLst>
          </p:cNvPr>
          <p:cNvSpPr/>
          <p:nvPr/>
        </p:nvSpPr>
        <p:spPr>
          <a:xfrm>
            <a:off x="5056509" y="4656215"/>
            <a:ext cx="1586465" cy="62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6FA55-6386-CEAC-5396-B27D2EE1B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974" y="2321247"/>
            <a:ext cx="3968954" cy="4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12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071" y="560535"/>
            <a:ext cx="903185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Pivoting </a:t>
            </a:r>
            <a:r>
              <a:rPr lang="en-US" b="1" dirty="0">
                <a:ea typeface="+mj-lt"/>
                <a:cs typeface="+mj-lt"/>
              </a:rPr>
              <a:t>‘Wide’ to ’Long’ Format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4566" y="1440891"/>
            <a:ext cx="9523563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ea typeface="+mn-lt"/>
                <a:cs typeface="+mn-lt"/>
              </a:rPr>
              <a:t>melt() - </a:t>
            </a:r>
            <a:r>
              <a:rPr lang="en-US" sz="2800" dirty="0">
                <a:ea typeface="+mj-lt"/>
                <a:cs typeface="+mj-lt"/>
              </a:rPr>
              <a:t>Creates a </a:t>
            </a:r>
            <a:r>
              <a:rPr lang="en-US" sz="2800" dirty="0" err="1">
                <a:ea typeface="+mj-lt"/>
                <a:cs typeface="+mj-lt"/>
              </a:rPr>
              <a:t>DataFrame</a:t>
            </a:r>
            <a:r>
              <a:rPr lang="en-US" sz="2800" dirty="0">
                <a:ea typeface="+mj-lt"/>
                <a:cs typeface="+mj-lt"/>
              </a:rPr>
              <a:t> from ‘Wide’ to ’Long’ Format</a:t>
            </a:r>
          </a:p>
          <a:p>
            <a:r>
              <a:rPr lang="en-US" sz="2800" dirty="0">
                <a:ea typeface="+mj-lt"/>
                <a:cs typeface="+mj-lt"/>
              </a:rPr>
              <a:t>Example: Use pivot() to undo melt()</a:t>
            </a:r>
          </a:p>
          <a:p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736" y="-9236"/>
            <a:ext cx="857500" cy="823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F7C051-AF7F-6E13-85D2-56B960E41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266" y="2732224"/>
            <a:ext cx="3260785" cy="3667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19B3C4-CF09-CFE6-5510-4B748D84B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540" y="3274972"/>
            <a:ext cx="6445581" cy="2749691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1CE9B98-BD03-7297-CCF8-9F31389F6F1A}"/>
              </a:ext>
            </a:extLst>
          </p:cNvPr>
          <p:cNvSpPr/>
          <p:nvPr/>
        </p:nvSpPr>
        <p:spPr>
          <a:xfrm>
            <a:off x="3864634" y="4757735"/>
            <a:ext cx="1093906" cy="646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358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E8E1-9D23-9CE7-5D84-FFFCE9AB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9A6B-7C20-F5ED-F3F9-C9B3719CC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55979" cy="3493588"/>
          </a:xfrm>
        </p:spPr>
        <p:txBody>
          <a:bodyPr>
            <a:normAutofit/>
          </a:bodyPr>
          <a:lstStyle/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94B4A30-EA5F-6867-74AF-6E01A52C8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163054-73BC-7ECF-4A2A-03769B76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2C2DC6-F462-3BA2-E52D-41F0A439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FA6ABF-C959-8D2B-7B38-DF77B18ED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7EF7AC3-C3E6-93CC-62BF-EE0260349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BBBF24B-66D8-566C-A664-78BE45CB5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255B2FE-9C82-E32B-79CA-BEB0683C8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D469D4-5943-58C1-C1BA-EE7DFBF18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431A24-07B4-C471-3516-BC18CA08B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C3C397-FEBD-1180-6455-DA2C0CFB9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BA4A28-4470-9620-D27B-4D85C10D0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6B6091F-1375-1AE2-DB5E-B82D4B6A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017C50-B095-C682-6269-113DD2459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4746541-3B6D-DE2B-4B80-5BFC8DA59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F61DC0C-EC0E-F354-1B99-B0D7B6AD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A59680-35C0-D127-97AE-DC3E055BA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1F0280-9F39-400C-C260-786380334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6D49A9E-7739-0B38-F652-74B7E3332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1EC541-A789-F7A5-3B12-7F0D2C2C1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38A3489-01F0-69AF-F39B-407E4383C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BE4B703-7459-1217-B7CD-BFDCD4F56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E8A3917-AE8D-5045-8A60-3B824BF21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2DD269B-345B-2B0D-2A0F-CCB333D6F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44DC1C4-5258-007B-71F0-5CE6213E6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70928D-B25B-8EE2-29A2-5C8AC2709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444B964-9837-A3DA-6021-7646DC3F1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EE5B20-1D9E-CC82-C408-B2214008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288AD5C-CBD1-E179-3B65-A550F1E5E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4103944-7C43-BD2E-5DF2-745E9AF2B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C05C291-EABE-25F1-06DF-64CCDF547018}"/>
              </a:ext>
            </a:extLst>
          </p:cNvPr>
          <p:cNvSpPr txBox="1">
            <a:spLocks/>
          </p:cNvSpPr>
          <p:nvPr/>
        </p:nvSpPr>
        <p:spPr>
          <a:xfrm>
            <a:off x="1141413" y="1082673"/>
            <a:ext cx="2869416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/>
              <a:t>reference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008E67-CCE6-240E-A0A5-AC90313D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39E904-5817-CC25-B119-1FC34C203D7D}"/>
              </a:ext>
            </a:extLst>
          </p:cNvPr>
          <p:cNvSpPr txBox="1">
            <a:spLocks/>
          </p:cNvSpPr>
          <p:nvPr/>
        </p:nvSpPr>
        <p:spPr>
          <a:xfrm>
            <a:off x="5297763" y="1082673"/>
            <a:ext cx="5751237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McKinney, W. (2022). </a:t>
            </a:r>
            <a:r>
              <a:rPr lang="en-US" sz="3200" i="1" u="sng" dirty="0"/>
              <a:t>Python for Data Analysis: Data Wrangling with Pandas, </a:t>
            </a:r>
            <a:r>
              <a:rPr lang="en-US" sz="3200" i="1" u="sng" dirty="0" err="1"/>
              <a:t>Numpy</a:t>
            </a:r>
            <a:r>
              <a:rPr lang="en-US" sz="3200" i="1" u="sng" dirty="0"/>
              <a:t>, and </a:t>
            </a:r>
            <a:r>
              <a:rPr lang="en-US" sz="3200" i="1" u="sng" dirty="0" err="1"/>
              <a:t>IPython</a:t>
            </a:r>
            <a:r>
              <a:rPr lang="en-US" sz="3200" i="1" u="sng" dirty="0"/>
              <a:t>.</a:t>
            </a:r>
            <a:r>
              <a:rPr lang="en-US" sz="3200" dirty="0"/>
              <a:t> O’Reilly. (ISBN: 1-0981-0402-1)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EA15A5-A211-AFE5-F650-1F41F8CD7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5C43F8EC-A97B-B33F-14FB-DEC39621D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0AAE9F38-2561-0DC3-0B0C-6B725D4BF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366F0FD-85D3-8C46-1D93-21042F31F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F9BFC293-76D9-F1FA-6EAF-42810EFBA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EB638B3F-60CC-6EDE-30FA-E29F2C806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32E2C2DE-191E-0345-BFD9-B555F3503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77D005CD-9EAD-81CB-6431-7BB9CC0A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15BC8429-9DFA-94B9-32FA-D170E1098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8718898-2843-D991-2788-B23FECD5C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C878F859-5D9A-9B7A-B2EB-F328FD2D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AC0C10D-11DF-3355-96FE-C9E0FF53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688" y="-9235"/>
            <a:ext cx="985548" cy="9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9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4639</TotalTime>
  <Words>1263</Words>
  <Application>Microsoft Office PowerPoint</Application>
  <PresentationFormat>Widescreen</PresentationFormat>
  <Paragraphs>167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TW Cen MT</vt:lpstr>
      <vt:lpstr>TW Cen MT</vt:lpstr>
      <vt:lpstr>Circuit</vt:lpstr>
      <vt:lpstr>Module 7:  Data Wrangling: Join, combine, &amp; reshape </vt:lpstr>
      <vt:lpstr>AGENDA</vt:lpstr>
      <vt:lpstr>Hierarchical Indexing </vt:lpstr>
      <vt:lpstr>Hierarchical Indexing </vt:lpstr>
      <vt:lpstr>HIERARCHICAL INDEXING </vt:lpstr>
      <vt:lpstr>Hierarchical Indexing </vt:lpstr>
      <vt:lpstr>Hierarchical Indexing </vt:lpstr>
      <vt:lpstr>Hierarchical Indexing </vt:lpstr>
      <vt:lpstr>Hierarchical Indexing </vt:lpstr>
      <vt:lpstr>Reordering and Sorting Levels </vt:lpstr>
      <vt:lpstr>Reordering and Sorting Levels </vt:lpstr>
      <vt:lpstr>Summary Statistics by Level </vt:lpstr>
      <vt:lpstr>Indexing with a DataFrame’s Columns </vt:lpstr>
      <vt:lpstr>Indexing with a DataFrame’s Columns </vt:lpstr>
      <vt:lpstr>Combining and Merging Datasets</vt:lpstr>
      <vt:lpstr>Combining and Merging Datasets </vt:lpstr>
      <vt:lpstr>Database-Style DataFrame Joins </vt:lpstr>
      <vt:lpstr>Database-Style DataFrame Joins </vt:lpstr>
      <vt:lpstr>Database-Style DataFrame Joins </vt:lpstr>
      <vt:lpstr>Database-Style DataFrame Joins </vt:lpstr>
      <vt:lpstr>Database-Style DataFrame Joins </vt:lpstr>
      <vt:lpstr>Concatenating Along an Axis </vt:lpstr>
      <vt:lpstr>Concatenating Along an Axis </vt:lpstr>
      <vt:lpstr>Concatenating Along an Axis </vt:lpstr>
      <vt:lpstr>Concatenating Along an Axis </vt:lpstr>
      <vt:lpstr>Concatenating Along an Axis </vt:lpstr>
      <vt:lpstr>Concatenating Along an Axis </vt:lpstr>
      <vt:lpstr>Combining Data with Overlap </vt:lpstr>
      <vt:lpstr>Reshaping and Pivoting</vt:lpstr>
      <vt:lpstr>Reshaping with Hierarchical Indexing </vt:lpstr>
      <vt:lpstr>Reshaping with Hierarchical Indexing </vt:lpstr>
      <vt:lpstr>Reshaping with Hierarchical Indexing </vt:lpstr>
      <vt:lpstr>Reshaping with Hierarchical Indexing </vt:lpstr>
      <vt:lpstr>Pivoting  ’Long’ to ‘Wide’ Format</vt:lpstr>
      <vt:lpstr>Pivoting  ’Long’ to ‘Wide’ Format</vt:lpstr>
      <vt:lpstr>Pivoting  ’Long’ to ‘Wide’ Format</vt:lpstr>
      <vt:lpstr>Pivoting  ’Long’ to ‘Wide’ Format</vt:lpstr>
      <vt:lpstr>Pivoting  ’Long’ to ‘Wide’ Format</vt:lpstr>
      <vt:lpstr>Pivoting  ’Long’ to ‘Wide’ Format</vt:lpstr>
      <vt:lpstr>Pivoting ‘Wide’ to ’Long’ Format</vt:lpstr>
      <vt:lpstr>Pivoting ‘Wide’ to ’Long’ Format</vt:lpstr>
      <vt:lpstr>Pivoting ‘Wide’ to ’Long’ Format</vt:lpstr>
      <vt:lpstr>Pivoting ‘Wide’ to ’Long’ Format</vt:lpstr>
      <vt:lpstr>Pivoting ‘Wide’ to ’Long’ Format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Python Data Structures, Functions, and Files</dc:title>
  <dc:creator>Catherine Ata</dc:creator>
  <cp:lastModifiedBy>Catherine Ata</cp:lastModifiedBy>
  <cp:revision>2242</cp:revision>
  <dcterms:created xsi:type="dcterms:W3CDTF">2024-06-04T16:42:17Z</dcterms:created>
  <dcterms:modified xsi:type="dcterms:W3CDTF">2024-08-24T00:51:17Z</dcterms:modified>
</cp:coreProperties>
</file>