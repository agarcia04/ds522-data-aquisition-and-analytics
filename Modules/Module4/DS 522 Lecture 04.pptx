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</p:sldMasterIdLst>
  <p:sldIdLst>
    <p:sldId id="256" r:id="rId2"/>
    <p:sldId id="257" r:id="rId3"/>
    <p:sldId id="308" r:id="rId4"/>
    <p:sldId id="282" r:id="rId5"/>
    <p:sldId id="281" r:id="rId6"/>
    <p:sldId id="283" r:id="rId7"/>
    <p:sldId id="284" r:id="rId8"/>
    <p:sldId id="285" r:id="rId9"/>
    <p:sldId id="258" r:id="rId10"/>
    <p:sldId id="287" r:id="rId11"/>
    <p:sldId id="261" r:id="rId12"/>
    <p:sldId id="289" r:id="rId13"/>
    <p:sldId id="288" r:id="rId14"/>
    <p:sldId id="310" r:id="rId15"/>
    <p:sldId id="290" r:id="rId16"/>
    <p:sldId id="291" r:id="rId17"/>
    <p:sldId id="292" r:id="rId18"/>
    <p:sldId id="293" r:id="rId19"/>
    <p:sldId id="311" r:id="rId20"/>
    <p:sldId id="299" r:id="rId21"/>
    <p:sldId id="294" r:id="rId22"/>
    <p:sldId id="295" r:id="rId23"/>
    <p:sldId id="263" r:id="rId24"/>
    <p:sldId id="296" r:id="rId25"/>
    <p:sldId id="297" r:id="rId26"/>
    <p:sldId id="298" r:id="rId27"/>
    <p:sldId id="300" r:id="rId28"/>
    <p:sldId id="301" r:id="rId29"/>
    <p:sldId id="312" r:id="rId30"/>
    <p:sldId id="313" r:id="rId31"/>
    <p:sldId id="315" r:id="rId32"/>
    <p:sldId id="314" r:id="rId33"/>
    <p:sldId id="316" r:id="rId34"/>
    <p:sldId id="317" r:id="rId35"/>
    <p:sldId id="279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C2FA3F-EA77-49DD-AA86-E2AE9809DCF3}" v="1" dt="2024-10-25T23:08:07.8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05" autoAdjust="0"/>
    <p:restoredTop sz="94660"/>
  </p:normalViewPr>
  <p:slideViewPr>
    <p:cSldViewPr snapToGrid="0">
      <p:cViewPr varScale="1">
        <p:scale>
          <a:sx n="78" d="100"/>
          <a:sy n="78" d="100"/>
        </p:scale>
        <p:origin x="9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zra Ata" userId="c8268dc69760c301" providerId="Windows Live" clId="Web-{C39AED6E-9A3A-4D2F-A87C-0D9513A51FD0}"/>
    <pc:docChg chg="delSld modSld">
      <pc:chgData name="Ezra Ata" userId="c8268dc69760c301" providerId="Windows Live" clId="Web-{C39AED6E-9A3A-4D2F-A87C-0D9513A51FD0}" dt="2024-07-04T20:41:49.246" v="967" actId="20577"/>
      <pc:docMkLst>
        <pc:docMk/>
      </pc:docMkLst>
      <pc:sldChg chg="modSp">
        <pc:chgData name="Ezra Ata" userId="c8268dc69760c301" providerId="Windows Live" clId="Web-{C39AED6E-9A3A-4D2F-A87C-0D9513A51FD0}" dt="2024-07-04T20:36:26.655" v="879" actId="20577"/>
        <pc:sldMkLst>
          <pc:docMk/>
          <pc:sldMk cId="2251826545" sldId="258"/>
        </pc:sldMkLst>
        <pc:spChg chg="mod">
          <ac:chgData name="Ezra Ata" userId="c8268dc69760c301" providerId="Windows Live" clId="Web-{C39AED6E-9A3A-4D2F-A87C-0D9513A51FD0}" dt="2024-07-04T20:35:04.495" v="843" actId="20577"/>
          <ac:spMkLst>
            <pc:docMk/>
            <pc:sldMk cId="2251826545" sldId="258"/>
            <ac:spMk id="3" creationId="{6894B957-7D2F-464C-DB8B-5E3E8F5605E3}"/>
          </ac:spMkLst>
        </pc:spChg>
        <pc:spChg chg="mod">
          <ac:chgData name="Ezra Ata" userId="c8268dc69760c301" providerId="Windows Live" clId="Web-{C39AED6E-9A3A-4D2F-A87C-0D9513A51FD0}" dt="2024-07-04T20:36:26.655" v="879" actId="20577"/>
          <ac:spMkLst>
            <pc:docMk/>
            <pc:sldMk cId="2251826545" sldId="258"/>
            <ac:spMk id="4" creationId="{008CC66E-255E-8999-4618-8164A7128507}"/>
          </ac:spMkLst>
        </pc:spChg>
      </pc:sldChg>
      <pc:sldChg chg="addSp delSp modSp">
        <pc:chgData name="Ezra Ata" userId="c8268dc69760c301" providerId="Windows Live" clId="Web-{C39AED6E-9A3A-4D2F-A87C-0D9513A51FD0}" dt="2024-07-04T19:28:37.884" v="149" actId="1076"/>
        <pc:sldMkLst>
          <pc:docMk/>
          <pc:sldMk cId="2972582398" sldId="263"/>
        </pc:sldMkLst>
        <pc:spChg chg="mod">
          <ac:chgData name="Ezra Ata" userId="c8268dc69760c301" providerId="Windows Live" clId="Web-{C39AED6E-9A3A-4D2F-A87C-0D9513A51FD0}" dt="2024-07-04T19:24:38.517" v="51" actId="1076"/>
          <ac:spMkLst>
            <pc:docMk/>
            <pc:sldMk cId="2972582398" sldId="263"/>
            <ac:spMk id="2" creationId="{8156B364-19B5-5070-704F-AE2745EB0F50}"/>
          </ac:spMkLst>
        </pc:spChg>
        <pc:spChg chg="add mod">
          <ac:chgData name="Ezra Ata" userId="c8268dc69760c301" providerId="Windows Live" clId="Web-{C39AED6E-9A3A-4D2F-A87C-0D9513A51FD0}" dt="2024-07-04T19:28:37.884" v="149" actId="1076"/>
          <ac:spMkLst>
            <pc:docMk/>
            <pc:sldMk cId="2972582398" sldId="263"/>
            <ac:spMk id="3" creationId="{5D9A3686-6166-7F66-355B-6A11E35A36D4}"/>
          </ac:spMkLst>
        </pc:spChg>
        <pc:spChg chg="mod">
          <ac:chgData name="Ezra Ata" userId="c8268dc69760c301" providerId="Windows Live" clId="Web-{C39AED6E-9A3A-4D2F-A87C-0D9513A51FD0}" dt="2024-07-04T19:28:11.368" v="137" actId="20577"/>
          <ac:spMkLst>
            <pc:docMk/>
            <pc:sldMk cId="2972582398" sldId="263"/>
            <ac:spMk id="6" creationId="{B58AB795-24AF-5BDC-AF9F-0B7F7A5FF4FF}"/>
          </ac:spMkLst>
        </pc:spChg>
        <pc:picChg chg="del">
          <ac:chgData name="Ezra Ata" userId="c8268dc69760c301" providerId="Windows Live" clId="Web-{C39AED6E-9A3A-4D2F-A87C-0D9513A51FD0}" dt="2024-07-04T19:24:19.189" v="47"/>
          <ac:picMkLst>
            <pc:docMk/>
            <pc:sldMk cId="2972582398" sldId="263"/>
            <ac:picMk id="14" creationId="{12380E30-29F4-BB4C-C13D-FBCD0670631F}"/>
          </ac:picMkLst>
        </pc:picChg>
      </pc:sldChg>
      <pc:sldChg chg="modSp">
        <pc:chgData name="Ezra Ata" userId="c8268dc69760c301" providerId="Windows Live" clId="Web-{C39AED6E-9A3A-4D2F-A87C-0D9513A51FD0}" dt="2024-07-04T20:32:34.427" v="797" actId="20577"/>
        <pc:sldMkLst>
          <pc:docMk/>
          <pc:sldMk cId="1765310388" sldId="281"/>
        </pc:sldMkLst>
        <pc:spChg chg="mod">
          <ac:chgData name="Ezra Ata" userId="c8268dc69760c301" providerId="Windows Live" clId="Web-{C39AED6E-9A3A-4D2F-A87C-0D9513A51FD0}" dt="2024-07-04T20:32:34.427" v="797" actId="20577"/>
          <ac:spMkLst>
            <pc:docMk/>
            <pc:sldMk cId="1765310388" sldId="281"/>
            <ac:spMk id="4" creationId="{CCE1343B-D448-0F3D-2A82-B1953503574C}"/>
          </ac:spMkLst>
        </pc:spChg>
      </pc:sldChg>
      <pc:sldChg chg="modSp">
        <pc:chgData name="Ezra Ata" userId="c8268dc69760c301" providerId="Windows Live" clId="Web-{C39AED6E-9A3A-4D2F-A87C-0D9513A51FD0}" dt="2024-07-04T20:33:01.881" v="806" actId="1076"/>
        <pc:sldMkLst>
          <pc:docMk/>
          <pc:sldMk cId="2483628239" sldId="284"/>
        </pc:sldMkLst>
        <pc:spChg chg="mod">
          <ac:chgData name="Ezra Ata" userId="c8268dc69760c301" providerId="Windows Live" clId="Web-{C39AED6E-9A3A-4D2F-A87C-0D9513A51FD0}" dt="2024-07-04T20:32:54.693" v="803"/>
          <ac:spMkLst>
            <pc:docMk/>
            <pc:sldMk cId="2483628239" sldId="284"/>
            <ac:spMk id="2" creationId="{37C1921E-EC87-3861-32D6-1C146BF8C53F}"/>
          </ac:spMkLst>
        </pc:spChg>
        <pc:spChg chg="mod">
          <ac:chgData name="Ezra Ata" userId="c8268dc69760c301" providerId="Windows Live" clId="Web-{C39AED6E-9A3A-4D2F-A87C-0D9513A51FD0}" dt="2024-07-04T20:33:01.881" v="806" actId="1076"/>
          <ac:spMkLst>
            <pc:docMk/>
            <pc:sldMk cId="2483628239" sldId="284"/>
            <ac:spMk id="3" creationId="{53218095-5B35-A209-D422-57971E5C94BF}"/>
          </ac:spMkLst>
        </pc:spChg>
        <pc:spChg chg="mod">
          <ac:chgData name="Ezra Ata" userId="c8268dc69760c301" providerId="Windows Live" clId="Web-{C39AED6E-9A3A-4D2F-A87C-0D9513A51FD0}" dt="2024-07-04T20:32:54.725" v="804"/>
          <ac:spMkLst>
            <pc:docMk/>
            <pc:sldMk cId="2483628239" sldId="284"/>
            <ac:spMk id="8" creationId="{1E6B4726-B887-AE65-79C3-09810318F35C}"/>
          </ac:spMkLst>
        </pc:spChg>
      </pc:sldChg>
      <pc:sldChg chg="modSp">
        <pc:chgData name="Ezra Ata" userId="c8268dc69760c301" providerId="Windows Live" clId="Web-{C39AED6E-9A3A-4D2F-A87C-0D9513A51FD0}" dt="2024-07-04T20:36:44.515" v="884" actId="20577"/>
        <pc:sldMkLst>
          <pc:docMk/>
          <pc:sldMk cId="1766831829" sldId="289"/>
        </pc:sldMkLst>
        <pc:spChg chg="mod">
          <ac:chgData name="Ezra Ata" userId="c8268dc69760c301" providerId="Windows Live" clId="Web-{C39AED6E-9A3A-4D2F-A87C-0D9513A51FD0}" dt="2024-07-04T20:36:44.515" v="884" actId="20577"/>
          <ac:spMkLst>
            <pc:docMk/>
            <pc:sldMk cId="1766831829" sldId="289"/>
            <ac:spMk id="8" creationId="{1E6B4726-B887-AE65-79C3-09810318F35C}"/>
          </ac:spMkLst>
        </pc:spChg>
      </pc:sldChg>
      <pc:sldChg chg="modSp">
        <pc:chgData name="Ezra Ata" userId="c8268dc69760c301" providerId="Windows Live" clId="Web-{C39AED6E-9A3A-4D2F-A87C-0D9513A51FD0}" dt="2024-07-04T20:37:52.721" v="903" actId="20577"/>
        <pc:sldMkLst>
          <pc:docMk/>
          <pc:sldMk cId="3773754648" sldId="291"/>
        </pc:sldMkLst>
        <pc:spChg chg="mod">
          <ac:chgData name="Ezra Ata" userId="c8268dc69760c301" providerId="Windows Live" clId="Web-{C39AED6E-9A3A-4D2F-A87C-0D9513A51FD0}" dt="2024-07-04T20:37:52.721" v="903" actId="20577"/>
          <ac:spMkLst>
            <pc:docMk/>
            <pc:sldMk cId="3773754648" sldId="291"/>
            <ac:spMk id="4" creationId="{AE510471-877D-E8CD-62A0-16E26F909B3A}"/>
          </ac:spMkLst>
        </pc:spChg>
        <pc:spChg chg="mod">
          <ac:chgData name="Ezra Ata" userId="c8268dc69760c301" providerId="Windows Live" clId="Web-{C39AED6E-9A3A-4D2F-A87C-0D9513A51FD0}" dt="2024-07-04T20:37:43.580" v="899" actId="20577"/>
          <ac:spMkLst>
            <pc:docMk/>
            <pc:sldMk cId="3773754648" sldId="291"/>
            <ac:spMk id="12" creationId="{07310B4C-2FFE-037A-F3D5-1AA439EF61A7}"/>
          </ac:spMkLst>
        </pc:spChg>
      </pc:sldChg>
      <pc:sldChg chg="modSp">
        <pc:chgData name="Ezra Ata" userId="c8268dc69760c301" providerId="Windows Live" clId="Web-{C39AED6E-9A3A-4D2F-A87C-0D9513A51FD0}" dt="2024-07-04T20:38:18.362" v="931"/>
        <pc:sldMkLst>
          <pc:docMk/>
          <pc:sldMk cId="799708198" sldId="292"/>
        </pc:sldMkLst>
        <pc:graphicFrameChg chg="mod modGraphic">
          <ac:chgData name="Ezra Ata" userId="c8268dc69760c301" providerId="Windows Live" clId="Web-{C39AED6E-9A3A-4D2F-A87C-0D9513A51FD0}" dt="2024-07-04T20:38:11.675" v="910"/>
          <ac:graphicFrameMkLst>
            <pc:docMk/>
            <pc:sldMk cId="799708198" sldId="292"/>
            <ac:graphicFrameMk id="5" creationId="{CCF7E466-8A98-AE78-0663-07972E0CD9F5}"/>
          </ac:graphicFrameMkLst>
        </pc:graphicFrameChg>
        <pc:graphicFrameChg chg="mod modGraphic">
          <ac:chgData name="Ezra Ata" userId="c8268dc69760c301" providerId="Windows Live" clId="Web-{C39AED6E-9A3A-4D2F-A87C-0D9513A51FD0}" dt="2024-07-04T20:38:18.362" v="931"/>
          <ac:graphicFrameMkLst>
            <pc:docMk/>
            <pc:sldMk cId="799708198" sldId="292"/>
            <ac:graphicFrameMk id="13" creationId="{9FF75FB2-96D8-FC68-C512-22573FCED615}"/>
          </ac:graphicFrameMkLst>
        </pc:graphicFrameChg>
      </pc:sldChg>
      <pc:sldChg chg="modSp">
        <pc:chgData name="Ezra Ata" userId="c8268dc69760c301" providerId="Windows Live" clId="Web-{C39AED6E-9A3A-4D2F-A87C-0D9513A51FD0}" dt="2024-07-04T20:39:08.146" v="938" actId="20577"/>
        <pc:sldMkLst>
          <pc:docMk/>
          <pc:sldMk cId="4183094101" sldId="293"/>
        </pc:sldMkLst>
        <pc:spChg chg="mod">
          <ac:chgData name="Ezra Ata" userId="c8268dc69760c301" providerId="Windows Live" clId="Web-{C39AED6E-9A3A-4D2F-A87C-0D9513A51FD0}" dt="2024-07-04T20:39:08.146" v="938" actId="20577"/>
          <ac:spMkLst>
            <pc:docMk/>
            <pc:sldMk cId="4183094101" sldId="293"/>
            <ac:spMk id="12" creationId="{07310B4C-2FFE-037A-F3D5-1AA439EF61A7}"/>
          </ac:spMkLst>
        </pc:spChg>
        <pc:graphicFrameChg chg="mod modGraphic">
          <ac:chgData name="Ezra Ata" userId="c8268dc69760c301" providerId="Windows Live" clId="Web-{C39AED6E-9A3A-4D2F-A87C-0D9513A51FD0}" dt="2024-07-04T20:38:35.269" v="933"/>
          <ac:graphicFrameMkLst>
            <pc:docMk/>
            <pc:sldMk cId="4183094101" sldId="293"/>
            <ac:graphicFrameMk id="5" creationId="{17B2CD92-70F9-3BE2-9F8B-B4939EB8AD33}"/>
          </ac:graphicFrameMkLst>
        </pc:graphicFrameChg>
        <pc:graphicFrameChg chg="mod modGraphic">
          <ac:chgData name="Ezra Ata" userId="c8268dc69760c301" providerId="Windows Live" clId="Web-{C39AED6E-9A3A-4D2F-A87C-0D9513A51FD0}" dt="2024-07-04T20:38:49.129" v="935"/>
          <ac:graphicFrameMkLst>
            <pc:docMk/>
            <pc:sldMk cId="4183094101" sldId="293"/>
            <ac:graphicFrameMk id="8" creationId="{4EC20DF4-8679-B77A-770F-566875EE3605}"/>
          </ac:graphicFrameMkLst>
        </pc:graphicFrameChg>
      </pc:sldChg>
      <pc:sldChg chg="addSp modSp">
        <pc:chgData name="Ezra Ata" userId="c8268dc69760c301" providerId="Windows Live" clId="Web-{C39AED6E-9A3A-4D2F-A87C-0D9513A51FD0}" dt="2024-07-04T20:39:44.272" v="944" actId="20577"/>
        <pc:sldMkLst>
          <pc:docMk/>
          <pc:sldMk cId="3711437500" sldId="295"/>
        </pc:sldMkLst>
        <pc:spChg chg="mod">
          <ac:chgData name="Ezra Ata" userId="c8268dc69760c301" providerId="Windows Live" clId="Web-{C39AED6E-9A3A-4D2F-A87C-0D9513A51FD0}" dt="2024-07-04T20:39:44.272" v="944" actId="20577"/>
          <ac:spMkLst>
            <pc:docMk/>
            <pc:sldMk cId="3711437500" sldId="295"/>
            <ac:spMk id="4" creationId="{AE510471-877D-E8CD-62A0-16E26F909B3A}"/>
          </ac:spMkLst>
        </pc:spChg>
        <pc:spChg chg="add mod">
          <ac:chgData name="Ezra Ata" userId="c8268dc69760c301" providerId="Windows Live" clId="Web-{C39AED6E-9A3A-4D2F-A87C-0D9513A51FD0}" dt="2024-07-04T19:24:02.876" v="46" actId="20577"/>
          <ac:spMkLst>
            <pc:docMk/>
            <pc:sldMk cId="3711437500" sldId="295"/>
            <ac:spMk id="8" creationId="{E1BFF365-171C-89F5-2863-F400FFFECAA3}"/>
          </ac:spMkLst>
        </pc:spChg>
        <pc:spChg chg="mod">
          <ac:chgData name="Ezra Ata" userId="c8268dc69760c301" providerId="Windows Live" clId="Web-{C39AED6E-9A3A-4D2F-A87C-0D9513A51FD0}" dt="2024-07-04T20:39:37.366" v="942" actId="20577"/>
          <ac:spMkLst>
            <pc:docMk/>
            <pc:sldMk cId="3711437500" sldId="295"/>
            <ac:spMk id="12" creationId="{07310B4C-2FFE-037A-F3D5-1AA439EF61A7}"/>
          </ac:spMkLst>
        </pc:spChg>
        <pc:graphicFrameChg chg="add mod modGraphic">
          <ac:chgData name="Ezra Ata" userId="c8268dc69760c301" providerId="Windows Live" clId="Web-{C39AED6E-9A3A-4D2F-A87C-0D9513A51FD0}" dt="2024-07-04T19:22:48.389" v="29" actId="1076"/>
          <ac:graphicFrameMkLst>
            <pc:docMk/>
            <pc:sldMk cId="3711437500" sldId="295"/>
            <ac:graphicFrameMk id="6" creationId="{BADA0626-F804-71D0-E8FD-68CB8F2587D4}"/>
          </ac:graphicFrameMkLst>
        </pc:graphicFrameChg>
      </pc:sldChg>
      <pc:sldChg chg="addSp modSp">
        <pc:chgData name="Ezra Ata" userId="c8268dc69760c301" providerId="Windows Live" clId="Web-{C39AED6E-9A3A-4D2F-A87C-0D9513A51FD0}" dt="2024-07-04T20:40:07.570" v="947" actId="20577"/>
        <pc:sldMkLst>
          <pc:docMk/>
          <pc:sldMk cId="244083340" sldId="296"/>
        </pc:sldMkLst>
        <pc:spChg chg="mod">
          <ac:chgData name="Ezra Ata" userId="c8268dc69760c301" providerId="Windows Live" clId="Web-{C39AED6E-9A3A-4D2F-A87C-0D9513A51FD0}" dt="2024-07-04T20:09:29.278" v="318" actId="1076"/>
          <ac:spMkLst>
            <pc:docMk/>
            <pc:sldMk cId="244083340" sldId="296"/>
            <ac:spMk id="2" creationId="{8156B364-19B5-5070-704F-AE2745EB0F50}"/>
          </ac:spMkLst>
        </pc:spChg>
        <pc:spChg chg="mod">
          <ac:chgData name="Ezra Ata" userId="c8268dc69760c301" providerId="Windows Live" clId="Web-{C39AED6E-9A3A-4D2F-A87C-0D9513A51FD0}" dt="2024-07-04T20:09:26.700" v="317" actId="1076"/>
          <ac:spMkLst>
            <pc:docMk/>
            <pc:sldMk cId="244083340" sldId="296"/>
            <ac:spMk id="4" creationId="{AE510471-877D-E8CD-62A0-16E26F909B3A}"/>
          </ac:spMkLst>
        </pc:spChg>
        <pc:spChg chg="mod">
          <ac:chgData name="Ezra Ata" userId="c8268dc69760c301" providerId="Windows Live" clId="Web-{C39AED6E-9A3A-4D2F-A87C-0D9513A51FD0}" dt="2024-07-04T20:40:07.570" v="947" actId="20577"/>
          <ac:spMkLst>
            <pc:docMk/>
            <pc:sldMk cId="244083340" sldId="296"/>
            <ac:spMk id="6" creationId="{B58AB795-24AF-5BDC-AF9F-0B7F7A5FF4FF}"/>
          </ac:spMkLst>
        </pc:spChg>
        <pc:graphicFrameChg chg="add mod modGraphic">
          <ac:chgData name="Ezra Ata" userId="c8268dc69760c301" providerId="Windows Live" clId="Web-{C39AED6E-9A3A-4D2F-A87C-0D9513A51FD0}" dt="2024-07-04T20:09:33.200" v="319" actId="1076"/>
          <ac:graphicFrameMkLst>
            <pc:docMk/>
            <pc:sldMk cId="244083340" sldId="296"/>
            <ac:graphicFrameMk id="5" creationId="{BC1EDC0E-5F19-7195-43F7-3CB6CC158D29}"/>
          </ac:graphicFrameMkLst>
        </pc:graphicFrameChg>
        <pc:graphicFrameChg chg="add mod modGraphic">
          <ac:chgData name="Ezra Ata" userId="c8268dc69760c301" providerId="Windows Live" clId="Web-{C39AED6E-9A3A-4D2F-A87C-0D9513A51FD0}" dt="2024-07-04T20:09:24.247" v="316"/>
          <ac:graphicFrameMkLst>
            <pc:docMk/>
            <pc:sldMk cId="244083340" sldId="296"/>
            <ac:graphicFrameMk id="9" creationId="{DFA6807D-4792-7D4F-D7AB-A70247649FA2}"/>
          </ac:graphicFrameMkLst>
        </pc:graphicFrameChg>
      </pc:sldChg>
      <pc:sldChg chg="addSp delSp modSp">
        <pc:chgData name="Ezra Ata" userId="c8268dc69760c301" providerId="Windows Live" clId="Web-{C39AED6E-9A3A-4D2F-A87C-0D9513A51FD0}" dt="2024-07-04T20:40:51.822" v="955" actId="20577"/>
        <pc:sldMkLst>
          <pc:docMk/>
          <pc:sldMk cId="1972997762" sldId="297"/>
        </pc:sldMkLst>
        <pc:spChg chg="mod">
          <ac:chgData name="Ezra Ata" userId="c8268dc69760c301" providerId="Windows Live" clId="Web-{C39AED6E-9A3A-4D2F-A87C-0D9513A51FD0}" dt="2024-07-04T20:15:21.355" v="392" actId="1076"/>
          <ac:spMkLst>
            <pc:docMk/>
            <pc:sldMk cId="1972997762" sldId="297"/>
            <ac:spMk id="2" creationId="{8156B364-19B5-5070-704F-AE2745EB0F50}"/>
          </ac:spMkLst>
        </pc:spChg>
        <pc:spChg chg="mod">
          <ac:chgData name="Ezra Ata" userId="c8268dc69760c301" providerId="Windows Live" clId="Web-{C39AED6E-9A3A-4D2F-A87C-0D9513A51FD0}" dt="2024-07-04T20:40:29.961" v="949" actId="20577"/>
          <ac:spMkLst>
            <pc:docMk/>
            <pc:sldMk cId="1972997762" sldId="297"/>
            <ac:spMk id="4" creationId="{AE510471-877D-E8CD-62A0-16E26F909B3A}"/>
          </ac:spMkLst>
        </pc:spChg>
        <pc:spChg chg="add mod">
          <ac:chgData name="Ezra Ata" userId="c8268dc69760c301" providerId="Windows Live" clId="Web-{C39AED6E-9A3A-4D2F-A87C-0D9513A51FD0}" dt="2024-07-04T20:40:42.134" v="953" actId="20577"/>
          <ac:spMkLst>
            <pc:docMk/>
            <pc:sldMk cId="1972997762" sldId="297"/>
            <ac:spMk id="6" creationId="{E15CD622-9622-53A7-7CE8-1C372E5422BE}"/>
          </ac:spMkLst>
        </pc:spChg>
        <pc:spChg chg="add mod">
          <ac:chgData name="Ezra Ata" userId="c8268dc69760c301" providerId="Windows Live" clId="Web-{C39AED6E-9A3A-4D2F-A87C-0D9513A51FD0}" dt="2024-07-04T20:40:51.822" v="955" actId="20577"/>
          <ac:spMkLst>
            <pc:docMk/>
            <pc:sldMk cId="1972997762" sldId="297"/>
            <ac:spMk id="12" creationId="{F04FE64C-8D9E-A0EC-D71F-64510A02347D}"/>
          </ac:spMkLst>
        </pc:spChg>
        <pc:graphicFrameChg chg="add mod modGraphic">
          <ac:chgData name="Ezra Ata" userId="c8268dc69760c301" providerId="Windows Live" clId="Web-{C39AED6E-9A3A-4D2F-A87C-0D9513A51FD0}" dt="2024-07-04T20:15:10.495" v="389" actId="1076"/>
          <ac:graphicFrameMkLst>
            <pc:docMk/>
            <pc:sldMk cId="1972997762" sldId="297"/>
            <ac:graphicFrameMk id="5" creationId="{1547DE57-D6B6-09AB-A0F5-46856C2201B3}"/>
          </ac:graphicFrameMkLst>
        </pc:graphicFrameChg>
        <pc:graphicFrameChg chg="add mod modGraphic">
          <ac:chgData name="Ezra Ata" userId="c8268dc69760c301" providerId="Windows Live" clId="Web-{C39AED6E-9A3A-4D2F-A87C-0D9513A51FD0}" dt="2024-07-04T20:16:25.592" v="413"/>
          <ac:graphicFrameMkLst>
            <pc:docMk/>
            <pc:sldMk cId="1972997762" sldId="297"/>
            <ac:graphicFrameMk id="9" creationId="{9882CCB8-BAA8-9495-BE49-E763E2385EAC}"/>
          </ac:graphicFrameMkLst>
        </pc:graphicFrameChg>
        <pc:graphicFrameChg chg="add del mod">
          <ac:chgData name="Ezra Ata" userId="c8268dc69760c301" providerId="Windows Live" clId="Web-{C39AED6E-9A3A-4D2F-A87C-0D9513A51FD0}" dt="2024-07-04T20:16:10.841" v="395"/>
          <ac:graphicFrameMkLst>
            <pc:docMk/>
            <pc:sldMk cId="1972997762" sldId="297"/>
            <ac:graphicFrameMk id="11" creationId="{D3704564-EA00-9E9E-14DB-0AA9227524BC}"/>
          </ac:graphicFrameMkLst>
        </pc:graphicFrameChg>
        <pc:graphicFrameChg chg="add mod modGraphic">
          <ac:chgData name="Ezra Ata" userId="c8268dc69760c301" providerId="Windows Live" clId="Web-{C39AED6E-9A3A-4D2F-A87C-0D9513A51FD0}" dt="2024-07-04T20:17:32.844" v="444" actId="1076"/>
          <ac:graphicFrameMkLst>
            <pc:docMk/>
            <pc:sldMk cId="1972997762" sldId="297"/>
            <ac:graphicFrameMk id="14" creationId="{BB63D36B-D423-9E94-1744-394233FDCE6E}"/>
          </ac:graphicFrameMkLst>
        </pc:graphicFrameChg>
      </pc:sldChg>
      <pc:sldChg chg="addSp delSp modSp">
        <pc:chgData name="Ezra Ata" userId="c8268dc69760c301" providerId="Windows Live" clId="Web-{C39AED6E-9A3A-4D2F-A87C-0D9513A51FD0}" dt="2024-07-04T20:20:41.446" v="537" actId="1076"/>
        <pc:sldMkLst>
          <pc:docMk/>
          <pc:sldMk cId="1678274442" sldId="298"/>
        </pc:sldMkLst>
        <pc:spChg chg="mod">
          <ac:chgData name="Ezra Ata" userId="c8268dc69760c301" providerId="Windows Live" clId="Web-{C39AED6E-9A3A-4D2F-A87C-0D9513A51FD0}" dt="2024-07-04T20:18:13.659" v="453" actId="1076"/>
          <ac:spMkLst>
            <pc:docMk/>
            <pc:sldMk cId="1678274442" sldId="298"/>
            <ac:spMk id="2" creationId="{8156B364-19B5-5070-704F-AE2745EB0F50}"/>
          </ac:spMkLst>
        </pc:spChg>
        <pc:spChg chg="mod">
          <ac:chgData name="Ezra Ata" userId="c8268dc69760c301" providerId="Windows Live" clId="Web-{C39AED6E-9A3A-4D2F-A87C-0D9513A51FD0}" dt="2024-07-04T20:19:20.052" v="493" actId="1076"/>
          <ac:spMkLst>
            <pc:docMk/>
            <pc:sldMk cId="1678274442" sldId="298"/>
            <ac:spMk id="4" creationId="{AE510471-877D-E8CD-62A0-16E26F909B3A}"/>
          </ac:spMkLst>
        </pc:spChg>
        <pc:spChg chg="add mod">
          <ac:chgData name="Ezra Ata" userId="c8268dc69760c301" providerId="Windows Live" clId="Web-{C39AED6E-9A3A-4D2F-A87C-0D9513A51FD0}" dt="2024-07-04T20:20:34.711" v="535" actId="1076"/>
          <ac:spMkLst>
            <pc:docMk/>
            <pc:sldMk cId="1678274442" sldId="298"/>
            <ac:spMk id="6" creationId="{0F5B90B3-50E5-D386-21A3-4A84315A021B}"/>
          </ac:spMkLst>
        </pc:spChg>
        <pc:graphicFrameChg chg="add mod modGraphic">
          <ac:chgData name="Ezra Ata" userId="c8268dc69760c301" providerId="Windows Live" clId="Web-{C39AED6E-9A3A-4D2F-A87C-0D9513A51FD0}" dt="2024-07-04T20:20:41.446" v="537" actId="1076"/>
          <ac:graphicFrameMkLst>
            <pc:docMk/>
            <pc:sldMk cId="1678274442" sldId="298"/>
            <ac:graphicFrameMk id="5" creationId="{8E2C1DDD-D80C-3034-8001-4BD63B7BA865}"/>
          </ac:graphicFrameMkLst>
        </pc:graphicFrameChg>
        <pc:graphicFrameChg chg="add mod modGraphic">
          <ac:chgData name="Ezra Ata" userId="c8268dc69760c301" providerId="Windows Live" clId="Web-{C39AED6E-9A3A-4D2F-A87C-0D9513A51FD0}" dt="2024-07-04T20:20:31.242" v="534" actId="1076"/>
          <ac:graphicFrameMkLst>
            <pc:docMk/>
            <pc:sldMk cId="1678274442" sldId="298"/>
            <ac:graphicFrameMk id="10" creationId="{1D15F940-8036-0392-B36A-01FDD89EAFAF}"/>
          </ac:graphicFrameMkLst>
        </pc:graphicFrameChg>
        <pc:picChg chg="del">
          <ac:chgData name="Ezra Ata" userId="c8268dc69760c301" providerId="Windows Live" clId="Web-{C39AED6E-9A3A-4D2F-A87C-0D9513A51FD0}" dt="2024-07-04T20:18:17.252" v="455"/>
          <ac:picMkLst>
            <pc:docMk/>
            <pc:sldMk cId="1678274442" sldId="298"/>
            <ac:picMk id="8" creationId="{FCDF50E5-D242-4A71-72D5-3C2BE227D319}"/>
          </ac:picMkLst>
        </pc:picChg>
      </pc:sldChg>
      <pc:sldChg chg="modSp">
        <pc:chgData name="Ezra Ata" userId="c8268dc69760c301" providerId="Windows Live" clId="Web-{C39AED6E-9A3A-4D2F-A87C-0D9513A51FD0}" dt="2024-07-04T20:39:26.975" v="941" actId="20577"/>
        <pc:sldMkLst>
          <pc:docMk/>
          <pc:sldMk cId="2413278030" sldId="299"/>
        </pc:sldMkLst>
        <pc:spChg chg="mod">
          <ac:chgData name="Ezra Ata" userId="c8268dc69760c301" providerId="Windows Live" clId="Web-{C39AED6E-9A3A-4D2F-A87C-0D9513A51FD0}" dt="2024-07-04T20:39:26.975" v="941" actId="20577"/>
          <ac:spMkLst>
            <pc:docMk/>
            <pc:sldMk cId="2413278030" sldId="299"/>
            <ac:spMk id="4" creationId="{AE510471-877D-E8CD-62A0-16E26F909B3A}"/>
          </ac:spMkLst>
        </pc:spChg>
      </pc:sldChg>
      <pc:sldChg chg="addSp modSp">
        <pc:chgData name="Ezra Ata" userId="c8268dc69760c301" providerId="Windows Live" clId="Web-{C39AED6E-9A3A-4D2F-A87C-0D9513A51FD0}" dt="2024-07-04T20:41:17.729" v="961" actId="20577"/>
        <pc:sldMkLst>
          <pc:docMk/>
          <pc:sldMk cId="3534905347" sldId="300"/>
        </pc:sldMkLst>
        <pc:spChg chg="mod">
          <ac:chgData name="Ezra Ata" userId="c8268dc69760c301" providerId="Windows Live" clId="Web-{C39AED6E-9A3A-4D2F-A87C-0D9513A51FD0}" dt="2024-07-04T20:21:44.386" v="551" actId="1076"/>
          <ac:spMkLst>
            <pc:docMk/>
            <pc:sldMk cId="3534905347" sldId="300"/>
            <ac:spMk id="2" creationId="{015A9661-FF9D-69C5-F671-F0E425108EDF}"/>
          </ac:spMkLst>
        </pc:spChg>
        <pc:spChg chg="mod">
          <ac:chgData name="Ezra Ata" userId="c8268dc69760c301" providerId="Windows Live" clId="Web-{C39AED6E-9A3A-4D2F-A87C-0D9513A51FD0}" dt="2024-07-04T20:21:38.839" v="550" actId="1076"/>
          <ac:spMkLst>
            <pc:docMk/>
            <pc:sldMk cId="3534905347" sldId="300"/>
            <ac:spMk id="4" creationId="{84575A5B-3415-C498-5584-CD2C8D2E36A6}"/>
          </ac:spMkLst>
        </pc:spChg>
        <pc:spChg chg="add mod">
          <ac:chgData name="Ezra Ata" userId="c8268dc69760c301" providerId="Windows Live" clId="Web-{C39AED6E-9A3A-4D2F-A87C-0D9513A51FD0}" dt="2024-07-04T20:41:09.697" v="958" actId="20577"/>
          <ac:spMkLst>
            <pc:docMk/>
            <pc:sldMk cId="3534905347" sldId="300"/>
            <ac:spMk id="7" creationId="{C49699B8-D1AF-7C98-0EB6-A2537F7B1029}"/>
          </ac:spMkLst>
        </pc:spChg>
        <pc:spChg chg="add mod">
          <ac:chgData name="Ezra Ata" userId="c8268dc69760c301" providerId="Windows Live" clId="Web-{C39AED6E-9A3A-4D2F-A87C-0D9513A51FD0}" dt="2024-07-04T20:41:17.729" v="961" actId="20577"/>
          <ac:spMkLst>
            <pc:docMk/>
            <pc:sldMk cId="3534905347" sldId="300"/>
            <ac:spMk id="8" creationId="{B705E156-E8D2-4F5E-124B-4C4A2B3C725B}"/>
          </ac:spMkLst>
        </pc:spChg>
        <pc:graphicFrameChg chg="add mod modGraphic">
          <ac:chgData name="Ezra Ata" userId="c8268dc69760c301" providerId="Windows Live" clId="Web-{C39AED6E-9A3A-4D2F-A87C-0D9513A51FD0}" dt="2024-07-04T20:22:11.730" v="581" actId="1076"/>
          <ac:graphicFrameMkLst>
            <pc:docMk/>
            <pc:sldMk cId="3534905347" sldId="300"/>
            <ac:graphicFrameMk id="6" creationId="{540F258C-3A1D-7398-9507-B2B3A2954583}"/>
          </ac:graphicFrameMkLst>
        </pc:graphicFrameChg>
      </pc:sldChg>
      <pc:sldChg chg="addSp modSp">
        <pc:chgData name="Ezra Ata" userId="c8268dc69760c301" providerId="Windows Live" clId="Web-{C39AED6E-9A3A-4D2F-A87C-0D9513A51FD0}" dt="2024-07-04T20:41:49.246" v="967" actId="20577"/>
        <pc:sldMkLst>
          <pc:docMk/>
          <pc:sldMk cId="484188329" sldId="301"/>
        </pc:sldMkLst>
        <pc:spChg chg="mod">
          <ac:chgData name="Ezra Ata" userId="c8268dc69760c301" providerId="Windows Live" clId="Web-{C39AED6E-9A3A-4D2F-A87C-0D9513A51FD0}" dt="2024-07-04T20:26:11.881" v="669" actId="20577"/>
          <ac:spMkLst>
            <pc:docMk/>
            <pc:sldMk cId="484188329" sldId="301"/>
            <ac:spMk id="2" creationId="{015A9661-FF9D-69C5-F671-F0E425108EDF}"/>
          </ac:spMkLst>
        </pc:spChg>
        <pc:spChg chg="mod">
          <ac:chgData name="Ezra Ata" userId="c8268dc69760c301" providerId="Windows Live" clId="Web-{C39AED6E-9A3A-4D2F-A87C-0D9513A51FD0}" dt="2024-07-04T20:28:28.933" v="724" actId="1076"/>
          <ac:spMkLst>
            <pc:docMk/>
            <pc:sldMk cId="484188329" sldId="301"/>
            <ac:spMk id="4" creationId="{84575A5B-3415-C498-5584-CD2C8D2E36A6}"/>
          </ac:spMkLst>
        </pc:spChg>
        <pc:spChg chg="add mod">
          <ac:chgData name="Ezra Ata" userId="c8268dc69760c301" providerId="Windows Live" clId="Web-{C39AED6E-9A3A-4D2F-A87C-0D9513A51FD0}" dt="2024-07-04T20:41:49.246" v="967" actId="20577"/>
          <ac:spMkLst>
            <pc:docMk/>
            <pc:sldMk cId="484188329" sldId="301"/>
            <ac:spMk id="9" creationId="{A91CFD50-7FB0-6A77-236E-14F6E4BC202C}"/>
          </ac:spMkLst>
        </pc:spChg>
        <pc:spChg chg="mod">
          <ac:chgData name="Ezra Ata" userId="c8268dc69760c301" providerId="Windows Live" clId="Web-{C39AED6E-9A3A-4D2F-A87C-0D9513A51FD0}" dt="2024-07-04T20:41:38.042" v="964" actId="20577"/>
          <ac:spMkLst>
            <pc:docMk/>
            <pc:sldMk cId="484188329" sldId="301"/>
            <ac:spMk id="15" creationId="{C25E63B2-96FF-34BD-4F5F-A026CB602C38}"/>
          </ac:spMkLst>
        </pc:spChg>
        <pc:graphicFrameChg chg="add mod modGraphic">
          <ac:chgData name="Ezra Ata" userId="c8268dc69760c301" providerId="Windows Live" clId="Web-{C39AED6E-9A3A-4D2F-A87C-0D9513A51FD0}" dt="2024-07-04T20:28:34.324" v="725" actId="1076"/>
          <ac:graphicFrameMkLst>
            <pc:docMk/>
            <pc:sldMk cId="484188329" sldId="301"/>
            <ac:graphicFrameMk id="6" creationId="{86BAB8EE-70B6-4AD3-2AA5-9034850BCC48}"/>
          </ac:graphicFrameMkLst>
        </pc:graphicFrameChg>
        <pc:graphicFrameChg chg="add mod modGraphic">
          <ac:chgData name="Ezra Ata" userId="c8268dc69760c301" providerId="Windows Live" clId="Web-{C39AED6E-9A3A-4D2F-A87C-0D9513A51FD0}" dt="2024-07-04T20:31:06.158" v="785"/>
          <ac:graphicFrameMkLst>
            <pc:docMk/>
            <pc:sldMk cId="484188329" sldId="301"/>
            <ac:graphicFrameMk id="8" creationId="{93B25272-65D3-C034-6437-20A4CE09F237}"/>
          </ac:graphicFrameMkLst>
        </pc:graphicFrameChg>
        <pc:graphicFrameChg chg="add mod modGraphic">
          <ac:chgData name="Ezra Ata" userId="c8268dc69760c301" providerId="Windows Live" clId="Web-{C39AED6E-9A3A-4D2F-A87C-0D9513A51FD0}" dt="2024-07-04T20:31:15.564" v="787" actId="1076"/>
          <ac:graphicFrameMkLst>
            <pc:docMk/>
            <pc:sldMk cId="484188329" sldId="301"/>
            <ac:graphicFrameMk id="11" creationId="{5F132D63-68AE-04E5-AC5E-AF9A7B99B36E}"/>
          </ac:graphicFrameMkLst>
        </pc:graphicFrameChg>
      </pc:sldChg>
      <pc:sldChg chg="del">
        <pc:chgData name="Ezra Ata" userId="c8268dc69760c301" providerId="Windows Live" clId="Web-{C39AED6E-9A3A-4D2F-A87C-0D9513A51FD0}" dt="2024-07-04T20:31:35.112" v="788"/>
        <pc:sldMkLst>
          <pc:docMk/>
          <pc:sldMk cId="2847412140" sldId="302"/>
        </pc:sldMkLst>
      </pc:sldChg>
      <pc:sldChg chg="del">
        <pc:chgData name="Ezra Ata" userId="c8268dc69760c301" providerId="Windows Live" clId="Web-{C39AED6E-9A3A-4D2F-A87C-0D9513A51FD0}" dt="2024-07-04T20:31:36.628" v="789"/>
        <pc:sldMkLst>
          <pc:docMk/>
          <pc:sldMk cId="870346740" sldId="303"/>
        </pc:sldMkLst>
      </pc:sldChg>
      <pc:sldChg chg="del">
        <pc:chgData name="Ezra Ata" userId="c8268dc69760c301" providerId="Windows Live" clId="Web-{C39AED6E-9A3A-4D2F-A87C-0D9513A51FD0}" dt="2024-07-04T20:31:37.878" v="790"/>
        <pc:sldMkLst>
          <pc:docMk/>
          <pc:sldMk cId="1523189234" sldId="304"/>
        </pc:sldMkLst>
      </pc:sldChg>
      <pc:sldChg chg="del">
        <pc:chgData name="Ezra Ata" userId="c8268dc69760c301" providerId="Windows Live" clId="Web-{C39AED6E-9A3A-4D2F-A87C-0D9513A51FD0}" dt="2024-07-04T20:31:38.675" v="791"/>
        <pc:sldMkLst>
          <pc:docMk/>
          <pc:sldMk cId="1726961486" sldId="305"/>
        </pc:sldMkLst>
      </pc:sldChg>
      <pc:sldChg chg="del">
        <pc:chgData name="Ezra Ata" userId="c8268dc69760c301" providerId="Windows Live" clId="Web-{C39AED6E-9A3A-4D2F-A87C-0D9513A51FD0}" dt="2024-07-04T20:31:39.894" v="792"/>
        <pc:sldMkLst>
          <pc:docMk/>
          <pc:sldMk cId="3811009461" sldId="306"/>
        </pc:sldMkLst>
      </pc:sldChg>
      <pc:sldChg chg="del">
        <pc:chgData name="Ezra Ata" userId="c8268dc69760c301" providerId="Windows Live" clId="Web-{C39AED6E-9A3A-4D2F-A87C-0D9513A51FD0}" dt="2024-07-04T20:31:41.050" v="793"/>
        <pc:sldMkLst>
          <pc:docMk/>
          <pc:sldMk cId="3006017956" sldId="307"/>
        </pc:sldMkLst>
      </pc:sldChg>
      <pc:sldChg chg="addSp modSp">
        <pc:chgData name="Ezra Ata" userId="c8268dc69760c301" providerId="Windows Live" clId="Web-{C39AED6E-9A3A-4D2F-A87C-0D9513A51FD0}" dt="2024-07-04T20:32:09.442" v="795" actId="1076"/>
        <pc:sldMkLst>
          <pc:docMk/>
          <pc:sldMk cId="349740764" sldId="308"/>
        </pc:sldMkLst>
        <pc:picChg chg="add mod">
          <ac:chgData name="Ezra Ata" userId="c8268dc69760c301" providerId="Windows Live" clId="Web-{C39AED6E-9A3A-4D2F-A87C-0D9513A51FD0}" dt="2024-07-04T20:32:09.442" v="795" actId="1076"/>
          <ac:picMkLst>
            <pc:docMk/>
            <pc:sldMk cId="349740764" sldId="308"/>
            <ac:picMk id="4" creationId="{882336F1-0DB5-E221-C669-8A7BA11140B0}"/>
          </ac:picMkLst>
        </pc:picChg>
      </pc:sldChg>
      <pc:sldChg chg="modSp">
        <pc:chgData name="Ezra Ata" userId="c8268dc69760c301" providerId="Windows Live" clId="Web-{C39AED6E-9A3A-4D2F-A87C-0D9513A51FD0}" dt="2024-07-04T20:37:04.375" v="891"/>
        <pc:sldMkLst>
          <pc:docMk/>
          <pc:sldMk cId="1695168472" sldId="309"/>
        </pc:sldMkLst>
        <pc:graphicFrameChg chg="mod modGraphic">
          <ac:chgData name="Ezra Ata" userId="c8268dc69760c301" providerId="Windows Live" clId="Web-{C39AED6E-9A3A-4D2F-A87C-0D9513A51FD0}" dt="2024-07-04T20:37:04.375" v="891"/>
          <ac:graphicFrameMkLst>
            <pc:docMk/>
            <pc:sldMk cId="1695168472" sldId="309"/>
            <ac:graphicFrameMk id="9" creationId="{13495D75-603A-74DE-08B0-43F9023C45EE}"/>
          </ac:graphicFrameMkLst>
        </pc:graphicFrameChg>
      </pc:sldChg>
    </pc:docChg>
  </pc:docChgLst>
  <pc:docChgLst>
    <pc:chgData name="Ezra Ata" userId="c8268dc69760c301" providerId="Windows Live" clId="Web-{E9E58A09-60F4-4C9D-BBB9-D7632CE901E4}"/>
    <pc:docChg chg="addSld modSld sldOrd">
      <pc:chgData name="Ezra Ata" userId="c8268dc69760c301" providerId="Windows Live" clId="Web-{E9E58A09-60F4-4C9D-BBB9-D7632CE901E4}" dt="2024-07-04T18:41:38.362" v="1514" actId="20577"/>
      <pc:docMkLst>
        <pc:docMk/>
      </pc:docMkLst>
      <pc:sldChg chg="modSp">
        <pc:chgData name="Ezra Ata" userId="c8268dc69760c301" providerId="Windows Live" clId="Web-{E9E58A09-60F4-4C9D-BBB9-D7632CE901E4}" dt="2024-07-04T16:10:00.143" v="9" actId="20577"/>
        <pc:sldMkLst>
          <pc:docMk/>
          <pc:sldMk cId="158767598" sldId="256"/>
        </pc:sldMkLst>
        <pc:spChg chg="mod">
          <ac:chgData name="Ezra Ata" userId="c8268dc69760c301" providerId="Windows Live" clId="Web-{E9E58A09-60F4-4C9D-BBB9-D7632CE901E4}" dt="2024-07-04T16:09:52.611" v="7" actId="20577"/>
          <ac:spMkLst>
            <pc:docMk/>
            <pc:sldMk cId="158767598" sldId="256"/>
            <ac:spMk id="2" creationId="{6B420F8C-B260-B061-FAEB-456B3F2929EC}"/>
          </ac:spMkLst>
        </pc:spChg>
        <pc:spChg chg="mod">
          <ac:chgData name="Ezra Ata" userId="c8268dc69760c301" providerId="Windows Live" clId="Web-{E9E58A09-60F4-4C9D-BBB9-D7632CE901E4}" dt="2024-07-04T16:10:00.143" v="9" actId="20577"/>
          <ac:spMkLst>
            <pc:docMk/>
            <pc:sldMk cId="158767598" sldId="256"/>
            <ac:spMk id="3" creationId="{6B259F20-37AD-8B00-89EB-0FC957CA16C9}"/>
          </ac:spMkLst>
        </pc:spChg>
      </pc:sldChg>
      <pc:sldChg chg="modSp">
        <pc:chgData name="Ezra Ata" userId="c8268dc69760c301" providerId="Windows Live" clId="Web-{E9E58A09-60F4-4C9D-BBB9-D7632CE901E4}" dt="2024-07-04T16:16:44.280" v="33" actId="20577"/>
        <pc:sldMkLst>
          <pc:docMk/>
          <pc:sldMk cId="1316968593" sldId="257"/>
        </pc:sldMkLst>
        <pc:graphicFrameChg chg="modGraphic">
          <ac:chgData name="Ezra Ata" userId="c8268dc69760c301" providerId="Windows Live" clId="Web-{E9E58A09-60F4-4C9D-BBB9-D7632CE901E4}" dt="2024-07-04T16:16:44.280" v="33" actId="20577"/>
          <ac:graphicFrameMkLst>
            <pc:docMk/>
            <pc:sldMk cId="1316968593" sldId="257"/>
            <ac:graphicFrameMk id="53" creationId="{B3529599-F5B4-68D7-C3D3-833636480F09}"/>
          </ac:graphicFrameMkLst>
        </pc:graphicFrameChg>
      </pc:sldChg>
      <pc:sldChg chg="modSp">
        <pc:chgData name="Ezra Ata" userId="c8268dc69760c301" providerId="Windows Live" clId="Web-{E9E58A09-60F4-4C9D-BBB9-D7632CE901E4}" dt="2024-07-04T17:14:17.121" v="511" actId="20577"/>
        <pc:sldMkLst>
          <pc:docMk/>
          <pc:sldMk cId="2251826545" sldId="258"/>
        </pc:sldMkLst>
        <pc:spChg chg="mod">
          <ac:chgData name="Ezra Ata" userId="c8268dc69760c301" providerId="Windows Live" clId="Web-{E9E58A09-60F4-4C9D-BBB9-D7632CE901E4}" dt="2024-07-04T17:09:54.160" v="468" actId="20577"/>
          <ac:spMkLst>
            <pc:docMk/>
            <pc:sldMk cId="2251826545" sldId="258"/>
            <ac:spMk id="2" creationId="{D4065369-7529-3EBB-DDFC-7BE7CEFA1D6C}"/>
          </ac:spMkLst>
        </pc:spChg>
        <pc:spChg chg="mod">
          <ac:chgData name="Ezra Ata" userId="c8268dc69760c301" providerId="Windows Live" clId="Web-{E9E58A09-60F4-4C9D-BBB9-D7632CE901E4}" dt="2024-07-04T17:14:16.278" v="510" actId="20577"/>
          <ac:spMkLst>
            <pc:docMk/>
            <pc:sldMk cId="2251826545" sldId="258"/>
            <ac:spMk id="3" creationId="{6894B957-7D2F-464C-DB8B-5E3E8F5605E3}"/>
          </ac:spMkLst>
        </pc:spChg>
        <pc:spChg chg="mod">
          <ac:chgData name="Ezra Ata" userId="c8268dc69760c301" providerId="Windows Live" clId="Web-{E9E58A09-60F4-4C9D-BBB9-D7632CE901E4}" dt="2024-07-04T17:14:17.121" v="511" actId="20577"/>
          <ac:spMkLst>
            <pc:docMk/>
            <pc:sldMk cId="2251826545" sldId="258"/>
            <ac:spMk id="4" creationId="{008CC66E-255E-8999-4618-8164A7128507}"/>
          </ac:spMkLst>
        </pc:spChg>
      </pc:sldChg>
      <pc:sldChg chg="modSp">
        <pc:chgData name="Ezra Ata" userId="c8268dc69760c301" providerId="Windows Live" clId="Web-{E9E58A09-60F4-4C9D-BBB9-D7632CE901E4}" dt="2024-07-04T17:25:36.142" v="633" actId="1076"/>
        <pc:sldMkLst>
          <pc:docMk/>
          <pc:sldMk cId="3392761998" sldId="261"/>
        </pc:sldMkLst>
        <pc:spChg chg="mod">
          <ac:chgData name="Ezra Ata" userId="c8268dc69760c301" providerId="Windows Live" clId="Web-{E9E58A09-60F4-4C9D-BBB9-D7632CE901E4}" dt="2024-07-04T17:25:36.142" v="633" actId="1076"/>
          <ac:spMkLst>
            <pc:docMk/>
            <pc:sldMk cId="3392761998" sldId="261"/>
            <ac:spMk id="2" creationId="{5529D9A1-5160-0457-CA02-07BC1382FF6E}"/>
          </ac:spMkLst>
        </pc:spChg>
        <pc:spChg chg="mod">
          <ac:chgData name="Ezra Ata" userId="c8268dc69760c301" providerId="Windows Live" clId="Web-{E9E58A09-60F4-4C9D-BBB9-D7632CE901E4}" dt="2024-07-04T17:25:34.298" v="632" actId="1076"/>
          <ac:spMkLst>
            <pc:docMk/>
            <pc:sldMk cId="3392761998" sldId="261"/>
            <ac:spMk id="3" creationId="{FCE55FD6-D68C-6291-B312-70DC1097A5A1}"/>
          </ac:spMkLst>
        </pc:spChg>
      </pc:sldChg>
      <pc:sldChg chg="addSp delSp modSp">
        <pc:chgData name="Ezra Ata" userId="c8268dc69760c301" providerId="Windows Live" clId="Web-{E9E58A09-60F4-4C9D-BBB9-D7632CE901E4}" dt="2024-07-04T16:44:49.300" v="198" actId="20577"/>
        <pc:sldMkLst>
          <pc:docMk/>
          <pc:sldMk cId="1765310388" sldId="281"/>
        </pc:sldMkLst>
        <pc:spChg chg="mod">
          <ac:chgData name="Ezra Ata" userId="c8268dc69760c301" providerId="Windows Live" clId="Web-{E9E58A09-60F4-4C9D-BBB9-D7632CE901E4}" dt="2024-07-04T16:42:01.514" v="154" actId="1076"/>
          <ac:spMkLst>
            <pc:docMk/>
            <pc:sldMk cId="1765310388" sldId="281"/>
            <ac:spMk id="2" creationId="{3B3F58F4-F002-0A63-FDA5-2FE8E17AB734}"/>
          </ac:spMkLst>
        </pc:spChg>
        <pc:spChg chg="del mod">
          <ac:chgData name="Ezra Ata" userId="c8268dc69760c301" providerId="Windows Live" clId="Web-{E9E58A09-60F4-4C9D-BBB9-D7632CE901E4}" dt="2024-07-04T16:37:53.350" v="98"/>
          <ac:spMkLst>
            <pc:docMk/>
            <pc:sldMk cId="1765310388" sldId="281"/>
            <ac:spMk id="3" creationId="{D5F6E532-AE31-6638-6706-F28020FFB312}"/>
          </ac:spMkLst>
        </pc:spChg>
        <pc:spChg chg="mod">
          <ac:chgData name="Ezra Ata" userId="c8268dc69760c301" providerId="Windows Live" clId="Web-{E9E58A09-60F4-4C9D-BBB9-D7632CE901E4}" dt="2024-07-04T16:42:39.703" v="165" actId="1076"/>
          <ac:spMkLst>
            <pc:docMk/>
            <pc:sldMk cId="1765310388" sldId="281"/>
            <ac:spMk id="4" creationId="{CCE1343B-D448-0F3D-2A82-B1953503574C}"/>
          </ac:spMkLst>
        </pc:spChg>
        <pc:spChg chg="del mod">
          <ac:chgData name="Ezra Ata" userId="c8268dc69760c301" providerId="Windows Live" clId="Web-{E9E58A09-60F4-4C9D-BBB9-D7632CE901E4}" dt="2024-07-04T16:38:02.835" v="101"/>
          <ac:spMkLst>
            <pc:docMk/>
            <pc:sldMk cId="1765310388" sldId="281"/>
            <ac:spMk id="5" creationId="{954B03E9-2A8B-A6A6-E3A9-FC4D6FEA1985}"/>
          </ac:spMkLst>
        </pc:spChg>
        <pc:spChg chg="mod">
          <ac:chgData name="Ezra Ata" userId="c8268dc69760c301" providerId="Windows Live" clId="Web-{E9E58A09-60F4-4C9D-BBB9-D7632CE901E4}" dt="2024-07-04T16:44:49.300" v="198" actId="20577"/>
          <ac:spMkLst>
            <pc:docMk/>
            <pc:sldMk cId="1765310388" sldId="281"/>
            <ac:spMk id="6" creationId="{11976326-1AFF-02CA-58FF-22A4B1856CFF}"/>
          </ac:spMkLst>
        </pc:spChg>
        <pc:spChg chg="add del mod">
          <ac:chgData name="Ezra Ata" userId="c8268dc69760c301" providerId="Windows Live" clId="Web-{E9E58A09-60F4-4C9D-BBB9-D7632CE901E4}" dt="2024-07-04T16:38:06.616" v="102"/>
          <ac:spMkLst>
            <pc:docMk/>
            <pc:sldMk cId="1765310388" sldId="281"/>
            <ac:spMk id="9" creationId="{1B0214DA-B767-08E0-069C-5E7EB49CF526}"/>
          </ac:spMkLst>
        </pc:spChg>
      </pc:sldChg>
      <pc:sldChg chg="modSp">
        <pc:chgData name="Ezra Ata" userId="c8268dc69760c301" providerId="Windows Live" clId="Web-{E9E58A09-60F4-4C9D-BBB9-D7632CE901E4}" dt="2024-07-04T16:35:46.440" v="94" actId="20577"/>
        <pc:sldMkLst>
          <pc:docMk/>
          <pc:sldMk cId="3804984846" sldId="282"/>
        </pc:sldMkLst>
        <pc:spChg chg="mod">
          <ac:chgData name="Ezra Ata" userId="c8268dc69760c301" providerId="Windows Live" clId="Web-{E9E58A09-60F4-4C9D-BBB9-D7632CE901E4}" dt="2024-07-04T16:35:46.440" v="94" actId="20577"/>
          <ac:spMkLst>
            <pc:docMk/>
            <pc:sldMk cId="3804984846" sldId="282"/>
            <ac:spMk id="2" creationId="{46CAA7C7-1B21-E4DE-A30C-992523F350E2}"/>
          </ac:spMkLst>
        </pc:spChg>
      </pc:sldChg>
      <pc:sldChg chg="addSp delSp modSp">
        <pc:chgData name="Ezra Ata" userId="c8268dc69760c301" providerId="Windows Live" clId="Web-{E9E58A09-60F4-4C9D-BBB9-D7632CE901E4}" dt="2024-07-04T16:56:54.620" v="280" actId="20577"/>
        <pc:sldMkLst>
          <pc:docMk/>
          <pc:sldMk cId="1439247380" sldId="283"/>
        </pc:sldMkLst>
        <pc:spChg chg="mod">
          <ac:chgData name="Ezra Ata" userId="c8268dc69760c301" providerId="Windows Live" clId="Web-{E9E58A09-60F4-4C9D-BBB9-D7632CE901E4}" dt="2024-07-04T16:47:40.821" v="200" actId="20577"/>
          <ac:spMkLst>
            <pc:docMk/>
            <pc:sldMk cId="1439247380" sldId="283"/>
            <ac:spMk id="2" creationId="{3B3F58F4-F002-0A63-FDA5-2FE8E17AB734}"/>
          </ac:spMkLst>
        </pc:spChg>
        <pc:spChg chg="del">
          <ac:chgData name="Ezra Ata" userId="c8268dc69760c301" providerId="Windows Live" clId="Web-{E9E58A09-60F4-4C9D-BBB9-D7632CE901E4}" dt="2024-07-04T16:47:59.713" v="201"/>
          <ac:spMkLst>
            <pc:docMk/>
            <pc:sldMk cId="1439247380" sldId="283"/>
            <ac:spMk id="3" creationId="{D5F6E532-AE31-6638-6706-F28020FFB312}"/>
          </ac:spMkLst>
        </pc:spChg>
        <pc:spChg chg="mod">
          <ac:chgData name="Ezra Ata" userId="c8268dc69760c301" providerId="Windows Live" clId="Web-{E9E58A09-60F4-4C9D-BBB9-D7632CE901E4}" dt="2024-07-04T16:51:51.829" v="254" actId="20577"/>
          <ac:spMkLst>
            <pc:docMk/>
            <pc:sldMk cId="1439247380" sldId="283"/>
            <ac:spMk id="4" creationId="{CCE1343B-D448-0F3D-2A82-B1953503574C}"/>
          </ac:spMkLst>
        </pc:spChg>
        <pc:spChg chg="del">
          <ac:chgData name="Ezra Ata" userId="c8268dc69760c301" providerId="Windows Live" clId="Web-{E9E58A09-60F4-4C9D-BBB9-D7632CE901E4}" dt="2024-07-04T16:48:06.963" v="203"/>
          <ac:spMkLst>
            <pc:docMk/>
            <pc:sldMk cId="1439247380" sldId="283"/>
            <ac:spMk id="5" creationId="{954B03E9-2A8B-A6A6-E3A9-FC4D6FEA1985}"/>
          </ac:spMkLst>
        </pc:spChg>
        <pc:spChg chg="mod">
          <ac:chgData name="Ezra Ata" userId="c8268dc69760c301" providerId="Windows Live" clId="Web-{E9E58A09-60F4-4C9D-BBB9-D7632CE901E4}" dt="2024-07-04T16:56:54.620" v="280" actId="20577"/>
          <ac:spMkLst>
            <pc:docMk/>
            <pc:sldMk cId="1439247380" sldId="283"/>
            <ac:spMk id="6" creationId="{11976326-1AFF-02CA-58FF-22A4B1856CFF}"/>
          </ac:spMkLst>
        </pc:spChg>
        <pc:spChg chg="add del mod">
          <ac:chgData name="Ezra Ata" userId="c8268dc69760c301" providerId="Windows Live" clId="Web-{E9E58A09-60F4-4C9D-BBB9-D7632CE901E4}" dt="2024-07-04T16:48:05.213" v="202"/>
          <ac:spMkLst>
            <pc:docMk/>
            <pc:sldMk cId="1439247380" sldId="283"/>
            <ac:spMk id="9" creationId="{84F0A97B-D815-3393-809A-70A3FCE442AD}"/>
          </ac:spMkLst>
        </pc:spChg>
        <pc:spChg chg="add del mod">
          <ac:chgData name="Ezra Ata" userId="c8268dc69760c301" providerId="Windows Live" clId="Web-{E9E58A09-60F4-4C9D-BBB9-D7632CE901E4}" dt="2024-07-04T16:48:09.666" v="204"/>
          <ac:spMkLst>
            <pc:docMk/>
            <pc:sldMk cId="1439247380" sldId="283"/>
            <ac:spMk id="11" creationId="{835F64B7-95FA-FCAD-B419-DEB991178200}"/>
          </ac:spMkLst>
        </pc:spChg>
      </pc:sldChg>
      <pc:sldChg chg="addSp delSp modSp">
        <pc:chgData name="Ezra Ata" userId="c8268dc69760c301" providerId="Windows Live" clId="Web-{E9E58A09-60F4-4C9D-BBB9-D7632CE901E4}" dt="2024-07-04T17:02:40.553" v="353" actId="20577"/>
        <pc:sldMkLst>
          <pc:docMk/>
          <pc:sldMk cId="2483628239" sldId="284"/>
        </pc:sldMkLst>
        <pc:spChg chg="mod">
          <ac:chgData name="Ezra Ata" userId="c8268dc69760c301" providerId="Windows Live" clId="Web-{E9E58A09-60F4-4C9D-BBB9-D7632CE901E4}" dt="2024-07-04T16:57:27.902" v="283" actId="20577"/>
          <ac:spMkLst>
            <pc:docMk/>
            <pc:sldMk cId="2483628239" sldId="284"/>
            <ac:spMk id="2" creationId="{37C1921E-EC87-3861-32D6-1C146BF8C53F}"/>
          </ac:spMkLst>
        </pc:spChg>
        <pc:spChg chg="add mod">
          <ac:chgData name="Ezra Ata" userId="c8268dc69760c301" providerId="Windows Live" clId="Web-{E9E58A09-60F4-4C9D-BBB9-D7632CE901E4}" dt="2024-07-04T17:02:40.553" v="353" actId="20577"/>
          <ac:spMkLst>
            <pc:docMk/>
            <pc:sldMk cId="2483628239" sldId="284"/>
            <ac:spMk id="3" creationId="{53218095-5B35-A209-D422-57971E5C94BF}"/>
          </ac:spMkLst>
        </pc:spChg>
        <pc:spChg chg="del">
          <ac:chgData name="Ezra Ata" userId="c8268dc69760c301" providerId="Windows Live" clId="Web-{E9E58A09-60F4-4C9D-BBB9-D7632CE901E4}" dt="2024-07-04T16:57:49.590" v="284"/>
          <ac:spMkLst>
            <pc:docMk/>
            <pc:sldMk cId="2483628239" sldId="284"/>
            <ac:spMk id="7" creationId="{86E10CDC-6436-BBE8-B18E-227332CA84BC}"/>
          </ac:spMkLst>
        </pc:spChg>
        <pc:spChg chg="mod">
          <ac:chgData name="Ezra Ata" userId="c8268dc69760c301" providerId="Windows Live" clId="Web-{E9E58A09-60F4-4C9D-BBB9-D7632CE901E4}" dt="2024-07-04T17:02:37.022" v="351" actId="20577"/>
          <ac:spMkLst>
            <pc:docMk/>
            <pc:sldMk cId="2483628239" sldId="284"/>
            <ac:spMk id="8" creationId="{1E6B4726-B887-AE65-79C3-09810318F35C}"/>
          </ac:spMkLst>
        </pc:spChg>
      </pc:sldChg>
      <pc:sldChg chg="modSp">
        <pc:chgData name="Ezra Ata" userId="c8268dc69760c301" providerId="Windows Live" clId="Web-{E9E58A09-60F4-4C9D-BBB9-D7632CE901E4}" dt="2024-07-04T17:09:31.831" v="466" actId="20577"/>
        <pc:sldMkLst>
          <pc:docMk/>
          <pc:sldMk cId="1267315013" sldId="285"/>
        </pc:sldMkLst>
        <pc:spChg chg="mod">
          <ac:chgData name="Ezra Ata" userId="c8268dc69760c301" providerId="Windows Live" clId="Web-{E9E58A09-60F4-4C9D-BBB9-D7632CE901E4}" dt="2024-07-04T17:04:15.634" v="359" actId="20577"/>
          <ac:spMkLst>
            <pc:docMk/>
            <pc:sldMk cId="1267315013" sldId="285"/>
            <ac:spMk id="2" creationId="{5F53288F-D697-1CA2-B76D-F82174DE241A}"/>
          </ac:spMkLst>
        </pc:spChg>
        <pc:spChg chg="mod">
          <ac:chgData name="Ezra Ata" userId="c8268dc69760c301" providerId="Windows Live" clId="Web-{E9E58A09-60F4-4C9D-BBB9-D7632CE901E4}" dt="2024-07-04T17:09:31.831" v="466" actId="20577"/>
          <ac:spMkLst>
            <pc:docMk/>
            <pc:sldMk cId="1267315013" sldId="285"/>
            <ac:spMk id="3" creationId="{9EA36228-3E20-D0B6-5905-F8B95DA20F9F}"/>
          </ac:spMkLst>
        </pc:spChg>
        <pc:spChg chg="mod">
          <ac:chgData name="Ezra Ata" userId="c8268dc69760c301" providerId="Windows Live" clId="Web-{E9E58A09-60F4-4C9D-BBB9-D7632CE901E4}" dt="2024-07-04T17:07:55.985" v="412" actId="20577"/>
          <ac:spMkLst>
            <pc:docMk/>
            <pc:sldMk cId="1267315013" sldId="285"/>
            <ac:spMk id="4" creationId="{D98D57D9-8B39-B36A-7BD4-957C49BECAD3}"/>
          </ac:spMkLst>
        </pc:spChg>
      </pc:sldChg>
      <pc:sldChg chg="modSp">
        <pc:chgData name="Ezra Ata" userId="c8268dc69760c301" providerId="Windows Live" clId="Web-{E9E58A09-60F4-4C9D-BBB9-D7632CE901E4}" dt="2024-07-04T17:21:08.400" v="562" actId="20577"/>
        <pc:sldMkLst>
          <pc:docMk/>
          <pc:sldMk cId="1269482941" sldId="287"/>
        </pc:sldMkLst>
        <pc:spChg chg="mod">
          <ac:chgData name="Ezra Ata" userId="c8268dc69760c301" providerId="Windows Live" clId="Web-{E9E58A09-60F4-4C9D-BBB9-D7632CE901E4}" dt="2024-07-04T17:15:02.607" v="513" actId="20577"/>
          <ac:spMkLst>
            <pc:docMk/>
            <pc:sldMk cId="1269482941" sldId="287"/>
            <ac:spMk id="2" creationId="{D4065369-7529-3EBB-DDFC-7BE7CEFA1D6C}"/>
          </ac:spMkLst>
        </pc:spChg>
        <pc:spChg chg="mod">
          <ac:chgData name="Ezra Ata" userId="c8268dc69760c301" providerId="Windows Live" clId="Web-{E9E58A09-60F4-4C9D-BBB9-D7632CE901E4}" dt="2024-07-04T17:20:37.039" v="542" actId="20577"/>
          <ac:spMkLst>
            <pc:docMk/>
            <pc:sldMk cId="1269482941" sldId="287"/>
            <ac:spMk id="3" creationId="{6894B957-7D2F-464C-DB8B-5E3E8F5605E3}"/>
          </ac:spMkLst>
        </pc:spChg>
        <pc:spChg chg="mod">
          <ac:chgData name="Ezra Ata" userId="c8268dc69760c301" providerId="Windows Live" clId="Web-{E9E58A09-60F4-4C9D-BBB9-D7632CE901E4}" dt="2024-07-04T17:21:08.400" v="562" actId="20577"/>
          <ac:spMkLst>
            <pc:docMk/>
            <pc:sldMk cId="1269482941" sldId="287"/>
            <ac:spMk id="4" creationId="{008CC66E-255E-8999-4618-8164A7128507}"/>
          </ac:spMkLst>
        </pc:spChg>
      </pc:sldChg>
      <pc:sldChg chg="modSp">
        <pc:chgData name="Ezra Ata" userId="c8268dc69760c301" providerId="Windows Live" clId="Web-{E9E58A09-60F4-4C9D-BBB9-D7632CE901E4}" dt="2024-07-04T17:40:52.436" v="793" actId="20577"/>
        <pc:sldMkLst>
          <pc:docMk/>
          <pc:sldMk cId="3894976984" sldId="288"/>
        </pc:sldMkLst>
        <pc:spChg chg="mod">
          <ac:chgData name="Ezra Ata" userId="c8268dc69760c301" providerId="Windows Live" clId="Web-{E9E58A09-60F4-4C9D-BBB9-D7632CE901E4}" dt="2024-07-04T17:39:33.652" v="779" actId="20577"/>
          <ac:spMkLst>
            <pc:docMk/>
            <pc:sldMk cId="3894976984" sldId="288"/>
            <ac:spMk id="2" creationId="{8156B364-19B5-5070-704F-AE2745EB0F50}"/>
          </ac:spMkLst>
        </pc:spChg>
        <pc:spChg chg="mod">
          <ac:chgData name="Ezra Ata" userId="c8268dc69760c301" providerId="Windows Live" clId="Web-{E9E58A09-60F4-4C9D-BBB9-D7632CE901E4}" dt="2024-07-04T17:40:52.436" v="793" actId="20577"/>
          <ac:spMkLst>
            <pc:docMk/>
            <pc:sldMk cId="3894976984" sldId="288"/>
            <ac:spMk id="4" creationId="{AE510471-877D-E8CD-62A0-16E26F909B3A}"/>
          </ac:spMkLst>
        </pc:spChg>
      </pc:sldChg>
      <pc:sldChg chg="addSp delSp modSp">
        <pc:chgData name="Ezra Ata" userId="c8268dc69760c301" providerId="Windows Live" clId="Web-{E9E58A09-60F4-4C9D-BBB9-D7632CE901E4}" dt="2024-07-04T17:38:47.651" v="773" actId="20577"/>
        <pc:sldMkLst>
          <pc:docMk/>
          <pc:sldMk cId="1766831829" sldId="289"/>
        </pc:sldMkLst>
        <pc:spChg chg="mod">
          <ac:chgData name="Ezra Ata" userId="c8268dc69760c301" providerId="Windows Live" clId="Web-{E9E58A09-60F4-4C9D-BBB9-D7632CE901E4}" dt="2024-07-04T17:36:26.819" v="761" actId="1076"/>
          <ac:spMkLst>
            <pc:docMk/>
            <pc:sldMk cId="1766831829" sldId="289"/>
            <ac:spMk id="2" creationId="{3B3F58F4-F002-0A63-FDA5-2FE8E17AB734}"/>
          </ac:spMkLst>
        </pc:spChg>
        <pc:spChg chg="mod">
          <ac:chgData name="Ezra Ata" userId="c8268dc69760c301" providerId="Windows Live" clId="Web-{E9E58A09-60F4-4C9D-BBB9-D7632CE901E4}" dt="2024-07-04T17:36:24.990" v="760" actId="1076"/>
          <ac:spMkLst>
            <pc:docMk/>
            <pc:sldMk cId="1766831829" sldId="289"/>
            <ac:spMk id="4" creationId="{CCE1343B-D448-0F3D-2A82-B1953503574C}"/>
          </ac:spMkLst>
        </pc:spChg>
        <pc:spChg chg="add del mod">
          <ac:chgData name="Ezra Ata" userId="c8268dc69760c301" providerId="Windows Live" clId="Web-{E9E58A09-60F4-4C9D-BBB9-D7632CE901E4}" dt="2024-07-04T17:30:06.510" v="646"/>
          <ac:spMkLst>
            <pc:docMk/>
            <pc:sldMk cId="1766831829" sldId="289"/>
            <ac:spMk id="6" creationId="{0FD29B83-1103-59C2-0395-6E3C419760DE}"/>
          </ac:spMkLst>
        </pc:spChg>
        <pc:spChg chg="add del mod">
          <ac:chgData name="Ezra Ata" userId="c8268dc69760c301" providerId="Windows Live" clId="Web-{E9E58A09-60F4-4C9D-BBB9-D7632CE901E4}" dt="2024-07-04T17:38:47.651" v="773" actId="20577"/>
          <ac:spMkLst>
            <pc:docMk/>
            <pc:sldMk cId="1766831829" sldId="289"/>
            <ac:spMk id="8" creationId="{1E6B4726-B887-AE65-79C3-09810318F35C}"/>
          </ac:spMkLst>
        </pc:spChg>
      </pc:sldChg>
      <pc:sldChg chg="addSp delSp modSp">
        <pc:chgData name="Ezra Ata" userId="c8268dc69760c301" providerId="Windows Live" clId="Web-{E9E58A09-60F4-4C9D-BBB9-D7632CE901E4}" dt="2024-07-04T17:57:24.295" v="995" actId="1076"/>
        <pc:sldMkLst>
          <pc:docMk/>
          <pc:sldMk cId="570267780" sldId="290"/>
        </pc:sldMkLst>
        <pc:spChg chg="mod">
          <ac:chgData name="Ezra Ata" userId="c8268dc69760c301" providerId="Windows Live" clId="Web-{E9E58A09-60F4-4C9D-BBB9-D7632CE901E4}" dt="2024-07-04T17:46:37.806" v="830" actId="1076"/>
          <ac:spMkLst>
            <pc:docMk/>
            <pc:sldMk cId="570267780" sldId="290"/>
            <ac:spMk id="2" creationId="{8156B364-19B5-5070-704F-AE2745EB0F50}"/>
          </ac:spMkLst>
        </pc:spChg>
        <pc:spChg chg="mod">
          <ac:chgData name="Ezra Ata" userId="c8268dc69760c301" providerId="Windows Live" clId="Web-{E9E58A09-60F4-4C9D-BBB9-D7632CE901E4}" dt="2024-07-04T17:57:17.310" v="993" actId="20577"/>
          <ac:spMkLst>
            <pc:docMk/>
            <pc:sldMk cId="570267780" sldId="290"/>
            <ac:spMk id="4" creationId="{AE510471-877D-E8CD-62A0-16E26F909B3A}"/>
          </ac:spMkLst>
        </pc:spChg>
        <pc:spChg chg="mod">
          <ac:chgData name="Ezra Ata" userId="c8268dc69760c301" providerId="Windows Live" clId="Web-{E9E58A09-60F4-4C9D-BBB9-D7632CE901E4}" dt="2024-07-04T17:57:04.794" v="990" actId="20577"/>
          <ac:spMkLst>
            <pc:docMk/>
            <pc:sldMk cId="570267780" sldId="290"/>
            <ac:spMk id="6" creationId="{B58AB795-24AF-5BDC-AF9F-0B7F7A5FF4FF}"/>
          </ac:spMkLst>
        </pc:spChg>
        <pc:spChg chg="add mod">
          <ac:chgData name="Ezra Ata" userId="c8268dc69760c301" providerId="Windows Live" clId="Web-{E9E58A09-60F4-4C9D-BBB9-D7632CE901E4}" dt="2024-07-04T17:57:24.295" v="995" actId="1076"/>
          <ac:spMkLst>
            <pc:docMk/>
            <pc:sldMk cId="570267780" sldId="290"/>
            <ac:spMk id="10" creationId="{52C00B88-471C-69C1-5CB9-8506997546E2}"/>
          </ac:spMkLst>
        </pc:spChg>
        <pc:graphicFrameChg chg="add del mod">
          <ac:chgData name="Ezra Ata" userId="c8268dc69760c301" providerId="Windows Live" clId="Web-{E9E58A09-60F4-4C9D-BBB9-D7632CE901E4}" dt="2024-07-04T17:44:48.584" v="806"/>
          <ac:graphicFrameMkLst>
            <pc:docMk/>
            <pc:sldMk cId="570267780" sldId="290"/>
            <ac:graphicFrameMk id="5" creationId="{802E93F3-3B20-3EBC-BC30-0B1111CA62C1}"/>
          </ac:graphicFrameMkLst>
        </pc:graphicFrameChg>
        <pc:graphicFrameChg chg="add del mod modGraphic">
          <ac:chgData name="Ezra Ata" userId="c8268dc69760c301" providerId="Windows Live" clId="Web-{E9E58A09-60F4-4C9D-BBB9-D7632CE901E4}" dt="2024-07-04T17:55:04.603" v="930"/>
          <ac:graphicFrameMkLst>
            <pc:docMk/>
            <pc:sldMk cId="570267780" sldId="290"/>
            <ac:graphicFrameMk id="9" creationId="{13495D75-603A-74DE-08B0-43F9023C45EE}"/>
          </ac:graphicFrameMkLst>
        </pc:graphicFrameChg>
        <pc:graphicFrameChg chg="add mod modGraphic">
          <ac:chgData name="Ezra Ata" userId="c8268dc69760c301" providerId="Windows Live" clId="Web-{E9E58A09-60F4-4C9D-BBB9-D7632CE901E4}" dt="2024-07-04T17:56:00.214" v="967"/>
          <ac:graphicFrameMkLst>
            <pc:docMk/>
            <pc:sldMk cId="570267780" sldId="290"/>
            <ac:graphicFrameMk id="12" creationId="{AD33BF19-DB8A-B3C7-CD92-02404C03163B}"/>
          </ac:graphicFrameMkLst>
        </pc:graphicFrameChg>
      </pc:sldChg>
      <pc:sldChg chg="modSp">
        <pc:chgData name="Ezra Ata" userId="c8268dc69760c301" providerId="Windows Live" clId="Web-{E9E58A09-60F4-4C9D-BBB9-D7632CE901E4}" dt="2024-07-04T18:02:15.820" v="1060" actId="20577"/>
        <pc:sldMkLst>
          <pc:docMk/>
          <pc:sldMk cId="3773754648" sldId="291"/>
        </pc:sldMkLst>
        <pc:spChg chg="mod">
          <ac:chgData name="Ezra Ata" userId="c8268dc69760c301" providerId="Windows Live" clId="Web-{E9E58A09-60F4-4C9D-BBB9-D7632CE901E4}" dt="2024-07-04T17:58:45.594" v="997" actId="20577"/>
          <ac:spMkLst>
            <pc:docMk/>
            <pc:sldMk cId="3773754648" sldId="291"/>
            <ac:spMk id="2" creationId="{8156B364-19B5-5070-704F-AE2745EB0F50}"/>
          </ac:spMkLst>
        </pc:spChg>
        <pc:spChg chg="mod">
          <ac:chgData name="Ezra Ata" userId="c8268dc69760c301" providerId="Windows Live" clId="Web-{E9E58A09-60F4-4C9D-BBB9-D7632CE901E4}" dt="2024-07-04T18:00:48.051" v="1037" actId="20577"/>
          <ac:spMkLst>
            <pc:docMk/>
            <pc:sldMk cId="3773754648" sldId="291"/>
            <ac:spMk id="4" creationId="{AE510471-877D-E8CD-62A0-16E26F909B3A}"/>
          </ac:spMkLst>
        </pc:spChg>
        <pc:spChg chg="mod">
          <ac:chgData name="Ezra Ata" userId="c8268dc69760c301" providerId="Windows Live" clId="Web-{E9E58A09-60F4-4C9D-BBB9-D7632CE901E4}" dt="2024-07-04T18:02:15.820" v="1060" actId="20577"/>
          <ac:spMkLst>
            <pc:docMk/>
            <pc:sldMk cId="3773754648" sldId="291"/>
            <ac:spMk id="12" creationId="{07310B4C-2FFE-037A-F3D5-1AA439EF61A7}"/>
          </ac:spMkLst>
        </pc:spChg>
      </pc:sldChg>
      <pc:sldChg chg="addSp delSp modSp">
        <pc:chgData name="Ezra Ata" userId="c8268dc69760c301" providerId="Windows Live" clId="Web-{E9E58A09-60F4-4C9D-BBB9-D7632CE901E4}" dt="2024-07-04T18:07:41.439" v="1181" actId="1076"/>
        <pc:sldMkLst>
          <pc:docMk/>
          <pc:sldMk cId="799708198" sldId="292"/>
        </pc:sldMkLst>
        <pc:spChg chg="mod">
          <ac:chgData name="Ezra Ata" userId="c8268dc69760c301" providerId="Windows Live" clId="Web-{E9E58A09-60F4-4C9D-BBB9-D7632CE901E4}" dt="2024-07-04T18:03:40.322" v="1064" actId="14100"/>
          <ac:spMkLst>
            <pc:docMk/>
            <pc:sldMk cId="799708198" sldId="292"/>
            <ac:spMk id="2" creationId="{8156B364-19B5-5070-704F-AE2745EB0F50}"/>
          </ac:spMkLst>
        </pc:spChg>
        <pc:spChg chg="mod">
          <ac:chgData name="Ezra Ata" userId="c8268dc69760c301" providerId="Windows Live" clId="Web-{E9E58A09-60F4-4C9D-BBB9-D7632CE901E4}" dt="2024-07-04T18:05:13.028" v="1074" actId="20577"/>
          <ac:spMkLst>
            <pc:docMk/>
            <pc:sldMk cId="799708198" sldId="292"/>
            <ac:spMk id="4" creationId="{AE510471-877D-E8CD-62A0-16E26F909B3A}"/>
          </ac:spMkLst>
        </pc:spChg>
        <pc:spChg chg="add mod">
          <ac:chgData name="Ezra Ata" userId="c8268dc69760c301" providerId="Windows Live" clId="Web-{E9E58A09-60F4-4C9D-BBB9-D7632CE901E4}" dt="2024-07-04T18:07:41.439" v="1181" actId="1076"/>
          <ac:spMkLst>
            <pc:docMk/>
            <pc:sldMk cId="799708198" sldId="292"/>
            <ac:spMk id="11" creationId="{EBAB570D-238A-7D31-2F90-A2F436A9C912}"/>
          </ac:spMkLst>
        </pc:spChg>
        <pc:graphicFrameChg chg="add mod modGraphic">
          <ac:chgData name="Ezra Ata" userId="c8268dc69760c301" providerId="Windows Live" clId="Web-{E9E58A09-60F4-4C9D-BBB9-D7632CE901E4}" dt="2024-07-04T18:05:33.357" v="1116"/>
          <ac:graphicFrameMkLst>
            <pc:docMk/>
            <pc:sldMk cId="799708198" sldId="292"/>
            <ac:graphicFrameMk id="5" creationId="{CCF7E466-8A98-AE78-0663-07972E0CD9F5}"/>
          </ac:graphicFrameMkLst>
        </pc:graphicFrameChg>
        <pc:graphicFrameChg chg="add del mod">
          <ac:chgData name="Ezra Ata" userId="c8268dc69760c301" providerId="Windows Live" clId="Web-{E9E58A09-60F4-4C9D-BBB9-D7632CE901E4}" dt="2024-07-04T18:05:52.983" v="1118"/>
          <ac:graphicFrameMkLst>
            <pc:docMk/>
            <pc:sldMk cId="799708198" sldId="292"/>
            <ac:graphicFrameMk id="9" creationId="{D561C6E2-8FDE-1689-5D70-6BCB5E74BE72}"/>
          </ac:graphicFrameMkLst>
        </pc:graphicFrameChg>
        <pc:graphicFrameChg chg="add mod modGraphic">
          <ac:chgData name="Ezra Ata" userId="c8268dc69760c301" providerId="Windows Live" clId="Web-{E9E58A09-60F4-4C9D-BBB9-D7632CE901E4}" dt="2024-07-04T18:07:30.986" v="1179" actId="1076"/>
          <ac:graphicFrameMkLst>
            <pc:docMk/>
            <pc:sldMk cId="799708198" sldId="292"/>
            <ac:graphicFrameMk id="13" creationId="{9FF75FB2-96D8-FC68-C512-22573FCED615}"/>
          </ac:graphicFrameMkLst>
        </pc:graphicFrameChg>
        <pc:picChg chg="del">
          <ac:chgData name="Ezra Ata" userId="c8268dc69760c301" providerId="Windows Live" clId="Web-{E9E58A09-60F4-4C9D-BBB9-D7632CE901E4}" dt="2024-07-04T18:02:21.242" v="1061"/>
          <ac:picMkLst>
            <pc:docMk/>
            <pc:sldMk cId="799708198" sldId="292"/>
            <ac:picMk id="8" creationId="{C2D07CBD-88E9-5C42-38AD-EA0EABF33F3C}"/>
          </ac:picMkLst>
        </pc:picChg>
      </pc:sldChg>
      <pc:sldChg chg="addSp modSp">
        <pc:chgData name="Ezra Ata" userId="c8268dc69760c301" providerId="Windows Live" clId="Web-{E9E58A09-60F4-4C9D-BBB9-D7632CE901E4}" dt="2024-07-04T18:12:40.808" v="1281" actId="1076"/>
        <pc:sldMkLst>
          <pc:docMk/>
          <pc:sldMk cId="4183094101" sldId="293"/>
        </pc:sldMkLst>
        <pc:spChg chg="mod">
          <ac:chgData name="Ezra Ata" userId="c8268dc69760c301" providerId="Windows Live" clId="Web-{E9E58A09-60F4-4C9D-BBB9-D7632CE901E4}" dt="2024-07-04T18:09:18.364" v="1199" actId="1076"/>
          <ac:spMkLst>
            <pc:docMk/>
            <pc:sldMk cId="4183094101" sldId="293"/>
            <ac:spMk id="2" creationId="{8156B364-19B5-5070-704F-AE2745EB0F50}"/>
          </ac:spMkLst>
        </pc:spChg>
        <pc:spChg chg="mod">
          <ac:chgData name="Ezra Ata" userId="c8268dc69760c301" providerId="Windows Live" clId="Web-{E9E58A09-60F4-4C9D-BBB9-D7632CE901E4}" dt="2024-07-04T18:09:15.067" v="1198" actId="1076"/>
          <ac:spMkLst>
            <pc:docMk/>
            <pc:sldMk cId="4183094101" sldId="293"/>
            <ac:spMk id="4" creationId="{AE510471-877D-E8CD-62A0-16E26F909B3A}"/>
          </ac:spMkLst>
        </pc:spChg>
        <pc:spChg chg="mod">
          <ac:chgData name="Ezra Ata" userId="c8268dc69760c301" providerId="Windows Live" clId="Web-{E9E58A09-60F4-4C9D-BBB9-D7632CE901E4}" dt="2024-07-04T18:12:32.964" v="1280" actId="1076"/>
          <ac:spMkLst>
            <pc:docMk/>
            <pc:sldMk cId="4183094101" sldId="293"/>
            <ac:spMk id="12" creationId="{07310B4C-2FFE-037A-F3D5-1AA439EF61A7}"/>
          </ac:spMkLst>
        </pc:spChg>
        <pc:graphicFrameChg chg="add mod modGraphic">
          <ac:chgData name="Ezra Ata" userId="c8268dc69760c301" providerId="Windows Live" clId="Web-{E9E58A09-60F4-4C9D-BBB9-D7632CE901E4}" dt="2024-07-04T18:09:53.553" v="1230" actId="1076"/>
          <ac:graphicFrameMkLst>
            <pc:docMk/>
            <pc:sldMk cId="4183094101" sldId="293"/>
            <ac:graphicFrameMk id="5" creationId="{17B2CD92-70F9-3BE2-9F8B-B4939EB8AD33}"/>
          </ac:graphicFrameMkLst>
        </pc:graphicFrameChg>
        <pc:graphicFrameChg chg="add mod modGraphic">
          <ac:chgData name="Ezra Ata" userId="c8268dc69760c301" providerId="Windows Live" clId="Web-{E9E58A09-60F4-4C9D-BBB9-D7632CE901E4}" dt="2024-07-04T18:12:40.808" v="1281" actId="1076"/>
          <ac:graphicFrameMkLst>
            <pc:docMk/>
            <pc:sldMk cId="4183094101" sldId="293"/>
            <ac:graphicFrameMk id="8" creationId="{4EC20DF4-8679-B77A-770F-566875EE3605}"/>
          </ac:graphicFrameMkLst>
        </pc:graphicFrameChg>
      </pc:sldChg>
      <pc:sldChg chg="addSp delSp modSp">
        <pc:chgData name="Ezra Ata" userId="c8268dc69760c301" providerId="Windows Live" clId="Web-{E9E58A09-60F4-4C9D-BBB9-D7632CE901E4}" dt="2024-07-04T18:28:26.103" v="1445" actId="1076"/>
        <pc:sldMkLst>
          <pc:docMk/>
          <pc:sldMk cId="3366650810" sldId="294"/>
        </pc:sldMkLst>
        <pc:spChg chg="mod">
          <ac:chgData name="Ezra Ata" userId="c8268dc69760c301" providerId="Windows Live" clId="Web-{E9E58A09-60F4-4C9D-BBB9-D7632CE901E4}" dt="2024-07-04T18:18:38.866" v="1360" actId="20577"/>
          <ac:spMkLst>
            <pc:docMk/>
            <pc:sldMk cId="3366650810" sldId="294"/>
            <ac:spMk id="2" creationId="{8156B364-19B5-5070-704F-AE2745EB0F50}"/>
          </ac:spMkLst>
        </pc:spChg>
        <pc:spChg chg="mod">
          <ac:chgData name="Ezra Ata" userId="c8268dc69760c301" providerId="Windows Live" clId="Web-{E9E58A09-60F4-4C9D-BBB9-D7632CE901E4}" dt="2024-07-04T18:24:28.205" v="1374" actId="20577"/>
          <ac:spMkLst>
            <pc:docMk/>
            <pc:sldMk cId="3366650810" sldId="294"/>
            <ac:spMk id="4" creationId="{AE510471-877D-E8CD-62A0-16E26F909B3A}"/>
          </ac:spMkLst>
        </pc:spChg>
        <pc:spChg chg="mod">
          <ac:chgData name="Ezra Ata" userId="c8268dc69760c301" providerId="Windows Live" clId="Web-{E9E58A09-60F4-4C9D-BBB9-D7632CE901E4}" dt="2024-07-04T18:26:18.505" v="1401" actId="20577"/>
          <ac:spMkLst>
            <pc:docMk/>
            <pc:sldMk cId="3366650810" sldId="294"/>
            <ac:spMk id="5" creationId="{ACFF8F32-C780-4169-2CEA-0A3FACE998FD}"/>
          </ac:spMkLst>
        </pc:spChg>
        <pc:spChg chg="add mod">
          <ac:chgData name="Ezra Ata" userId="c8268dc69760c301" providerId="Windows Live" clId="Web-{E9E58A09-60F4-4C9D-BBB9-D7632CE901E4}" dt="2024-07-04T18:26:19.911" v="1403"/>
          <ac:spMkLst>
            <pc:docMk/>
            <pc:sldMk cId="3366650810" sldId="294"/>
            <ac:spMk id="8" creationId="{A2A47E56-9096-4340-D35C-C4F6A923B961}"/>
          </ac:spMkLst>
        </pc:spChg>
        <pc:spChg chg="add del mod">
          <ac:chgData name="Ezra Ata" userId="c8268dc69760c301" providerId="Windows Live" clId="Web-{E9E58A09-60F4-4C9D-BBB9-D7632CE901E4}" dt="2024-07-04T18:27:30.070" v="1407"/>
          <ac:spMkLst>
            <pc:docMk/>
            <pc:sldMk cId="3366650810" sldId="294"/>
            <ac:spMk id="9" creationId="{98D54CC5-39EE-5C10-F7E8-59F04AB0D060}"/>
          </ac:spMkLst>
        </pc:spChg>
        <pc:graphicFrameChg chg="add mod modGraphic">
          <ac:chgData name="Ezra Ata" userId="c8268dc69760c301" providerId="Windows Live" clId="Web-{E9E58A09-60F4-4C9D-BBB9-D7632CE901E4}" dt="2024-07-04T18:24:46.908" v="1397"/>
          <ac:graphicFrameMkLst>
            <pc:docMk/>
            <pc:sldMk cId="3366650810" sldId="294"/>
            <ac:graphicFrameMk id="6" creationId="{7DDC0816-F762-5653-AFDE-1475554E9E3E}"/>
          </ac:graphicFrameMkLst>
        </pc:graphicFrameChg>
        <pc:graphicFrameChg chg="add mod modGraphic">
          <ac:chgData name="Ezra Ata" userId="c8268dc69760c301" providerId="Windows Live" clId="Web-{E9E58A09-60F4-4C9D-BBB9-D7632CE901E4}" dt="2024-07-04T18:28:26.103" v="1445" actId="1076"/>
          <ac:graphicFrameMkLst>
            <pc:docMk/>
            <pc:sldMk cId="3366650810" sldId="294"/>
            <ac:graphicFrameMk id="11" creationId="{183D86D0-4987-E871-E702-C9A6707AB1A1}"/>
          </ac:graphicFrameMkLst>
        </pc:graphicFrameChg>
      </pc:sldChg>
      <pc:sldChg chg="addSp modSp">
        <pc:chgData name="Ezra Ata" userId="c8268dc69760c301" providerId="Windows Live" clId="Web-{E9E58A09-60F4-4C9D-BBB9-D7632CE901E4}" dt="2024-07-04T18:41:38.362" v="1514" actId="20577"/>
        <pc:sldMkLst>
          <pc:docMk/>
          <pc:sldMk cId="3711437500" sldId="295"/>
        </pc:sldMkLst>
        <pc:spChg chg="mod">
          <ac:chgData name="Ezra Ata" userId="c8268dc69760c301" providerId="Windows Live" clId="Web-{E9E58A09-60F4-4C9D-BBB9-D7632CE901E4}" dt="2024-07-04T18:38:36.559" v="1450" actId="1076"/>
          <ac:spMkLst>
            <pc:docMk/>
            <pc:sldMk cId="3711437500" sldId="295"/>
            <ac:spMk id="2" creationId="{8156B364-19B5-5070-704F-AE2745EB0F50}"/>
          </ac:spMkLst>
        </pc:spChg>
        <pc:spChg chg="mod">
          <ac:chgData name="Ezra Ata" userId="c8268dc69760c301" providerId="Windows Live" clId="Web-{E9E58A09-60F4-4C9D-BBB9-D7632CE901E4}" dt="2024-07-04T18:41:05.017" v="1506" actId="20577"/>
          <ac:spMkLst>
            <pc:docMk/>
            <pc:sldMk cId="3711437500" sldId="295"/>
            <ac:spMk id="4" creationId="{AE510471-877D-E8CD-62A0-16E26F909B3A}"/>
          </ac:spMkLst>
        </pc:spChg>
        <pc:spChg chg="mod">
          <ac:chgData name="Ezra Ata" userId="c8268dc69760c301" providerId="Windows Live" clId="Web-{E9E58A09-60F4-4C9D-BBB9-D7632CE901E4}" dt="2024-07-04T18:41:38.362" v="1514" actId="20577"/>
          <ac:spMkLst>
            <pc:docMk/>
            <pc:sldMk cId="3711437500" sldId="295"/>
            <ac:spMk id="12" creationId="{07310B4C-2FFE-037A-F3D5-1AA439EF61A7}"/>
          </ac:spMkLst>
        </pc:spChg>
        <pc:graphicFrameChg chg="add mod modGraphic">
          <ac:chgData name="Ezra Ata" userId="c8268dc69760c301" providerId="Windows Live" clId="Web-{E9E58A09-60F4-4C9D-BBB9-D7632CE901E4}" dt="2024-07-04T18:41:11.830" v="1507" actId="1076"/>
          <ac:graphicFrameMkLst>
            <pc:docMk/>
            <pc:sldMk cId="3711437500" sldId="295"/>
            <ac:graphicFrameMk id="5" creationId="{0B11E447-F9F4-AD23-311A-DDBC5AB29FAE}"/>
          </ac:graphicFrameMkLst>
        </pc:graphicFrameChg>
      </pc:sldChg>
      <pc:sldChg chg="modSp ord">
        <pc:chgData name="Ezra Ata" userId="c8268dc69760c301" providerId="Windows Live" clId="Web-{E9E58A09-60F4-4C9D-BBB9-D7632CE901E4}" dt="2024-07-04T18:18:20.443" v="1357" actId="20577"/>
        <pc:sldMkLst>
          <pc:docMk/>
          <pc:sldMk cId="2413278030" sldId="299"/>
        </pc:sldMkLst>
        <pc:spChg chg="mod">
          <ac:chgData name="Ezra Ata" userId="c8268dc69760c301" providerId="Windows Live" clId="Web-{E9E58A09-60F4-4C9D-BBB9-D7632CE901E4}" dt="2024-07-04T18:16:53.659" v="1342" actId="1076"/>
          <ac:spMkLst>
            <pc:docMk/>
            <pc:sldMk cId="2413278030" sldId="299"/>
            <ac:spMk id="2" creationId="{8156B364-19B5-5070-704F-AE2745EB0F50}"/>
          </ac:spMkLst>
        </pc:spChg>
        <pc:spChg chg="mod">
          <ac:chgData name="Ezra Ata" userId="c8268dc69760c301" providerId="Windows Live" clId="Web-{E9E58A09-60F4-4C9D-BBB9-D7632CE901E4}" dt="2024-07-04T18:18:20.443" v="1357" actId="20577"/>
          <ac:spMkLst>
            <pc:docMk/>
            <pc:sldMk cId="2413278030" sldId="299"/>
            <ac:spMk id="4" creationId="{AE510471-877D-E8CD-62A0-16E26F909B3A}"/>
          </ac:spMkLst>
        </pc:spChg>
      </pc:sldChg>
      <pc:sldChg chg="modSp">
        <pc:chgData name="Ezra Ata" userId="c8268dc69760c301" providerId="Windows Live" clId="Web-{E9E58A09-60F4-4C9D-BBB9-D7632CE901E4}" dt="2024-07-04T16:33:07.498" v="84" actId="20577"/>
        <pc:sldMkLst>
          <pc:docMk/>
          <pc:sldMk cId="349740764" sldId="308"/>
        </pc:sldMkLst>
        <pc:spChg chg="mod">
          <ac:chgData name="Ezra Ata" userId="c8268dc69760c301" providerId="Windows Live" clId="Web-{E9E58A09-60F4-4C9D-BBB9-D7632CE901E4}" dt="2024-07-04T16:18:25.471" v="35" actId="20577"/>
          <ac:spMkLst>
            <pc:docMk/>
            <pc:sldMk cId="349740764" sldId="308"/>
            <ac:spMk id="2" creationId="{FA0C35CC-F0EF-AED8-D2AE-3F8520947628}"/>
          </ac:spMkLst>
        </pc:spChg>
        <pc:spChg chg="mod">
          <ac:chgData name="Ezra Ata" userId="c8268dc69760c301" providerId="Windows Live" clId="Web-{E9E58A09-60F4-4C9D-BBB9-D7632CE901E4}" dt="2024-07-04T16:29:47.038" v="69" actId="20577"/>
          <ac:spMkLst>
            <pc:docMk/>
            <pc:sldMk cId="349740764" sldId="308"/>
            <ac:spMk id="3" creationId="{B65FEB2A-9723-77BC-B7D8-112D3C437235}"/>
          </ac:spMkLst>
        </pc:spChg>
        <pc:spChg chg="mod">
          <ac:chgData name="Ezra Ata" userId="c8268dc69760c301" providerId="Windows Live" clId="Web-{E9E58A09-60F4-4C9D-BBB9-D7632CE901E4}" dt="2024-07-04T16:33:07.498" v="84" actId="20577"/>
          <ac:spMkLst>
            <pc:docMk/>
            <pc:sldMk cId="349740764" sldId="308"/>
            <ac:spMk id="6" creationId="{4A98FA0A-539A-FCEF-B72F-C63A2F3EBCD7}"/>
          </ac:spMkLst>
        </pc:spChg>
      </pc:sldChg>
      <pc:sldChg chg="add replId">
        <pc:chgData name="Ezra Ata" userId="c8268dc69760c301" providerId="Windows Live" clId="Web-{E9E58A09-60F4-4C9D-BBB9-D7632CE901E4}" dt="2024-07-04T17:51:50.691" v="887"/>
        <pc:sldMkLst>
          <pc:docMk/>
          <pc:sldMk cId="1695168472" sldId="309"/>
        </pc:sldMkLst>
      </pc:sldChg>
    </pc:docChg>
  </pc:docChgLst>
  <pc:docChgLst>
    <pc:chgData name="Catherine Ata" userId="4e21e26771b92a65" providerId="LiveId" clId="{B4C2FA3F-EA77-49DD-AA86-E2AE9809DCF3}"/>
    <pc:docChg chg="custSel modSld">
      <pc:chgData name="Catherine Ata" userId="4e21e26771b92a65" providerId="LiveId" clId="{B4C2FA3F-EA77-49DD-AA86-E2AE9809DCF3}" dt="2024-10-25T23:25:26.613" v="223" actId="207"/>
      <pc:docMkLst>
        <pc:docMk/>
      </pc:docMkLst>
      <pc:sldChg chg="modSp mod">
        <pc:chgData name="Catherine Ata" userId="4e21e26771b92a65" providerId="LiveId" clId="{B4C2FA3F-EA77-49DD-AA86-E2AE9809DCF3}" dt="2024-10-25T23:14:53.809" v="159" actId="1076"/>
        <pc:sldMkLst>
          <pc:docMk/>
          <pc:sldMk cId="2972582398" sldId="263"/>
        </pc:sldMkLst>
        <pc:picChg chg="mod">
          <ac:chgData name="Catherine Ata" userId="4e21e26771b92a65" providerId="LiveId" clId="{B4C2FA3F-EA77-49DD-AA86-E2AE9809DCF3}" dt="2024-10-25T23:14:53.809" v="159" actId="1076"/>
          <ac:picMkLst>
            <pc:docMk/>
            <pc:sldMk cId="2972582398" sldId="263"/>
            <ac:picMk id="5" creationId="{9F95E6B5-8157-A44C-BAC5-FAB75C46B433}"/>
          </ac:picMkLst>
        </pc:picChg>
        <pc:picChg chg="mod">
          <ac:chgData name="Catherine Ata" userId="4e21e26771b92a65" providerId="LiveId" clId="{B4C2FA3F-EA77-49DD-AA86-E2AE9809DCF3}" dt="2024-10-25T23:14:50.965" v="158" actId="1076"/>
          <ac:picMkLst>
            <pc:docMk/>
            <pc:sldMk cId="2972582398" sldId="263"/>
            <ac:picMk id="9" creationId="{AB69C6FD-DB52-CAAE-0648-A728075BA361}"/>
          </ac:picMkLst>
        </pc:picChg>
      </pc:sldChg>
      <pc:sldChg chg="modSp mod">
        <pc:chgData name="Catherine Ata" userId="4e21e26771b92a65" providerId="LiveId" clId="{B4C2FA3F-EA77-49DD-AA86-E2AE9809DCF3}" dt="2024-10-25T23:01:14.186" v="14" actId="1076"/>
        <pc:sldMkLst>
          <pc:docMk/>
          <pc:sldMk cId="1439247380" sldId="283"/>
        </pc:sldMkLst>
        <pc:picChg chg="mod">
          <ac:chgData name="Catherine Ata" userId="4e21e26771b92a65" providerId="LiveId" clId="{B4C2FA3F-EA77-49DD-AA86-E2AE9809DCF3}" dt="2024-10-25T23:01:10.686" v="13" actId="1076"/>
          <ac:picMkLst>
            <pc:docMk/>
            <pc:sldMk cId="1439247380" sldId="283"/>
            <ac:picMk id="5" creationId="{BB1AE85D-473C-E248-44F2-366C4F025C94}"/>
          </ac:picMkLst>
        </pc:picChg>
        <pc:picChg chg="mod">
          <ac:chgData name="Catherine Ata" userId="4e21e26771b92a65" providerId="LiveId" clId="{B4C2FA3F-EA77-49DD-AA86-E2AE9809DCF3}" dt="2024-10-25T23:01:14.186" v="14" actId="1076"/>
          <ac:picMkLst>
            <pc:docMk/>
            <pc:sldMk cId="1439247380" sldId="283"/>
            <ac:picMk id="9" creationId="{C39718A0-80FA-1048-0326-B31B208E57F1}"/>
          </ac:picMkLst>
        </pc:picChg>
      </pc:sldChg>
      <pc:sldChg chg="modSp mod">
        <pc:chgData name="Catherine Ata" userId="4e21e26771b92a65" providerId="LiveId" clId="{B4C2FA3F-EA77-49DD-AA86-E2AE9809DCF3}" dt="2024-10-25T23:03:48.043" v="15" actId="20577"/>
        <pc:sldMkLst>
          <pc:docMk/>
          <pc:sldMk cId="570267780" sldId="290"/>
        </pc:sldMkLst>
        <pc:spChg chg="mod">
          <ac:chgData name="Catherine Ata" userId="4e21e26771b92a65" providerId="LiveId" clId="{B4C2FA3F-EA77-49DD-AA86-E2AE9809DCF3}" dt="2024-10-25T23:03:48.043" v="15" actId="20577"/>
          <ac:spMkLst>
            <pc:docMk/>
            <pc:sldMk cId="570267780" sldId="290"/>
            <ac:spMk id="6" creationId="{B58AB795-24AF-5BDC-AF9F-0B7F7A5FF4FF}"/>
          </ac:spMkLst>
        </pc:spChg>
      </pc:sldChg>
      <pc:sldChg chg="addSp modSp mod">
        <pc:chgData name="Catherine Ata" userId="4e21e26771b92a65" providerId="LiveId" clId="{B4C2FA3F-EA77-49DD-AA86-E2AE9809DCF3}" dt="2024-10-25T23:12:10.251" v="151" actId="1076"/>
        <pc:sldMkLst>
          <pc:docMk/>
          <pc:sldMk cId="3773754648" sldId="291"/>
        </pc:sldMkLst>
        <pc:spChg chg="add mod">
          <ac:chgData name="Catherine Ata" userId="4e21e26771b92a65" providerId="LiveId" clId="{B4C2FA3F-EA77-49DD-AA86-E2AE9809DCF3}" dt="2024-10-25T23:12:10.251" v="151" actId="1076"/>
          <ac:spMkLst>
            <pc:docMk/>
            <pc:sldMk cId="3773754648" sldId="291"/>
            <ac:spMk id="3" creationId="{B6C7AE6B-7086-2885-D0F0-350FA2C2465F}"/>
          </ac:spMkLst>
        </pc:spChg>
        <pc:spChg chg="mod">
          <ac:chgData name="Catherine Ata" userId="4e21e26771b92a65" providerId="LiveId" clId="{B4C2FA3F-EA77-49DD-AA86-E2AE9809DCF3}" dt="2024-10-25T23:12:04.929" v="150" actId="14100"/>
          <ac:spMkLst>
            <pc:docMk/>
            <pc:sldMk cId="3773754648" sldId="291"/>
            <ac:spMk id="4" creationId="{AE510471-877D-E8CD-62A0-16E26F909B3A}"/>
          </ac:spMkLst>
        </pc:spChg>
        <pc:spChg chg="add mod">
          <ac:chgData name="Catherine Ata" userId="4e21e26771b92a65" providerId="LiveId" clId="{B4C2FA3F-EA77-49DD-AA86-E2AE9809DCF3}" dt="2024-10-25T23:08:21.580" v="103" actId="1076"/>
          <ac:spMkLst>
            <pc:docMk/>
            <pc:sldMk cId="3773754648" sldId="291"/>
            <ac:spMk id="6" creationId="{160698FA-8ACB-2099-AC2D-C30DEDEF2D04}"/>
          </ac:spMkLst>
        </pc:spChg>
        <pc:picChg chg="mod">
          <ac:chgData name="Catherine Ata" userId="4e21e26771b92a65" providerId="LiveId" clId="{B4C2FA3F-EA77-49DD-AA86-E2AE9809DCF3}" dt="2024-10-25T23:11:51.433" v="146" actId="1076"/>
          <ac:picMkLst>
            <pc:docMk/>
            <pc:sldMk cId="3773754648" sldId="291"/>
            <ac:picMk id="5" creationId="{FC72371E-4F26-D368-6995-E30920A5329A}"/>
          </ac:picMkLst>
        </pc:picChg>
      </pc:sldChg>
      <pc:sldChg chg="modSp mod">
        <pc:chgData name="Catherine Ata" userId="4e21e26771b92a65" providerId="LiveId" clId="{B4C2FA3F-EA77-49DD-AA86-E2AE9809DCF3}" dt="2024-10-25T23:14:29.082" v="157" actId="14100"/>
        <pc:sldMkLst>
          <pc:docMk/>
          <pc:sldMk cId="3366650810" sldId="294"/>
        </pc:sldMkLst>
        <pc:spChg chg="mod">
          <ac:chgData name="Catherine Ata" userId="4e21e26771b92a65" providerId="LiveId" clId="{B4C2FA3F-EA77-49DD-AA86-E2AE9809DCF3}" dt="2024-10-25T23:14:29.082" v="157" actId="14100"/>
          <ac:spMkLst>
            <pc:docMk/>
            <pc:sldMk cId="3366650810" sldId="294"/>
            <ac:spMk id="13" creationId="{97BB9D31-7777-BAA2-042A-5E5D21E731CD}"/>
          </ac:spMkLst>
        </pc:spChg>
      </pc:sldChg>
      <pc:sldChg chg="modSp mod">
        <pc:chgData name="Catherine Ata" userId="4e21e26771b92a65" providerId="LiveId" clId="{B4C2FA3F-EA77-49DD-AA86-E2AE9809DCF3}" dt="2024-10-25T23:15:15.204" v="160" actId="207"/>
        <pc:sldMkLst>
          <pc:docMk/>
          <pc:sldMk cId="244083340" sldId="296"/>
        </pc:sldMkLst>
        <pc:spChg chg="mod">
          <ac:chgData name="Catherine Ata" userId="4e21e26771b92a65" providerId="LiveId" clId="{B4C2FA3F-EA77-49DD-AA86-E2AE9809DCF3}" dt="2024-10-25T23:15:15.204" v="160" actId="207"/>
          <ac:spMkLst>
            <pc:docMk/>
            <pc:sldMk cId="244083340" sldId="296"/>
            <ac:spMk id="6" creationId="{B58AB795-24AF-5BDC-AF9F-0B7F7A5FF4FF}"/>
          </ac:spMkLst>
        </pc:spChg>
      </pc:sldChg>
      <pc:sldChg chg="modSp mod">
        <pc:chgData name="Catherine Ata" userId="4e21e26771b92a65" providerId="LiveId" clId="{B4C2FA3F-EA77-49DD-AA86-E2AE9809DCF3}" dt="2024-10-25T23:17:22.135" v="192" actId="20577"/>
        <pc:sldMkLst>
          <pc:docMk/>
          <pc:sldMk cId="1678274442" sldId="298"/>
        </pc:sldMkLst>
        <pc:spChg chg="mod">
          <ac:chgData name="Catherine Ata" userId="4e21e26771b92a65" providerId="LiveId" clId="{B4C2FA3F-EA77-49DD-AA86-E2AE9809DCF3}" dt="2024-10-25T23:17:22.135" v="192" actId="20577"/>
          <ac:spMkLst>
            <pc:docMk/>
            <pc:sldMk cId="1678274442" sldId="298"/>
            <ac:spMk id="4" creationId="{AE510471-877D-E8CD-62A0-16E26F909B3A}"/>
          </ac:spMkLst>
        </pc:spChg>
        <pc:picChg chg="mod">
          <ac:chgData name="Catherine Ata" userId="4e21e26771b92a65" providerId="LiveId" clId="{B4C2FA3F-EA77-49DD-AA86-E2AE9809DCF3}" dt="2024-10-25T23:16:39.753" v="180" actId="1076"/>
          <ac:picMkLst>
            <pc:docMk/>
            <pc:sldMk cId="1678274442" sldId="298"/>
            <ac:picMk id="8" creationId="{F49DBAD1-AD07-6B8C-1463-BA9C39133B69}"/>
          </ac:picMkLst>
        </pc:picChg>
        <pc:picChg chg="mod">
          <ac:chgData name="Catherine Ata" userId="4e21e26771b92a65" providerId="LiveId" clId="{B4C2FA3F-EA77-49DD-AA86-E2AE9809DCF3}" dt="2024-10-25T23:16:57.168" v="188" actId="1076"/>
          <ac:picMkLst>
            <pc:docMk/>
            <pc:sldMk cId="1678274442" sldId="298"/>
            <ac:picMk id="11" creationId="{D93A2661-83D6-28ED-E940-AB47638B37A1}"/>
          </ac:picMkLst>
        </pc:picChg>
      </pc:sldChg>
      <pc:sldChg chg="modSp mod">
        <pc:chgData name="Catherine Ata" userId="4e21e26771b92a65" providerId="LiveId" clId="{B4C2FA3F-EA77-49DD-AA86-E2AE9809DCF3}" dt="2024-10-25T23:18:32.768" v="202" actId="20577"/>
        <pc:sldMkLst>
          <pc:docMk/>
          <pc:sldMk cId="3534905347" sldId="300"/>
        </pc:sldMkLst>
        <pc:spChg chg="mod">
          <ac:chgData name="Catherine Ata" userId="4e21e26771b92a65" providerId="LiveId" clId="{B4C2FA3F-EA77-49DD-AA86-E2AE9809DCF3}" dt="2024-10-25T23:18:32.768" v="202" actId="20577"/>
          <ac:spMkLst>
            <pc:docMk/>
            <pc:sldMk cId="3534905347" sldId="300"/>
            <ac:spMk id="4" creationId="{84575A5B-3415-C498-5584-CD2C8D2E36A6}"/>
          </ac:spMkLst>
        </pc:spChg>
      </pc:sldChg>
      <pc:sldChg chg="modSp mod">
        <pc:chgData name="Catherine Ata" userId="4e21e26771b92a65" providerId="LiveId" clId="{B4C2FA3F-EA77-49DD-AA86-E2AE9809DCF3}" dt="2024-10-25T23:19:35.067" v="206" actId="207"/>
        <pc:sldMkLst>
          <pc:docMk/>
          <pc:sldMk cId="484188329" sldId="301"/>
        </pc:sldMkLst>
        <pc:spChg chg="mod">
          <ac:chgData name="Catherine Ata" userId="4e21e26771b92a65" providerId="LiveId" clId="{B4C2FA3F-EA77-49DD-AA86-E2AE9809DCF3}" dt="2024-10-25T23:19:35.067" v="206" actId="207"/>
          <ac:spMkLst>
            <pc:docMk/>
            <pc:sldMk cId="484188329" sldId="301"/>
            <ac:spMk id="4" creationId="{84575A5B-3415-C498-5584-CD2C8D2E36A6}"/>
          </ac:spMkLst>
        </pc:spChg>
      </pc:sldChg>
      <pc:sldChg chg="addSp modSp mod">
        <pc:chgData name="Catherine Ata" userId="4e21e26771b92a65" providerId="LiveId" clId="{B4C2FA3F-EA77-49DD-AA86-E2AE9809DCF3}" dt="2024-10-25T23:00:57.924" v="12" actId="14100"/>
        <pc:sldMkLst>
          <pc:docMk/>
          <pc:sldMk cId="349740764" sldId="308"/>
        </pc:sldMkLst>
        <pc:spChg chg="mod">
          <ac:chgData name="Catherine Ata" userId="4e21e26771b92a65" providerId="LiveId" clId="{B4C2FA3F-EA77-49DD-AA86-E2AE9809DCF3}" dt="2024-10-25T23:00:01.712" v="1" actId="6549"/>
          <ac:spMkLst>
            <pc:docMk/>
            <pc:sldMk cId="349740764" sldId="308"/>
            <ac:spMk id="3" creationId="{B65FEB2A-9723-77BC-B7D8-112D3C437235}"/>
          </ac:spMkLst>
        </pc:spChg>
        <pc:spChg chg="mod">
          <ac:chgData name="Catherine Ata" userId="4e21e26771b92a65" providerId="LiveId" clId="{B4C2FA3F-EA77-49DD-AA86-E2AE9809DCF3}" dt="2024-10-25T23:00:57.924" v="12" actId="14100"/>
          <ac:spMkLst>
            <pc:docMk/>
            <pc:sldMk cId="349740764" sldId="308"/>
            <ac:spMk id="6" creationId="{4A98FA0A-539A-FCEF-B72F-C63A2F3EBCD7}"/>
          </ac:spMkLst>
        </pc:spChg>
        <pc:picChg chg="add mod">
          <ac:chgData name="Catherine Ata" userId="4e21e26771b92a65" providerId="LiveId" clId="{B4C2FA3F-EA77-49DD-AA86-E2AE9809DCF3}" dt="2024-10-25T23:00:11.297" v="5" actId="1076"/>
          <ac:picMkLst>
            <pc:docMk/>
            <pc:sldMk cId="349740764" sldId="308"/>
            <ac:picMk id="7" creationId="{8135AB3E-8BFF-3E43-518E-81C19AF37433}"/>
          </ac:picMkLst>
        </pc:picChg>
        <pc:picChg chg="add mod">
          <ac:chgData name="Catherine Ata" userId="4e21e26771b92a65" providerId="LiveId" clId="{B4C2FA3F-EA77-49DD-AA86-E2AE9809DCF3}" dt="2024-10-25T23:00:52.312" v="11" actId="14100"/>
          <ac:picMkLst>
            <pc:docMk/>
            <pc:sldMk cId="349740764" sldId="308"/>
            <ac:picMk id="10" creationId="{78D2F6F1-EADA-5C38-77DB-AC22649A2701}"/>
          </ac:picMkLst>
        </pc:picChg>
      </pc:sldChg>
      <pc:sldChg chg="modSp mod">
        <pc:chgData name="Catherine Ata" userId="4e21e26771b92a65" providerId="LiveId" clId="{B4C2FA3F-EA77-49DD-AA86-E2AE9809DCF3}" dt="2024-10-25T23:19:51.889" v="210" actId="207"/>
        <pc:sldMkLst>
          <pc:docMk/>
          <pc:sldMk cId="4017442871" sldId="312"/>
        </pc:sldMkLst>
        <pc:spChg chg="mod">
          <ac:chgData name="Catherine Ata" userId="4e21e26771b92a65" providerId="LiveId" clId="{B4C2FA3F-EA77-49DD-AA86-E2AE9809DCF3}" dt="2024-10-25T23:19:51.889" v="210" actId="207"/>
          <ac:spMkLst>
            <pc:docMk/>
            <pc:sldMk cId="4017442871" sldId="312"/>
            <ac:spMk id="4" creationId="{84575A5B-3415-C498-5584-CD2C8D2E36A6}"/>
          </ac:spMkLst>
        </pc:spChg>
      </pc:sldChg>
      <pc:sldChg chg="modSp mod">
        <pc:chgData name="Catherine Ata" userId="4e21e26771b92a65" providerId="LiveId" clId="{B4C2FA3F-EA77-49DD-AA86-E2AE9809DCF3}" dt="2024-10-25T23:20:08.824" v="212" actId="207"/>
        <pc:sldMkLst>
          <pc:docMk/>
          <pc:sldMk cId="525328330" sldId="313"/>
        </pc:sldMkLst>
        <pc:spChg chg="mod">
          <ac:chgData name="Catherine Ata" userId="4e21e26771b92a65" providerId="LiveId" clId="{B4C2FA3F-EA77-49DD-AA86-E2AE9809DCF3}" dt="2024-10-25T23:20:08.824" v="212" actId="207"/>
          <ac:spMkLst>
            <pc:docMk/>
            <pc:sldMk cId="525328330" sldId="313"/>
            <ac:spMk id="4" creationId="{84575A5B-3415-C498-5584-CD2C8D2E36A6}"/>
          </ac:spMkLst>
        </pc:spChg>
      </pc:sldChg>
      <pc:sldChg chg="modSp mod">
        <pc:chgData name="Catherine Ata" userId="4e21e26771b92a65" providerId="LiveId" clId="{B4C2FA3F-EA77-49DD-AA86-E2AE9809DCF3}" dt="2024-10-25T23:24:15.376" v="218" actId="113"/>
        <pc:sldMkLst>
          <pc:docMk/>
          <pc:sldMk cId="3421039714" sldId="314"/>
        </pc:sldMkLst>
        <pc:spChg chg="mod">
          <ac:chgData name="Catherine Ata" userId="4e21e26771b92a65" providerId="LiveId" clId="{B4C2FA3F-EA77-49DD-AA86-E2AE9809DCF3}" dt="2024-10-25T23:24:09.107" v="216" actId="207"/>
          <ac:spMkLst>
            <pc:docMk/>
            <pc:sldMk cId="3421039714" sldId="314"/>
            <ac:spMk id="4" creationId="{84575A5B-3415-C498-5584-CD2C8D2E36A6}"/>
          </ac:spMkLst>
        </pc:spChg>
        <pc:spChg chg="mod">
          <ac:chgData name="Catherine Ata" userId="4e21e26771b92a65" providerId="LiveId" clId="{B4C2FA3F-EA77-49DD-AA86-E2AE9809DCF3}" dt="2024-10-25T23:24:15.376" v="218" actId="113"/>
          <ac:spMkLst>
            <pc:docMk/>
            <pc:sldMk cId="3421039714" sldId="314"/>
            <ac:spMk id="7" creationId="{84575A5B-3415-C498-5584-CD2C8D2E36A6}"/>
          </ac:spMkLst>
        </pc:spChg>
      </pc:sldChg>
      <pc:sldChg chg="modSp mod">
        <pc:chgData name="Catherine Ata" userId="4e21e26771b92a65" providerId="LiveId" clId="{B4C2FA3F-EA77-49DD-AA86-E2AE9809DCF3}" dt="2024-10-25T23:25:26.613" v="223" actId="207"/>
        <pc:sldMkLst>
          <pc:docMk/>
          <pc:sldMk cId="2916112725" sldId="315"/>
        </pc:sldMkLst>
        <pc:spChg chg="mod">
          <ac:chgData name="Catherine Ata" userId="4e21e26771b92a65" providerId="LiveId" clId="{B4C2FA3F-EA77-49DD-AA86-E2AE9809DCF3}" dt="2024-10-25T23:25:26.613" v="223" actId="207"/>
          <ac:spMkLst>
            <pc:docMk/>
            <pc:sldMk cId="2916112725" sldId="315"/>
            <ac:spMk id="4" creationId="{84575A5B-3415-C498-5584-CD2C8D2E36A6}"/>
          </ac:spMkLst>
        </pc:spChg>
      </pc:sldChg>
      <pc:sldChg chg="modSp mod">
        <pc:chgData name="Catherine Ata" userId="4e21e26771b92a65" providerId="LiveId" clId="{B4C2FA3F-EA77-49DD-AA86-E2AE9809DCF3}" dt="2024-10-25T23:24:46.551" v="221" actId="207"/>
        <pc:sldMkLst>
          <pc:docMk/>
          <pc:sldMk cId="1803998004" sldId="316"/>
        </pc:sldMkLst>
        <pc:spChg chg="mod">
          <ac:chgData name="Catherine Ata" userId="4e21e26771b92a65" providerId="LiveId" clId="{B4C2FA3F-EA77-49DD-AA86-E2AE9809DCF3}" dt="2024-10-25T23:24:46.551" v="221" actId="207"/>
          <ac:spMkLst>
            <pc:docMk/>
            <pc:sldMk cId="1803998004" sldId="316"/>
            <ac:spMk id="9" creationId="{0550BF21-8743-0791-C45A-C56CD9E2784B}"/>
          </ac:spMkLst>
        </pc:spChg>
      </pc:sldChg>
    </pc:docChg>
  </pc:docChgLst>
  <pc:docChgLst>
    <pc:chgData name="Catherine Ata" userId="4e21e26771b92a65" providerId="LiveId" clId="{2230838F-8F95-4AAA-9706-5B3EFB8AD0B1}"/>
    <pc:docChg chg="undo custSel addSld delSld modSld sldOrd">
      <pc:chgData name="Catherine Ata" userId="4e21e26771b92a65" providerId="LiveId" clId="{2230838F-8F95-4AAA-9706-5B3EFB8AD0B1}" dt="2024-08-16T03:43:42.059" v="1674" actId="113"/>
      <pc:docMkLst>
        <pc:docMk/>
      </pc:docMkLst>
      <pc:sldChg chg="addSp delSp modSp mod">
        <pc:chgData name="Catherine Ata" userId="4e21e26771b92a65" providerId="LiveId" clId="{2230838F-8F95-4AAA-9706-5B3EFB8AD0B1}" dt="2024-08-16T03:11:59.465" v="1441"/>
        <pc:sldMkLst>
          <pc:docMk/>
          <pc:sldMk cId="1316968593" sldId="257"/>
        </pc:sldMkLst>
        <pc:spChg chg="add del mod">
          <ac:chgData name="Catherine Ata" userId="4e21e26771b92a65" providerId="LiveId" clId="{2230838F-8F95-4AAA-9706-5B3EFB8AD0B1}" dt="2024-08-15T19:28:54.267" v="8" actId="21"/>
          <ac:spMkLst>
            <pc:docMk/>
            <pc:sldMk cId="1316968593" sldId="257"/>
            <ac:spMk id="5" creationId="{6131598C-AA05-8B3F-8621-91D9E852EF54}"/>
          </ac:spMkLst>
        </pc:spChg>
        <pc:graphicFrameChg chg="add del mod">
          <ac:chgData name="Catherine Ata" userId="4e21e26771b92a65" providerId="LiveId" clId="{2230838F-8F95-4AAA-9706-5B3EFB8AD0B1}" dt="2024-08-16T03:11:59.465" v="1441"/>
          <ac:graphicFrameMkLst>
            <pc:docMk/>
            <pc:sldMk cId="1316968593" sldId="257"/>
            <ac:graphicFrameMk id="53" creationId="{B3529599-F5B4-68D7-C3D3-833636480F09}"/>
          </ac:graphicFrameMkLst>
        </pc:graphicFrameChg>
      </pc:sldChg>
      <pc:sldChg chg="addSp delSp modSp mod">
        <pc:chgData name="Catherine Ata" userId="4e21e26771b92a65" providerId="LiveId" clId="{2230838F-8F95-4AAA-9706-5B3EFB8AD0B1}" dt="2024-08-15T22:08:18.195" v="535" actId="20577"/>
        <pc:sldMkLst>
          <pc:docMk/>
          <pc:sldMk cId="2251826545" sldId="258"/>
        </pc:sldMkLst>
        <pc:spChg chg="mod">
          <ac:chgData name="Catherine Ata" userId="4e21e26771b92a65" providerId="LiveId" clId="{2230838F-8F95-4AAA-9706-5B3EFB8AD0B1}" dt="2024-08-15T22:08:18.195" v="535" actId="20577"/>
          <ac:spMkLst>
            <pc:docMk/>
            <pc:sldMk cId="2251826545" sldId="258"/>
            <ac:spMk id="2" creationId="{D4065369-7529-3EBB-DDFC-7BE7CEFA1D6C}"/>
          </ac:spMkLst>
        </pc:spChg>
        <pc:spChg chg="mod">
          <ac:chgData name="Catherine Ata" userId="4e21e26771b92a65" providerId="LiveId" clId="{2230838F-8F95-4AAA-9706-5B3EFB8AD0B1}" dt="2024-08-15T21:31:33.388" v="327" actId="14100"/>
          <ac:spMkLst>
            <pc:docMk/>
            <pc:sldMk cId="2251826545" sldId="258"/>
            <ac:spMk id="3" creationId="{6894B957-7D2F-464C-DB8B-5E3E8F5605E3}"/>
          </ac:spMkLst>
        </pc:spChg>
        <pc:spChg chg="mod">
          <ac:chgData name="Catherine Ata" userId="4e21e26771b92a65" providerId="LiveId" clId="{2230838F-8F95-4AAA-9706-5B3EFB8AD0B1}" dt="2024-08-15T21:31:46.698" v="331" actId="14100"/>
          <ac:spMkLst>
            <pc:docMk/>
            <pc:sldMk cId="2251826545" sldId="258"/>
            <ac:spMk id="4" creationId="{008CC66E-255E-8999-4618-8164A7128507}"/>
          </ac:spMkLst>
        </pc:spChg>
        <pc:picChg chg="add mod">
          <ac:chgData name="Catherine Ata" userId="4e21e26771b92a65" providerId="LiveId" clId="{2230838F-8F95-4AAA-9706-5B3EFB8AD0B1}" dt="2024-08-15T21:31:34.856" v="328" actId="1076"/>
          <ac:picMkLst>
            <pc:docMk/>
            <pc:sldMk cId="2251826545" sldId="258"/>
            <ac:picMk id="7" creationId="{2B09A52A-0841-8EC0-4DBD-526D813D9DAF}"/>
          </ac:picMkLst>
        </pc:picChg>
        <pc:picChg chg="add del mod">
          <ac:chgData name="Catherine Ata" userId="4e21e26771b92a65" providerId="LiveId" clId="{2230838F-8F95-4AAA-9706-5B3EFB8AD0B1}" dt="2024-08-15T21:49:48.933" v="368" actId="478"/>
          <ac:picMkLst>
            <pc:docMk/>
            <pc:sldMk cId="2251826545" sldId="258"/>
            <ac:picMk id="9" creationId="{E1609307-1704-3BA2-6E8D-533EC32A4E02}"/>
          </ac:picMkLst>
        </pc:picChg>
        <pc:picChg chg="add mod">
          <ac:chgData name="Catherine Ata" userId="4e21e26771b92a65" providerId="LiveId" clId="{2230838F-8F95-4AAA-9706-5B3EFB8AD0B1}" dt="2024-08-15T21:49:54.712" v="370" actId="1076"/>
          <ac:picMkLst>
            <pc:docMk/>
            <pc:sldMk cId="2251826545" sldId="258"/>
            <ac:picMk id="11" creationId="{6BDE5FC1-2ED5-2BAC-37E1-B92BD5637D39}"/>
          </ac:picMkLst>
        </pc:picChg>
      </pc:sldChg>
      <pc:sldChg chg="addSp modSp mod">
        <pc:chgData name="Catherine Ata" userId="4e21e26771b92a65" providerId="LiveId" clId="{2230838F-8F95-4AAA-9706-5B3EFB8AD0B1}" dt="2024-08-15T22:07:54.345" v="518" actId="14100"/>
        <pc:sldMkLst>
          <pc:docMk/>
          <pc:sldMk cId="3392761998" sldId="261"/>
        </pc:sldMkLst>
        <pc:spChg chg="mod">
          <ac:chgData name="Catherine Ata" userId="4e21e26771b92a65" providerId="LiveId" clId="{2230838F-8F95-4AAA-9706-5B3EFB8AD0B1}" dt="2024-08-15T22:07:39.499" v="512" actId="20577"/>
          <ac:spMkLst>
            <pc:docMk/>
            <pc:sldMk cId="3392761998" sldId="261"/>
            <ac:spMk id="2" creationId="{5529D9A1-5160-0457-CA02-07BC1382FF6E}"/>
          </ac:spMkLst>
        </pc:spChg>
        <pc:spChg chg="mod">
          <ac:chgData name="Catherine Ata" userId="4e21e26771b92a65" providerId="LiveId" clId="{2230838F-8F95-4AAA-9706-5B3EFB8AD0B1}" dt="2024-08-15T22:07:54.345" v="518" actId="14100"/>
          <ac:spMkLst>
            <pc:docMk/>
            <pc:sldMk cId="3392761998" sldId="261"/>
            <ac:spMk id="3" creationId="{FCE55FD6-D68C-6291-B312-70DC1097A5A1}"/>
          </ac:spMkLst>
        </pc:spChg>
        <pc:picChg chg="add mod">
          <ac:chgData name="Catherine Ata" userId="4e21e26771b92a65" providerId="LiveId" clId="{2230838F-8F95-4AAA-9706-5B3EFB8AD0B1}" dt="2024-08-15T22:07:50.764" v="517" actId="1076"/>
          <ac:picMkLst>
            <pc:docMk/>
            <pc:sldMk cId="3392761998" sldId="261"/>
            <ac:picMk id="6" creationId="{2D4D2D58-8311-06BF-0E5F-E112E5AE17F1}"/>
          </ac:picMkLst>
        </pc:picChg>
        <pc:picChg chg="add mod">
          <ac:chgData name="Catherine Ata" userId="4e21e26771b92a65" providerId="LiveId" clId="{2230838F-8F95-4AAA-9706-5B3EFB8AD0B1}" dt="2024-08-15T22:07:49.899" v="516" actId="1076"/>
          <ac:picMkLst>
            <pc:docMk/>
            <pc:sldMk cId="3392761998" sldId="261"/>
            <ac:picMk id="8" creationId="{47EF2D7E-71C1-41F7-C0E6-C89BBF05E749}"/>
          </ac:picMkLst>
        </pc:picChg>
      </pc:sldChg>
      <pc:sldChg chg="addSp delSp modSp mod">
        <pc:chgData name="Catherine Ata" userId="4e21e26771b92a65" providerId="LiveId" clId="{2230838F-8F95-4AAA-9706-5B3EFB8AD0B1}" dt="2024-08-16T02:48:36.003" v="1242" actId="1076"/>
        <pc:sldMkLst>
          <pc:docMk/>
          <pc:sldMk cId="2972582398" sldId="263"/>
        </pc:sldMkLst>
        <pc:spChg chg="mod">
          <ac:chgData name="Catherine Ata" userId="4e21e26771b92a65" providerId="LiveId" clId="{2230838F-8F95-4AAA-9706-5B3EFB8AD0B1}" dt="2024-08-16T02:23:56.371" v="1068" actId="14100"/>
          <ac:spMkLst>
            <pc:docMk/>
            <pc:sldMk cId="2972582398" sldId="263"/>
            <ac:spMk id="2" creationId="{8156B364-19B5-5070-704F-AE2745EB0F50}"/>
          </ac:spMkLst>
        </pc:spChg>
        <pc:spChg chg="del mod">
          <ac:chgData name="Catherine Ata" userId="4e21e26771b92a65" providerId="LiveId" clId="{2230838F-8F95-4AAA-9706-5B3EFB8AD0B1}" dt="2024-08-16T02:23:42.848" v="1061" actId="478"/>
          <ac:spMkLst>
            <pc:docMk/>
            <pc:sldMk cId="2972582398" sldId="263"/>
            <ac:spMk id="3" creationId="{5D9A3686-6166-7F66-355B-6A11E35A36D4}"/>
          </ac:spMkLst>
        </pc:spChg>
        <pc:spChg chg="mod">
          <ac:chgData name="Catherine Ata" userId="4e21e26771b92a65" providerId="LiveId" clId="{2230838F-8F95-4AAA-9706-5B3EFB8AD0B1}" dt="2024-08-16T02:24:04.959" v="1070" actId="14100"/>
          <ac:spMkLst>
            <pc:docMk/>
            <pc:sldMk cId="2972582398" sldId="263"/>
            <ac:spMk id="6" creationId="{B58AB795-24AF-5BDC-AF9F-0B7F7A5FF4FF}"/>
          </ac:spMkLst>
        </pc:spChg>
        <pc:picChg chg="add mod">
          <ac:chgData name="Catherine Ata" userId="4e21e26771b92a65" providerId="LiveId" clId="{2230838F-8F95-4AAA-9706-5B3EFB8AD0B1}" dt="2024-08-16T02:24:33.140" v="1076" actId="1076"/>
          <ac:picMkLst>
            <pc:docMk/>
            <pc:sldMk cId="2972582398" sldId="263"/>
            <ac:picMk id="5" creationId="{9F95E6B5-8157-A44C-BAC5-FAB75C46B433}"/>
          </ac:picMkLst>
        </pc:picChg>
        <pc:picChg chg="mod">
          <ac:chgData name="Catherine Ata" userId="4e21e26771b92a65" providerId="LiveId" clId="{2230838F-8F95-4AAA-9706-5B3EFB8AD0B1}" dt="2024-08-16T02:48:36.003" v="1242" actId="1076"/>
          <ac:picMkLst>
            <pc:docMk/>
            <pc:sldMk cId="2972582398" sldId="263"/>
            <ac:picMk id="7" creationId="{B6D19169-4245-3E95-65A1-3D4BEDE60767}"/>
          </ac:picMkLst>
        </pc:picChg>
        <pc:picChg chg="add mod">
          <ac:chgData name="Catherine Ata" userId="4e21e26771b92a65" providerId="LiveId" clId="{2230838F-8F95-4AAA-9706-5B3EFB8AD0B1}" dt="2024-08-16T02:24:37.445" v="1077" actId="1076"/>
          <ac:picMkLst>
            <pc:docMk/>
            <pc:sldMk cId="2972582398" sldId="263"/>
            <ac:picMk id="9" creationId="{AB69C6FD-DB52-CAAE-0648-A728075BA361}"/>
          </ac:picMkLst>
        </pc:picChg>
      </pc:sldChg>
      <pc:sldChg chg="modSp del mod">
        <pc:chgData name="Catherine Ata" userId="4e21e26771b92a65" providerId="LiveId" clId="{2230838F-8F95-4AAA-9706-5B3EFB8AD0B1}" dt="2024-08-16T01:55:35.406" v="836" actId="2696"/>
        <pc:sldMkLst>
          <pc:docMk/>
          <pc:sldMk cId="3921166562" sldId="264"/>
        </pc:sldMkLst>
        <pc:spChg chg="mod">
          <ac:chgData name="Catherine Ata" userId="4e21e26771b92a65" providerId="LiveId" clId="{2230838F-8F95-4AAA-9706-5B3EFB8AD0B1}" dt="2024-08-16T01:54:48.365" v="831" actId="255"/>
          <ac:spMkLst>
            <pc:docMk/>
            <pc:sldMk cId="3921166562" sldId="264"/>
            <ac:spMk id="2" creationId="{C90B6EFD-ECC7-DE21-7847-162DEF6C5822}"/>
          </ac:spMkLst>
        </pc:spChg>
        <pc:spChg chg="mod">
          <ac:chgData name="Catherine Ata" userId="4e21e26771b92a65" providerId="LiveId" clId="{2230838F-8F95-4AAA-9706-5B3EFB8AD0B1}" dt="2024-08-16T01:55:15.109" v="835" actId="6549"/>
          <ac:spMkLst>
            <pc:docMk/>
            <pc:sldMk cId="3921166562" sldId="264"/>
            <ac:spMk id="3" creationId="{4C7E21CB-D39D-3155-0230-BD8B25BDE837}"/>
          </ac:spMkLst>
        </pc:spChg>
      </pc:sldChg>
      <pc:sldChg chg="modSp mod">
        <pc:chgData name="Catherine Ata" userId="4e21e26771b92a65" providerId="LiveId" clId="{2230838F-8F95-4AAA-9706-5B3EFB8AD0B1}" dt="2024-08-16T01:56:07.182" v="844" actId="6549"/>
        <pc:sldMkLst>
          <pc:docMk/>
          <pc:sldMk cId="1918334880" sldId="280"/>
        </pc:sldMkLst>
        <pc:spChg chg="mod">
          <ac:chgData name="Catherine Ata" userId="4e21e26771b92a65" providerId="LiveId" clId="{2230838F-8F95-4AAA-9706-5B3EFB8AD0B1}" dt="2024-08-16T01:56:07.182" v="844" actId="6549"/>
          <ac:spMkLst>
            <pc:docMk/>
            <pc:sldMk cId="1918334880" sldId="280"/>
            <ac:spMk id="2" creationId="{6B6F4DB1-4568-E07E-3DA6-753EC21BB210}"/>
          </ac:spMkLst>
        </pc:spChg>
        <pc:spChg chg="mod">
          <ac:chgData name="Catherine Ata" userId="4e21e26771b92a65" providerId="LiveId" clId="{2230838F-8F95-4AAA-9706-5B3EFB8AD0B1}" dt="2024-08-16T01:56:02.351" v="843" actId="12"/>
          <ac:spMkLst>
            <pc:docMk/>
            <pc:sldMk cId="1918334880" sldId="280"/>
            <ac:spMk id="3" creationId="{8C1E7311-3373-F925-9B93-D752FAE44801}"/>
          </ac:spMkLst>
        </pc:spChg>
      </pc:sldChg>
      <pc:sldChg chg="addSp modSp mod">
        <pc:chgData name="Catherine Ata" userId="4e21e26771b92a65" providerId="LiveId" clId="{2230838F-8F95-4AAA-9706-5B3EFB8AD0B1}" dt="2024-08-15T22:19:30.087" v="544" actId="20577"/>
        <pc:sldMkLst>
          <pc:docMk/>
          <pc:sldMk cId="1765310388" sldId="281"/>
        </pc:sldMkLst>
        <pc:spChg chg="mod">
          <ac:chgData name="Catherine Ata" userId="4e21e26771b92a65" providerId="LiveId" clId="{2230838F-8F95-4AAA-9706-5B3EFB8AD0B1}" dt="2024-08-15T22:19:30.087" v="544" actId="20577"/>
          <ac:spMkLst>
            <pc:docMk/>
            <pc:sldMk cId="1765310388" sldId="281"/>
            <ac:spMk id="2" creationId="{3B3F58F4-F002-0A63-FDA5-2FE8E17AB734}"/>
          </ac:spMkLst>
        </pc:spChg>
        <pc:spChg chg="mod">
          <ac:chgData name="Catherine Ata" userId="4e21e26771b92a65" providerId="LiveId" clId="{2230838F-8F95-4AAA-9706-5B3EFB8AD0B1}" dt="2024-08-15T19:53:39.470" v="156" actId="6549"/>
          <ac:spMkLst>
            <pc:docMk/>
            <pc:sldMk cId="1765310388" sldId="281"/>
            <ac:spMk id="4" creationId="{CCE1343B-D448-0F3D-2A82-B1953503574C}"/>
          </ac:spMkLst>
        </pc:spChg>
        <pc:spChg chg="mod">
          <ac:chgData name="Catherine Ata" userId="4e21e26771b92a65" providerId="LiveId" clId="{2230838F-8F95-4AAA-9706-5B3EFB8AD0B1}" dt="2024-08-15T19:54:57.757" v="163" actId="20577"/>
          <ac:spMkLst>
            <pc:docMk/>
            <pc:sldMk cId="1765310388" sldId="281"/>
            <ac:spMk id="6" creationId="{11976326-1AFF-02CA-58FF-22A4B1856CFF}"/>
          </ac:spMkLst>
        </pc:spChg>
        <pc:picChg chg="add mod">
          <ac:chgData name="Catherine Ata" userId="4e21e26771b92a65" providerId="LiveId" clId="{2230838F-8F95-4AAA-9706-5B3EFB8AD0B1}" dt="2024-08-15T20:29:10.960" v="166" actId="1076"/>
          <ac:picMkLst>
            <pc:docMk/>
            <pc:sldMk cId="1765310388" sldId="281"/>
            <ac:picMk id="5" creationId="{AA4945F3-5851-8555-0223-3C1594308BA3}"/>
          </ac:picMkLst>
        </pc:picChg>
        <pc:picChg chg="add mod">
          <ac:chgData name="Catherine Ata" userId="4e21e26771b92a65" providerId="LiveId" clId="{2230838F-8F95-4AAA-9706-5B3EFB8AD0B1}" dt="2024-08-15T20:29:13.775" v="167" actId="1076"/>
          <ac:picMkLst>
            <pc:docMk/>
            <pc:sldMk cId="1765310388" sldId="281"/>
            <ac:picMk id="9" creationId="{15821FF3-633F-0561-D8C2-4B07642378B0}"/>
          </ac:picMkLst>
        </pc:picChg>
      </pc:sldChg>
      <pc:sldChg chg="delSp modSp mod">
        <pc:chgData name="Catherine Ata" userId="4e21e26771b92a65" providerId="LiveId" clId="{2230838F-8F95-4AAA-9706-5B3EFB8AD0B1}" dt="2024-08-15T22:20:09.496" v="577" actId="14100"/>
        <pc:sldMkLst>
          <pc:docMk/>
          <pc:sldMk cId="3804984846" sldId="282"/>
        </pc:sldMkLst>
        <pc:spChg chg="mod">
          <ac:chgData name="Catherine Ata" userId="4e21e26771b92a65" providerId="LiveId" clId="{2230838F-8F95-4AAA-9706-5B3EFB8AD0B1}" dt="2024-08-15T22:20:09.496" v="577" actId="14100"/>
          <ac:spMkLst>
            <pc:docMk/>
            <pc:sldMk cId="3804984846" sldId="282"/>
            <ac:spMk id="2" creationId="{46CAA7C7-1B21-E4DE-A30C-992523F350E2}"/>
          </ac:spMkLst>
        </pc:spChg>
        <pc:spChg chg="del mod">
          <ac:chgData name="Catherine Ata" userId="4e21e26771b92a65" providerId="LiveId" clId="{2230838F-8F95-4AAA-9706-5B3EFB8AD0B1}" dt="2024-08-15T19:34:48.889" v="35" actId="478"/>
          <ac:spMkLst>
            <pc:docMk/>
            <pc:sldMk cId="3804984846" sldId="282"/>
            <ac:spMk id="3" creationId="{2BF052D2-6CF3-75C7-9876-A8F3EBAC7DCC}"/>
          </ac:spMkLst>
        </pc:spChg>
      </pc:sldChg>
      <pc:sldChg chg="addSp modSp mod">
        <pc:chgData name="Catherine Ata" userId="4e21e26771b92a65" providerId="LiveId" clId="{2230838F-8F95-4AAA-9706-5B3EFB8AD0B1}" dt="2024-08-15T22:19:38.416" v="553" actId="20577"/>
        <pc:sldMkLst>
          <pc:docMk/>
          <pc:sldMk cId="1439247380" sldId="283"/>
        </pc:sldMkLst>
        <pc:spChg chg="mod">
          <ac:chgData name="Catherine Ata" userId="4e21e26771b92a65" providerId="LiveId" clId="{2230838F-8F95-4AAA-9706-5B3EFB8AD0B1}" dt="2024-08-15T22:19:38.416" v="553" actId="20577"/>
          <ac:spMkLst>
            <pc:docMk/>
            <pc:sldMk cId="1439247380" sldId="283"/>
            <ac:spMk id="2" creationId="{3B3F58F4-F002-0A63-FDA5-2FE8E17AB734}"/>
          </ac:spMkLst>
        </pc:spChg>
        <pc:spChg chg="mod">
          <ac:chgData name="Catherine Ata" userId="4e21e26771b92a65" providerId="LiveId" clId="{2230838F-8F95-4AAA-9706-5B3EFB8AD0B1}" dt="2024-08-15T20:50:48.083" v="186" actId="14100"/>
          <ac:spMkLst>
            <pc:docMk/>
            <pc:sldMk cId="1439247380" sldId="283"/>
            <ac:spMk id="4" creationId="{CCE1343B-D448-0F3D-2A82-B1953503574C}"/>
          </ac:spMkLst>
        </pc:spChg>
        <pc:spChg chg="mod">
          <ac:chgData name="Catherine Ata" userId="4e21e26771b92a65" providerId="LiveId" clId="{2230838F-8F95-4AAA-9706-5B3EFB8AD0B1}" dt="2024-08-15T20:53:56.513" v="200" actId="20577"/>
          <ac:spMkLst>
            <pc:docMk/>
            <pc:sldMk cId="1439247380" sldId="283"/>
            <ac:spMk id="6" creationId="{11976326-1AFF-02CA-58FF-22A4B1856CFF}"/>
          </ac:spMkLst>
        </pc:spChg>
        <pc:picChg chg="add mod">
          <ac:chgData name="Catherine Ata" userId="4e21e26771b92a65" providerId="LiveId" clId="{2230838F-8F95-4AAA-9706-5B3EFB8AD0B1}" dt="2024-08-15T20:50:43.208" v="185" actId="1076"/>
          <ac:picMkLst>
            <pc:docMk/>
            <pc:sldMk cId="1439247380" sldId="283"/>
            <ac:picMk id="5" creationId="{BB1AE85D-473C-E248-44F2-366C4F025C94}"/>
          </ac:picMkLst>
        </pc:picChg>
        <pc:picChg chg="add mod">
          <ac:chgData name="Catherine Ata" userId="4e21e26771b92a65" providerId="LiveId" clId="{2230838F-8F95-4AAA-9706-5B3EFB8AD0B1}" dt="2024-08-15T20:54:01.727" v="202" actId="1076"/>
          <ac:picMkLst>
            <pc:docMk/>
            <pc:sldMk cId="1439247380" sldId="283"/>
            <ac:picMk id="9" creationId="{C39718A0-80FA-1048-0326-B31B208E57F1}"/>
          </ac:picMkLst>
        </pc:picChg>
      </pc:sldChg>
      <pc:sldChg chg="addSp modSp mod">
        <pc:chgData name="Catherine Ata" userId="4e21e26771b92a65" providerId="LiveId" clId="{2230838F-8F95-4AAA-9706-5B3EFB8AD0B1}" dt="2024-08-15T22:20:21.447" v="584" actId="20577"/>
        <pc:sldMkLst>
          <pc:docMk/>
          <pc:sldMk cId="2483628239" sldId="284"/>
        </pc:sldMkLst>
        <pc:spChg chg="mod">
          <ac:chgData name="Catherine Ata" userId="4e21e26771b92a65" providerId="LiveId" clId="{2230838F-8F95-4AAA-9706-5B3EFB8AD0B1}" dt="2024-08-15T22:20:21.447" v="584" actId="20577"/>
          <ac:spMkLst>
            <pc:docMk/>
            <pc:sldMk cId="2483628239" sldId="284"/>
            <ac:spMk id="2" creationId="{37C1921E-EC87-3861-32D6-1C146BF8C53F}"/>
          </ac:spMkLst>
        </pc:spChg>
        <pc:spChg chg="mod">
          <ac:chgData name="Catherine Ata" userId="4e21e26771b92a65" providerId="LiveId" clId="{2230838F-8F95-4AAA-9706-5B3EFB8AD0B1}" dt="2024-08-15T21:14:13.292" v="251" actId="20577"/>
          <ac:spMkLst>
            <pc:docMk/>
            <pc:sldMk cId="2483628239" sldId="284"/>
            <ac:spMk id="3" creationId="{53218095-5B35-A209-D422-57971E5C94BF}"/>
          </ac:spMkLst>
        </pc:spChg>
        <pc:spChg chg="mod">
          <ac:chgData name="Catherine Ata" userId="4e21e26771b92a65" providerId="LiveId" clId="{2230838F-8F95-4AAA-9706-5B3EFB8AD0B1}" dt="2024-08-15T21:10:34.236" v="243" actId="14100"/>
          <ac:spMkLst>
            <pc:docMk/>
            <pc:sldMk cId="2483628239" sldId="284"/>
            <ac:spMk id="8" creationId="{1E6B4726-B887-AE65-79C3-09810318F35C}"/>
          </ac:spMkLst>
        </pc:spChg>
        <pc:picChg chg="add mod">
          <ac:chgData name="Catherine Ata" userId="4e21e26771b92a65" providerId="LiveId" clId="{2230838F-8F95-4AAA-9706-5B3EFB8AD0B1}" dt="2024-08-15T21:10:35.588" v="244" actId="1076"/>
          <ac:picMkLst>
            <pc:docMk/>
            <pc:sldMk cId="2483628239" sldId="284"/>
            <ac:picMk id="6" creationId="{9A713575-AB55-B0F0-A64A-2C363F305E17}"/>
          </ac:picMkLst>
        </pc:picChg>
        <pc:picChg chg="add mod">
          <ac:chgData name="Catherine Ata" userId="4e21e26771b92a65" providerId="LiveId" clId="{2230838F-8F95-4AAA-9706-5B3EFB8AD0B1}" dt="2024-08-15T21:14:19.090" v="253" actId="1076"/>
          <ac:picMkLst>
            <pc:docMk/>
            <pc:sldMk cId="2483628239" sldId="284"/>
            <ac:picMk id="9" creationId="{F37B4FD5-9F13-F24F-0DA0-0BB97B40BBF0}"/>
          </ac:picMkLst>
        </pc:picChg>
      </pc:sldChg>
      <pc:sldChg chg="addSp delSp modSp mod">
        <pc:chgData name="Catherine Ata" userId="4e21e26771b92a65" providerId="LiveId" clId="{2230838F-8F95-4AAA-9706-5B3EFB8AD0B1}" dt="2024-08-15T22:20:28.889" v="595" actId="20577"/>
        <pc:sldMkLst>
          <pc:docMk/>
          <pc:sldMk cId="1267315013" sldId="285"/>
        </pc:sldMkLst>
        <pc:spChg chg="mod">
          <ac:chgData name="Catherine Ata" userId="4e21e26771b92a65" providerId="LiveId" clId="{2230838F-8F95-4AAA-9706-5B3EFB8AD0B1}" dt="2024-08-15T22:20:28.889" v="595" actId="20577"/>
          <ac:spMkLst>
            <pc:docMk/>
            <pc:sldMk cId="1267315013" sldId="285"/>
            <ac:spMk id="2" creationId="{5F53288F-D697-1CA2-B76D-F82174DE241A}"/>
          </ac:spMkLst>
        </pc:spChg>
        <pc:spChg chg="del mod">
          <ac:chgData name="Catherine Ata" userId="4e21e26771b92a65" providerId="LiveId" clId="{2230838F-8F95-4AAA-9706-5B3EFB8AD0B1}" dt="2024-08-15T21:21:27.028" v="279"/>
          <ac:spMkLst>
            <pc:docMk/>
            <pc:sldMk cId="1267315013" sldId="285"/>
            <ac:spMk id="3" creationId="{9EA36228-3E20-D0B6-5905-F8B95DA20F9F}"/>
          </ac:spMkLst>
        </pc:spChg>
        <pc:spChg chg="mod">
          <ac:chgData name="Catherine Ata" userId="4e21e26771b92a65" providerId="LiveId" clId="{2230838F-8F95-4AAA-9706-5B3EFB8AD0B1}" dt="2024-08-15T21:21:19.601" v="274" actId="14100"/>
          <ac:spMkLst>
            <pc:docMk/>
            <pc:sldMk cId="1267315013" sldId="285"/>
            <ac:spMk id="4" creationId="{D98D57D9-8B39-B36A-7BD4-957C49BECAD3}"/>
          </ac:spMkLst>
        </pc:spChg>
        <pc:picChg chg="add mod">
          <ac:chgData name="Catherine Ata" userId="4e21e26771b92a65" providerId="LiveId" clId="{2230838F-8F95-4AAA-9706-5B3EFB8AD0B1}" dt="2024-08-15T21:21:33.195" v="293" actId="1038"/>
          <ac:picMkLst>
            <pc:docMk/>
            <pc:sldMk cId="1267315013" sldId="285"/>
            <ac:picMk id="7" creationId="{7B857E77-115F-41D9-4653-CD8543F158A3}"/>
          </ac:picMkLst>
        </pc:picChg>
        <pc:picChg chg="add mod">
          <ac:chgData name="Catherine Ata" userId="4e21e26771b92a65" providerId="LiveId" clId="{2230838F-8F95-4AAA-9706-5B3EFB8AD0B1}" dt="2024-08-15T21:21:33.195" v="293" actId="1038"/>
          <ac:picMkLst>
            <pc:docMk/>
            <pc:sldMk cId="1267315013" sldId="285"/>
            <ac:picMk id="9" creationId="{7898CF5E-8834-D668-AED6-140E818A8548}"/>
          </ac:picMkLst>
        </pc:picChg>
      </pc:sldChg>
      <pc:sldChg chg="addSp delSp modSp mod">
        <pc:chgData name="Catherine Ata" userId="4e21e26771b92a65" providerId="LiveId" clId="{2230838F-8F95-4AAA-9706-5B3EFB8AD0B1}" dt="2024-08-15T22:08:10.158" v="528" actId="14100"/>
        <pc:sldMkLst>
          <pc:docMk/>
          <pc:sldMk cId="1269482941" sldId="287"/>
        </pc:sldMkLst>
        <pc:spChg chg="mod">
          <ac:chgData name="Catherine Ata" userId="4e21e26771b92a65" providerId="LiveId" clId="{2230838F-8F95-4AAA-9706-5B3EFB8AD0B1}" dt="2024-08-15T22:08:00.571" v="525" actId="20577"/>
          <ac:spMkLst>
            <pc:docMk/>
            <pc:sldMk cId="1269482941" sldId="287"/>
            <ac:spMk id="2" creationId="{D4065369-7529-3EBB-DDFC-7BE7CEFA1D6C}"/>
          </ac:spMkLst>
        </pc:spChg>
        <pc:spChg chg="mod">
          <ac:chgData name="Catherine Ata" userId="4e21e26771b92a65" providerId="LiveId" clId="{2230838F-8F95-4AAA-9706-5B3EFB8AD0B1}" dt="2024-08-15T22:08:10.158" v="528" actId="14100"/>
          <ac:spMkLst>
            <pc:docMk/>
            <pc:sldMk cId="1269482941" sldId="287"/>
            <ac:spMk id="3" creationId="{6894B957-7D2F-464C-DB8B-5E3E8F5605E3}"/>
          </ac:spMkLst>
        </pc:spChg>
        <pc:spChg chg="del mod">
          <ac:chgData name="Catherine Ata" userId="4e21e26771b92a65" providerId="LiveId" clId="{2230838F-8F95-4AAA-9706-5B3EFB8AD0B1}" dt="2024-08-15T21:51:56.484" v="388" actId="478"/>
          <ac:spMkLst>
            <pc:docMk/>
            <pc:sldMk cId="1269482941" sldId="287"/>
            <ac:spMk id="4" creationId="{008CC66E-255E-8999-4618-8164A7128507}"/>
          </ac:spMkLst>
        </pc:spChg>
        <pc:picChg chg="add mod">
          <ac:chgData name="Catherine Ata" userId="4e21e26771b92a65" providerId="LiveId" clId="{2230838F-8F95-4AAA-9706-5B3EFB8AD0B1}" dt="2024-08-15T22:08:05.526" v="527" actId="1076"/>
          <ac:picMkLst>
            <pc:docMk/>
            <pc:sldMk cId="1269482941" sldId="287"/>
            <ac:picMk id="7" creationId="{DEE1A81A-72EF-4060-97A6-D0925A0AF248}"/>
          </ac:picMkLst>
        </pc:picChg>
      </pc:sldChg>
      <pc:sldChg chg="modSp mod">
        <pc:chgData name="Catherine Ata" userId="4e21e26771b92a65" providerId="LiveId" clId="{2230838F-8F95-4AAA-9706-5B3EFB8AD0B1}" dt="2024-08-16T01:18:58.619" v="704" actId="14100"/>
        <pc:sldMkLst>
          <pc:docMk/>
          <pc:sldMk cId="3894976984" sldId="288"/>
        </pc:sldMkLst>
        <pc:spChg chg="mod">
          <ac:chgData name="Catherine Ata" userId="4e21e26771b92a65" providerId="LiveId" clId="{2230838F-8F95-4AAA-9706-5B3EFB8AD0B1}" dt="2024-08-16T01:18:58.619" v="704" actId="14100"/>
          <ac:spMkLst>
            <pc:docMk/>
            <pc:sldMk cId="3894976984" sldId="288"/>
            <ac:spMk id="2" creationId="{8156B364-19B5-5070-704F-AE2745EB0F50}"/>
          </ac:spMkLst>
        </pc:spChg>
        <pc:spChg chg="mod">
          <ac:chgData name="Catherine Ata" userId="4e21e26771b92a65" providerId="LiveId" clId="{2230838F-8F95-4AAA-9706-5B3EFB8AD0B1}" dt="2024-08-16T01:18:53.572" v="703" actId="14100"/>
          <ac:spMkLst>
            <pc:docMk/>
            <pc:sldMk cId="3894976984" sldId="288"/>
            <ac:spMk id="4" creationId="{AE510471-877D-E8CD-62A0-16E26F909B3A}"/>
          </ac:spMkLst>
        </pc:spChg>
      </pc:sldChg>
      <pc:sldChg chg="addSp delSp modSp mod">
        <pc:chgData name="Catherine Ata" userId="4e21e26771b92a65" providerId="LiveId" clId="{2230838F-8F95-4AAA-9706-5B3EFB8AD0B1}" dt="2024-08-15T22:21:00.688" v="607" actId="20577"/>
        <pc:sldMkLst>
          <pc:docMk/>
          <pc:sldMk cId="1766831829" sldId="289"/>
        </pc:sldMkLst>
        <pc:spChg chg="mod">
          <ac:chgData name="Catherine Ata" userId="4e21e26771b92a65" providerId="LiveId" clId="{2230838F-8F95-4AAA-9706-5B3EFB8AD0B1}" dt="2024-08-15T22:21:00.688" v="607" actId="20577"/>
          <ac:spMkLst>
            <pc:docMk/>
            <pc:sldMk cId="1766831829" sldId="289"/>
            <ac:spMk id="2" creationId="{3B3F58F4-F002-0A63-FDA5-2FE8E17AB734}"/>
          </ac:spMkLst>
        </pc:spChg>
        <pc:spChg chg="mod">
          <ac:chgData name="Catherine Ata" userId="4e21e26771b92a65" providerId="LiveId" clId="{2230838F-8F95-4AAA-9706-5B3EFB8AD0B1}" dt="2024-08-15T22:20:46.840" v="597" actId="14100"/>
          <ac:spMkLst>
            <pc:docMk/>
            <pc:sldMk cId="1766831829" sldId="289"/>
            <ac:spMk id="4" creationId="{CCE1343B-D448-0F3D-2A82-B1953503574C}"/>
          </ac:spMkLst>
        </pc:spChg>
        <pc:spChg chg="mod">
          <ac:chgData name="Catherine Ata" userId="4e21e26771b92a65" providerId="LiveId" clId="{2230838F-8F95-4AAA-9706-5B3EFB8AD0B1}" dt="2024-08-15T22:02:57.945" v="493" actId="14100"/>
          <ac:spMkLst>
            <pc:docMk/>
            <pc:sldMk cId="1766831829" sldId="289"/>
            <ac:spMk id="8" creationId="{1E6B4726-B887-AE65-79C3-09810318F35C}"/>
          </ac:spMkLst>
        </pc:spChg>
        <pc:picChg chg="add del">
          <ac:chgData name="Catherine Ata" userId="4e21e26771b92a65" providerId="LiveId" clId="{2230838F-8F95-4AAA-9706-5B3EFB8AD0B1}" dt="2024-08-15T21:58:49.395" v="440" actId="478"/>
          <ac:picMkLst>
            <pc:docMk/>
            <pc:sldMk cId="1766831829" sldId="289"/>
            <ac:picMk id="6" creationId="{B7F12D4D-2D43-040F-1100-E1DDE5FCA4D0}"/>
          </ac:picMkLst>
        </pc:picChg>
        <pc:picChg chg="add mod">
          <ac:chgData name="Catherine Ata" userId="4e21e26771b92a65" providerId="LiveId" clId="{2230838F-8F95-4AAA-9706-5B3EFB8AD0B1}" dt="2024-08-15T22:20:54.618" v="600" actId="1076"/>
          <ac:picMkLst>
            <pc:docMk/>
            <pc:sldMk cId="1766831829" sldId="289"/>
            <ac:picMk id="9" creationId="{2689717C-568C-4299-06ED-AA1E9AE690A0}"/>
          </ac:picMkLst>
        </pc:picChg>
      </pc:sldChg>
      <pc:sldChg chg="addSp delSp modSp mod">
        <pc:chgData name="Catherine Ata" userId="4e21e26771b92a65" providerId="LiveId" clId="{2230838F-8F95-4AAA-9706-5B3EFB8AD0B1}" dt="2024-08-16T01:26:02.317" v="738" actId="14100"/>
        <pc:sldMkLst>
          <pc:docMk/>
          <pc:sldMk cId="570267780" sldId="290"/>
        </pc:sldMkLst>
        <pc:spChg chg="mod">
          <ac:chgData name="Catherine Ata" userId="4e21e26771b92a65" providerId="LiveId" clId="{2230838F-8F95-4AAA-9706-5B3EFB8AD0B1}" dt="2024-08-16T01:19:10.010" v="708" actId="27636"/>
          <ac:spMkLst>
            <pc:docMk/>
            <pc:sldMk cId="570267780" sldId="290"/>
            <ac:spMk id="2" creationId="{8156B364-19B5-5070-704F-AE2745EB0F50}"/>
          </ac:spMkLst>
        </pc:spChg>
        <pc:spChg chg="del mod">
          <ac:chgData name="Catherine Ata" userId="4e21e26771b92a65" providerId="LiveId" clId="{2230838F-8F95-4AAA-9706-5B3EFB8AD0B1}" dt="2024-08-16T01:23:51.363" v="721" actId="478"/>
          <ac:spMkLst>
            <pc:docMk/>
            <pc:sldMk cId="570267780" sldId="290"/>
            <ac:spMk id="4" creationId="{AE510471-877D-E8CD-62A0-16E26F909B3A}"/>
          </ac:spMkLst>
        </pc:spChg>
        <pc:spChg chg="mod">
          <ac:chgData name="Catherine Ata" userId="4e21e26771b92a65" providerId="LiveId" clId="{2230838F-8F95-4AAA-9706-5B3EFB8AD0B1}" dt="2024-08-16T01:25:03.034" v="732"/>
          <ac:spMkLst>
            <pc:docMk/>
            <pc:sldMk cId="570267780" sldId="290"/>
            <ac:spMk id="6" creationId="{B58AB795-24AF-5BDC-AF9F-0B7F7A5FF4FF}"/>
          </ac:spMkLst>
        </pc:spChg>
        <pc:spChg chg="del mod">
          <ac:chgData name="Catherine Ata" userId="4e21e26771b92a65" providerId="LiveId" clId="{2230838F-8F95-4AAA-9706-5B3EFB8AD0B1}" dt="2024-08-16T01:25:23.051" v="735" actId="478"/>
          <ac:spMkLst>
            <pc:docMk/>
            <pc:sldMk cId="570267780" sldId="290"/>
            <ac:spMk id="10" creationId="{52C00B88-471C-69C1-5CB9-8506997546E2}"/>
          </ac:spMkLst>
        </pc:spChg>
        <pc:graphicFrameChg chg="del modGraphic">
          <ac:chgData name="Catherine Ata" userId="4e21e26771b92a65" providerId="LiveId" clId="{2230838F-8F95-4AAA-9706-5B3EFB8AD0B1}" dt="2024-08-16T01:23:48.923" v="720" actId="478"/>
          <ac:graphicFrameMkLst>
            <pc:docMk/>
            <pc:sldMk cId="570267780" sldId="290"/>
            <ac:graphicFrameMk id="12" creationId="{AD33BF19-DB8A-B3C7-CD92-02404C03163B}"/>
          </ac:graphicFrameMkLst>
        </pc:graphicFrameChg>
        <pc:picChg chg="add del mod">
          <ac:chgData name="Catherine Ata" userId="4e21e26771b92a65" providerId="LiveId" clId="{2230838F-8F95-4AAA-9706-5B3EFB8AD0B1}" dt="2024-08-16T01:24:51.513" v="730" actId="478"/>
          <ac:picMkLst>
            <pc:docMk/>
            <pc:sldMk cId="570267780" sldId="290"/>
            <ac:picMk id="5" creationId="{7BFFEC34-855C-4D84-8901-37CAB2F0A022}"/>
          </ac:picMkLst>
        </pc:picChg>
        <pc:picChg chg="add mod">
          <ac:chgData name="Catherine Ata" userId="4e21e26771b92a65" providerId="LiveId" clId="{2230838F-8F95-4AAA-9706-5B3EFB8AD0B1}" dt="2024-08-16T01:26:02.317" v="738" actId="14100"/>
          <ac:picMkLst>
            <pc:docMk/>
            <pc:sldMk cId="570267780" sldId="290"/>
            <ac:picMk id="9" creationId="{95EF32B6-7141-3DF1-CB6E-1616D2AD4E34}"/>
          </ac:picMkLst>
        </pc:picChg>
      </pc:sldChg>
      <pc:sldChg chg="addSp modSp mod">
        <pc:chgData name="Catherine Ata" userId="4e21e26771b92a65" providerId="LiveId" clId="{2230838F-8F95-4AAA-9706-5B3EFB8AD0B1}" dt="2024-08-16T01:32:25.755" v="764" actId="14100"/>
        <pc:sldMkLst>
          <pc:docMk/>
          <pc:sldMk cId="3773754648" sldId="291"/>
        </pc:sldMkLst>
        <pc:spChg chg="mod">
          <ac:chgData name="Catherine Ata" userId="4e21e26771b92a65" providerId="LiveId" clId="{2230838F-8F95-4AAA-9706-5B3EFB8AD0B1}" dt="2024-08-16T01:26:56.828" v="742" actId="14100"/>
          <ac:spMkLst>
            <pc:docMk/>
            <pc:sldMk cId="3773754648" sldId="291"/>
            <ac:spMk id="2" creationId="{8156B364-19B5-5070-704F-AE2745EB0F50}"/>
          </ac:spMkLst>
        </pc:spChg>
        <pc:spChg chg="mod">
          <ac:chgData name="Catherine Ata" userId="4e21e26771b92a65" providerId="LiveId" clId="{2230838F-8F95-4AAA-9706-5B3EFB8AD0B1}" dt="2024-08-16T01:32:25.755" v="764" actId="14100"/>
          <ac:spMkLst>
            <pc:docMk/>
            <pc:sldMk cId="3773754648" sldId="291"/>
            <ac:spMk id="4" creationId="{AE510471-877D-E8CD-62A0-16E26F909B3A}"/>
          </ac:spMkLst>
        </pc:spChg>
        <pc:spChg chg="mod">
          <ac:chgData name="Catherine Ata" userId="4e21e26771b92a65" providerId="LiveId" clId="{2230838F-8F95-4AAA-9706-5B3EFB8AD0B1}" dt="2024-08-16T01:32:08.198" v="760" actId="14100"/>
          <ac:spMkLst>
            <pc:docMk/>
            <pc:sldMk cId="3773754648" sldId="291"/>
            <ac:spMk id="12" creationId="{07310B4C-2FFE-037A-F3D5-1AA439EF61A7}"/>
          </ac:spMkLst>
        </pc:spChg>
        <pc:picChg chg="add mod">
          <ac:chgData name="Catherine Ata" userId="4e21e26771b92a65" providerId="LiveId" clId="{2230838F-8F95-4AAA-9706-5B3EFB8AD0B1}" dt="2024-08-16T01:28:49.006" v="747" actId="1076"/>
          <ac:picMkLst>
            <pc:docMk/>
            <pc:sldMk cId="3773754648" sldId="291"/>
            <ac:picMk id="5" creationId="{FC72371E-4F26-D368-6995-E30920A5329A}"/>
          </ac:picMkLst>
        </pc:picChg>
        <pc:picChg chg="add mod">
          <ac:chgData name="Catherine Ata" userId="4e21e26771b92a65" providerId="LiveId" clId="{2230838F-8F95-4AAA-9706-5B3EFB8AD0B1}" dt="2024-08-16T01:32:10.143" v="761" actId="1076"/>
          <ac:picMkLst>
            <pc:docMk/>
            <pc:sldMk cId="3773754648" sldId="291"/>
            <ac:picMk id="8" creationId="{67294658-9B11-5BF1-754B-FB4666AF5BF2}"/>
          </ac:picMkLst>
        </pc:picChg>
        <pc:picChg chg="add mod">
          <ac:chgData name="Catherine Ata" userId="4e21e26771b92a65" providerId="LiveId" clId="{2230838F-8F95-4AAA-9706-5B3EFB8AD0B1}" dt="2024-08-16T01:32:12.002" v="762" actId="1076"/>
          <ac:picMkLst>
            <pc:docMk/>
            <pc:sldMk cId="3773754648" sldId="291"/>
            <ac:picMk id="10" creationId="{F27FB280-0A07-8313-CEAE-7D15196EDB5E}"/>
          </ac:picMkLst>
        </pc:picChg>
      </pc:sldChg>
      <pc:sldChg chg="addSp delSp modSp mod">
        <pc:chgData name="Catherine Ata" userId="4e21e26771b92a65" providerId="LiveId" clId="{2230838F-8F95-4AAA-9706-5B3EFB8AD0B1}" dt="2024-08-16T01:42:00.920" v="782" actId="1076"/>
        <pc:sldMkLst>
          <pc:docMk/>
          <pc:sldMk cId="799708198" sldId="292"/>
        </pc:sldMkLst>
        <pc:spChg chg="mod">
          <ac:chgData name="Catherine Ata" userId="4e21e26771b92a65" providerId="LiveId" clId="{2230838F-8F95-4AAA-9706-5B3EFB8AD0B1}" dt="2024-08-16T01:32:40.642" v="767" actId="27636"/>
          <ac:spMkLst>
            <pc:docMk/>
            <pc:sldMk cId="799708198" sldId="292"/>
            <ac:spMk id="2" creationId="{8156B364-19B5-5070-704F-AE2745EB0F50}"/>
          </ac:spMkLst>
        </pc:spChg>
        <pc:spChg chg="mod">
          <ac:chgData name="Catherine Ata" userId="4e21e26771b92a65" providerId="LiveId" clId="{2230838F-8F95-4AAA-9706-5B3EFB8AD0B1}" dt="2024-08-16T01:41:55.431" v="780" actId="14100"/>
          <ac:spMkLst>
            <pc:docMk/>
            <pc:sldMk cId="799708198" sldId="292"/>
            <ac:spMk id="4" creationId="{AE510471-877D-E8CD-62A0-16E26F909B3A}"/>
          </ac:spMkLst>
        </pc:spChg>
        <pc:spChg chg="mod">
          <ac:chgData name="Catherine Ata" userId="4e21e26771b92a65" providerId="LiveId" clId="{2230838F-8F95-4AAA-9706-5B3EFB8AD0B1}" dt="2024-08-16T01:41:38.771" v="774" actId="6549"/>
          <ac:spMkLst>
            <pc:docMk/>
            <pc:sldMk cId="799708198" sldId="292"/>
            <ac:spMk id="11" creationId="{EBAB570D-238A-7D31-2F90-A2F436A9C912}"/>
          </ac:spMkLst>
        </pc:spChg>
        <pc:graphicFrameChg chg="del">
          <ac:chgData name="Catherine Ata" userId="4e21e26771b92a65" providerId="LiveId" clId="{2230838F-8F95-4AAA-9706-5B3EFB8AD0B1}" dt="2024-08-16T01:38:14.704" v="771" actId="478"/>
          <ac:graphicFrameMkLst>
            <pc:docMk/>
            <pc:sldMk cId="799708198" sldId="292"/>
            <ac:graphicFrameMk id="5" creationId="{CCF7E466-8A98-AE78-0663-07972E0CD9F5}"/>
          </ac:graphicFrameMkLst>
        </pc:graphicFrameChg>
        <pc:graphicFrameChg chg="del">
          <ac:chgData name="Catherine Ata" userId="4e21e26771b92a65" providerId="LiveId" clId="{2230838F-8F95-4AAA-9706-5B3EFB8AD0B1}" dt="2024-08-16T01:41:43.937" v="776" actId="478"/>
          <ac:graphicFrameMkLst>
            <pc:docMk/>
            <pc:sldMk cId="799708198" sldId="292"/>
            <ac:graphicFrameMk id="13" creationId="{9FF75FB2-96D8-FC68-C512-22573FCED615}"/>
          </ac:graphicFrameMkLst>
        </pc:graphicFrameChg>
        <pc:picChg chg="add mod">
          <ac:chgData name="Catherine Ata" userId="4e21e26771b92a65" providerId="LiveId" clId="{2230838F-8F95-4AAA-9706-5B3EFB8AD0B1}" dt="2024-08-16T01:42:00.920" v="782" actId="1076"/>
          <ac:picMkLst>
            <pc:docMk/>
            <pc:sldMk cId="799708198" sldId="292"/>
            <ac:picMk id="6" creationId="{4D34D460-5E03-452D-6A59-8DBE332F79AE}"/>
          </ac:picMkLst>
        </pc:picChg>
        <pc:picChg chg="add mod">
          <ac:chgData name="Catherine Ata" userId="4e21e26771b92a65" providerId="LiveId" clId="{2230838F-8F95-4AAA-9706-5B3EFB8AD0B1}" dt="2024-08-16T01:41:57.941" v="781" actId="1076"/>
          <ac:picMkLst>
            <pc:docMk/>
            <pc:sldMk cId="799708198" sldId="292"/>
            <ac:picMk id="9" creationId="{6F1BCFA4-42C6-E1CF-406A-2678898C016E}"/>
          </ac:picMkLst>
        </pc:picChg>
      </pc:sldChg>
      <pc:sldChg chg="addSp delSp modSp mod">
        <pc:chgData name="Catherine Ata" userId="4e21e26771b92a65" providerId="LiveId" clId="{2230838F-8F95-4AAA-9706-5B3EFB8AD0B1}" dt="2024-08-16T01:53:23.967" v="826" actId="1076"/>
        <pc:sldMkLst>
          <pc:docMk/>
          <pc:sldMk cId="4183094101" sldId="293"/>
        </pc:sldMkLst>
        <pc:spChg chg="mod">
          <ac:chgData name="Catherine Ata" userId="4e21e26771b92a65" providerId="LiveId" clId="{2230838F-8F95-4AAA-9706-5B3EFB8AD0B1}" dt="2024-08-16T01:46:35.952" v="790" actId="27636"/>
          <ac:spMkLst>
            <pc:docMk/>
            <pc:sldMk cId="4183094101" sldId="293"/>
            <ac:spMk id="2" creationId="{8156B364-19B5-5070-704F-AE2745EB0F50}"/>
          </ac:spMkLst>
        </pc:spChg>
        <pc:spChg chg="mod">
          <ac:chgData name="Catherine Ata" userId="4e21e26771b92a65" providerId="LiveId" clId="{2230838F-8F95-4AAA-9706-5B3EFB8AD0B1}" dt="2024-08-16T01:48:45.710" v="795" actId="5793"/>
          <ac:spMkLst>
            <pc:docMk/>
            <pc:sldMk cId="4183094101" sldId="293"/>
            <ac:spMk id="4" creationId="{AE510471-877D-E8CD-62A0-16E26F909B3A}"/>
          </ac:spMkLst>
        </pc:spChg>
        <pc:spChg chg="mod">
          <ac:chgData name="Catherine Ata" userId="4e21e26771b92a65" providerId="LiveId" clId="{2230838F-8F95-4AAA-9706-5B3EFB8AD0B1}" dt="2024-08-16T01:53:05.693" v="824" actId="6549"/>
          <ac:spMkLst>
            <pc:docMk/>
            <pc:sldMk cId="4183094101" sldId="293"/>
            <ac:spMk id="12" creationId="{07310B4C-2FFE-037A-F3D5-1AA439EF61A7}"/>
          </ac:spMkLst>
        </pc:spChg>
        <pc:graphicFrameChg chg="del">
          <ac:chgData name="Catherine Ata" userId="4e21e26771b92a65" providerId="LiveId" clId="{2230838F-8F95-4AAA-9706-5B3EFB8AD0B1}" dt="2024-08-16T01:48:52.662" v="797" actId="478"/>
          <ac:graphicFrameMkLst>
            <pc:docMk/>
            <pc:sldMk cId="4183094101" sldId="293"/>
            <ac:graphicFrameMk id="5" creationId="{17B2CD92-70F9-3BE2-9F8B-B4939EB8AD33}"/>
          </ac:graphicFrameMkLst>
        </pc:graphicFrameChg>
        <pc:graphicFrameChg chg="del">
          <ac:chgData name="Catherine Ata" userId="4e21e26771b92a65" providerId="LiveId" clId="{2230838F-8F95-4AAA-9706-5B3EFB8AD0B1}" dt="2024-08-16T01:51:06.557" v="801" actId="478"/>
          <ac:graphicFrameMkLst>
            <pc:docMk/>
            <pc:sldMk cId="4183094101" sldId="293"/>
            <ac:graphicFrameMk id="8" creationId="{4EC20DF4-8679-B77A-770F-566875EE3605}"/>
          </ac:graphicFrameMkLst>
        </pc:graphicFrameChg>
        <pc:picChg chg="add mod">
          <ac:chgData name="Catherine Ata" userId="4e21e26771b92a65" providerId="LiveId" clId="{2230838F-8F95-4AAA-9706-5B3EFB8AD0B1}" dt="2024-08-16T01:53:23.967" v="826" actId="1076"/>
          <ac:picMkLst>
            <pc:docMk/>
            <pc:sldMk cId="4183094101" sldId="293"/>
            <ac:picMk id="6" creationId="{75C8374C-2BA4-EC8D-43C3-2EA23AF5AF26}"/>
          </ac:picMkLst>
        </pc:picChg>
        <pc:picChg chg="add mod">
          <ac:chgData name="Catherine Ata" userId="4e21e26771b92a65" providerId="LiveId" clId="{2230838F-8F95-4AAA-9706-5B3EFB8AD0B1}" dt="2024-08-16T01:53:03.505" v="823" actId="1076"/>
          <ac:picMkLst>
            <pc:docMk/>
            <pc:sldMk cId="4183094101" sldId="293"/>
            <ac:picMk id="10" creationId="{75BBA55E-5FAF-83E4-10DE-8A51FA259B8D}"/>
          </ac:picMkLst>
        </pc:picChg>
        <pc:picChg chg="add mod">
          <ac:chgData name="Catherine Ata" userId="4e21e26771b92a65" providerId="LiveId" clId="{2230838F-8F95-4AAA-9706-5B3EFB8AD0B1}" dt="2024-08-16T01:53:10.129" v="825" actId="1076"/>
          <ac:picMkLst>
            <pc:docMk/>
            <pc:sldMk cId="4183094101" sldId="293"/>
            <ac:picMk id="13" creationId="{F9F92C1D-7312-4B94-9B0E-E70ADBC4A233}"/>
          </ac:picMkLst>
        </pc:picChg>
      </pc:sldChg>
      <pc:sldChg chg="addSp delSp modSp mod">
        <pc:chgData name="Catherine Ata" userId="4e21e26771b92a65" providerId="LiveId" clId="{2230838F-8F95-4AAA-9706-5B3EFB8AD0B1}" dt="2024-08-16T02:19:41.172" v="1041" actId="14100"/>
        <pc:sldMkLst>
          <pc:docMk/>
          <pc:sldMk cId="3366650810" sldId="294"/>
        </pc:sldMkLst>
        <pc:spChg chg="mod">
          <ac:chgData name="Catherine Ata" userId="4e21e26771b92a65" providerId="LiveId" clId="{2230838F-8F95-4AAA-9706-5B3EFB8AD0B1}" dt="2024-08-16T02:19:41.172" v="1041" actId="14100"/>
          <ac:spMkLst>
            <pc:docMk/>
            <pc:sldMk cId="3366650810" sldId="294"/>
            <ac:spMk id="2" creationId="{8156B364-19B5-5070-704F-AE2745EB0F50}"/>
          </ac:spMkLst>
        </pc:spChg>
        <pc:spChg chg="mod">
          <ac:chgData name="Catherine Ata" userId="4e21e26771b92a65" providerId="LiveId" clId="{2230838F-8F95-4AAA-9706-5B3EFB8AD0B1}" dt="2024-08-16T02:14:07.844" v="1000" actId="14100"/>
          <ac:spMkLst>
            <pc:docMk/>
            <pc:sldMk cId="3366650810" sldId="294"/>
            <ac:spMk id="4" creationId="{AE510471-877D-E8CD-62A0-16E26F909B3A}"/>
          </ac:spMkLst>
        </pc:spChg>
        <pc:spChg chg="del mod">
          <ac:chgData name="Catherine Ata" userId="4e21e26771b92a65" providerId="LiveId" clId="{2230838F-8F95-4AAA-9706-5B3EFB8AD0B1}" dt="2024-08-16T02:12:05.146" v="984" actId="478"/>
          <ac:spMkLst>
            <pc:docMk/>
            <pc:sldMk cId="3366650810" sldId="294"/>
            <ac:spMk id="5" creationId="{ACFF8F32-C780-4169-2CEA-0A3FACE998FD}"/>
          </ac:spMkLst>
        </pc:spChg>
        <pc:spChg chg="del mod">
          <ac:chgData name="Catherine Ata" userId="4e21e26771b92a65" providerId="LiveId" clId="{2230838F-8F95-4AAA-9706-5B3EFB8AD0B1}" dt="2024-08-16T02:04:58.947" v="961" actId="478"/>
          <ac:spMkLst>
            <pc:docMk/>
            <pc:sldMk cId="3366650810" sldId="294"/>
            <ac:spMk id="8" creationId="{A2A47E56-9096-4340-D35C-C4F6A923B961}"/>
          </ac:spMkLst>
        </pc:spChg>
        <pc:spChg chg="add mod">
          <ac:chgData name="Catherine Ata" userId="4e21e26771b92a65" providerId="LiveId" clId="{2230838F-8F95-4AAA-9706-5B3EFB8AD0B1}" dt="2024-08-16T02:14:21.517" v="1002" actId="14100"/>
          <ac:spMkLst>
            <pc:docMk/>
            <pc:sldMk cId="3366650810" sldId="294"/>
            <ac:spMk id="13" creationId="{97BB9D31-7777-BAA2-042A-5E5D21E731CD}"/>
          </ac:spMkLst>
        </pc:spChg>
        <pc:graphicFrameChg chg="del">
          <ac:chgData name="Catherine Ata" userId="4e21e26771b92a65" providerId="LiveId" clId="{2230838F-8F95-4AAA-9706-5B3EFB8AD0B1}" dt="2024-08-16T02:05:52.116" v="968" actId="478"/>
          <ac:graphicFrameMkLst>
            <pc:docMk/>
            <pc:sldMk cId="3366650810" sldId="294"/>
            <ac:graphicFrameMk id="6" creationId="{7DDC0816-F762-5653-AFDE-1475554E9E3E}"/>
          </ac:graphicFrameMkLst>
        </pc:graphicFrameChg>
        <pc:graphicFrameChg chg="del">
          <ac:chgData name="Catherine Ata" userId="4e21e26771b92a65" providerId="LiveId" clId="{2230838F-8F95-4AAA-9706-5B3EFB8AD0B1}" dt="2024-08-16T02:10:04.599" v="981" actId="478"/>
          <ac:graphicFrameMkLst>
            <pc:docMk/>
            <pc:sldMk cId="3366650810" sldId="294"/>
            <ac:graphicFrameMk id="11" creationId="{183D86D0-4987-E871-E702-C9A6707AB1A1}"/>
          </ac:graphicFrameMkLst>
        </pc:graphicFrameChg>
        <pc:picChg chg="add mod">
          <ac:chgData name="Catherine Ata" userId="4e21e26771b92a65" providerId="LiveId" clId="{2230838F-8F95-4AAA-9706-5B3EFB8AD0B1}" dt="2024-08-16T02:13:18.547" v="990" actId="1076"/>
          <ac:picMkLst>
            <pc:docMk/>
            <pc:sldMk cId="3366650810" sldId="294"/>
            <ac:picMk id="9" creationId="{1AF36D90-84BA-0B32-5AC4-C8185FD8DDFB}"/>
          </ac:picMkLst>
        </pc:picChg>
        <pc:picChg chg="add mod">
          <ac:chgData name="Catherine Ata" userId="4e21e26771b92a65" providerId="LiveId" clId="{2230838F-8F95-4AAA-9706-5B3EFB8AD0B1}" dt="2024-08-16T02:14:26.011" v="1003" actId="1076"/>
          <ac:picMkLst>
            <pc:docMk/>
            <pc:sldMk cId="3366650810" sldId="294"/>
            <ac:picMk id="12" creationId="{2AB4093D-CC52-A988-4EB8-5FF064204483}"/>
          </ac:picMkLst>
        </pc:picChg>
      </pc:sldChg>
      <pc:sldChg chg="addSp delSp modSp mod">
        <pc:chgData name="Catherine Ata" userId="4e21e26771b92a65" providerId="LiveId" clId="{2230838F-8F95-4AAA-9706-5B3EFB8AD0B1}" dt="2024-08-16T02:19:47.390" v="1043" actId="14100"/>
        <pc:sldMkLst>
          <pc:docMk/>
          <pc:sldMk cId="3711437500" sldId="295"/>
        </pc:sldMkLst>
        <pc:spChg chg="mod">
          <ac:chgData name="Catherine Ata" userId="4e21e26771b92a65" providerId="LiveId" clId="{2230838F-8F95-4AAA-9706-5B3EFB8AD0B1}" dt="2024-08-16T02:19:47.390" v="1043" actId="14100"/>
          <ac:spMkLst>
            <pc:docMk/>
            <pc:sldMk cId="3711437500" sldId="295"/>
            <ac:spMk id="2" creationId="{8156B364-19B5-5070-704F-AE2745EB0F50}"/>
          </ac:spMkLst>
        </pc:spChg>
        <pc:spChg chg="mod">
          <ac:chgData name="Catherine Ata" userId="4e21e26771b92a65" providerId="LiveId" clId="{2230838F-8F95-4AAA-9706-5B3EFB8AD0B1}" dt="2024-08-16T02:17:37.421" v="1024" actId="14100"/>
          <ac:spMkLst>
            <pc:docMk/>
            <pc:sldMk cId="3711437500" sldId="295"/>
            <ac:spMk id="4" creationId="{AE510471-877D-E8CD-62A0-16E26F909B3A}"/>
          </ac:spMkLst>
        </pc:spChg>
        <pc:spChg chg="mod">
          <ac:chgData name="Catherine Ata" userId="4e21e26771b92a65" providerId="LiveId" clId="{2230838F-8F95-4AAA-9706-5B3EFB8AD0B1}" dt="2024-08-16T02:18:10.608" v="1031" actId="20577"/>
          <ac:spMkLst>
            <pc:docMk/>
            <pc:sldMk cId="3711437500" sldId="295"/>
            <ac:spMk id="8" creationId="{E1BFF365-171C-89F5-2863-F400FFFECAA3}"/>
          </ac:spMkLst>
        </pc:spChg>
        <pc:spChg chg="mod">
          <ac:chgData name="Catherine Ata" userId="4e21e26771b92a65" providerId="LiveId" clId="{2230838F-8F95-4AAA-9706-5B3EFB8AD0B1}" dt="2024-08-16T02:17:16.960" v="1018" actId="6549"/>
          <ac:spMkLst>
            <pc:docMk/>
            <pc:sldMk cId="3711437500" sldId="295"/>
            <ac:spMk id="12" creationId="{07310B4C-2FFE-037A-F3D5-1AA439EF61A7}"/>
          </ac:spMkLst>
        </pc:spChg>
        <pc:graphicFrameChg chg="del">
          <ac:chgData name="Catherine Ata" userId="4e21e26771b92a65" providerId="LiveId" clId="{2230838F-8F95-4AAA-9706-5B3EFB8AD0B1}" dt="2024-08-16T02:15:24.321" v="1011" actId="478"/>
          <ac:graphicFrameMkLst>
            <pc:docMk/>
            <pc:sldMk cId="3711437500" sldId="295"/>
            <ac:graphicFrameMk id="5" creationId="{0B11E447-F9F4-AD23-311A-DDBC5AB29FAE}"/>
          </ac:graphicFrameMkLst>
        </pc:graphicFrameChg>
        <pc:graphicFrameChg chg="del">
          <ac:chgData name="Catherine Ata" userId="4e21e26771b92a65" providerId="LiveId" clId="{2230838F-8F95-4AAA-9706-5B3EFB8AD0B1}" dt="2024-08-16T02:17:12.672" v="1017" actId="478"/>
          <ac:graphicFrameMkLst>
            <pc:docMk/>
            <pc:sldMk cId="3711437500" sldId="295"/>
            <ac:graphicFrameMk id="6" creationId="{BADA0626-F804-71D0-E8FD-68CB8F2587D4}"/>
          </ac:graphicFrameMkLst>
        </pc:graphicFrameChg>
        <pc:picChg chg="add mod">
          <ac:chgData name="Catherine Ata" userId="4e21e26771b92a65" providerId="LiveId" clId="{2230838F-8F95-4AAA-9706-5B3EFB8AD0B1}" dt="2024-08-16T02:17:34.168" v="1023" actId="1076"/>
          <ac:picMkLst>
            <pc:docMk/>
            <pc:sldMk cId="3711437500" sldId="295"/>
            <ac:picMk id="9" creationId="{8B170AB7-55C0-08F7-1AFF-A20D261FFC16}"/>
          </ac:picMkLst>
        </pc:picChg>
      </pc:sldChg>
      <pc:sldChg chg="addSp delSp modSp mod">
        <pc:chgData name="Catherine Ata" userId="4e21e26771b92a65" providerId="LiveId" clId="{2230838F-8F95-4AAA-9706-5B3EFB8AD0B1}" dt="2024-08-16T02:32:25.159" v="1123" actId="1076"/>
        <pc:sldMkLst>
          <pc:docMk/>
          <pc:sldMk cId="244083340" sldId="296"/>
        </pc:sldMkLst>
        <pc:spChg chg="mod">
          <ac:chgData name="Catherine Ata" userId="4e21e26771b92a65" providerId="LiveId" clId="{2230838F-8F95-4AAA-9706-5B3EFB8AD0B1}" dt="2024-08-16T02:24:53.235" v="1078" actId="6549"/>
          <ac:spMkLst>
            <pc:docMk/>
            <pc:sldMk cId="244083340" sldId="296"/>
            <ac:spMk id="2" creationId="{8156B364-19B5-5070-704F-AE2745EB0F50}"/>
          </ac:spMkLst>
        </pc:spChg>
        <pc:spChg chg="mod">
          <ac:chgData name="Catherine Ata" userId="4e21e26771b92a65" providerId="LiveId" clId="{2230838F-8F95-4AAA-9706-5B3EFB8AD0B1}" dt="2024-08-16T02:26:29.809" v="1085" actId="14100"/>
          <ac:spMkLst>
            <pc:docMk/>
            <pc:sldMk cId="244083340" sldId="296"/>
            <ac:spMk id="4" creationId="{AE510471-877D-E8CD-62A0-16E26F909B3A}"/>
          </ac:spMkLst>
        </pc:spChg>
        <pc:spChg chg="add del mod">
          <ac:chgData name="Catherine Ata" userId="4e21e26771b92a65" providerId="LiveId" clId="{2230838F-8F95-4AAA-9706-5B3EFB8AD0B1}" dt="2024-08-16T02:32:25.159" v="1123" actId="1076"/>
          <ac:spMkLst>
            <pc:docMk/>
            <pc:sldMk cId="244083340" sldId="296"/>
            <ac:spMk id="6" creationId="{B58AB795-24AF-5BDC-AF9F-0B7F7A5FF4FF}"/>
          </ac:spMkLst>
        </pc:spChg>
        <pc:spChg chg="add del mod">
          <ac:chgData name="Catherine Ata" userId="4e21e26771b92a65" providerId="LiveId" clId="{2230838F-8F95-4AAA-9706-5B3EFB8AD0B1}" dt="2024-08-16T02:31:36.264" v="1104" actId="478"/>
          <ac:spMkLst>
            <pc:docMk/>
            <pc:sldMk cId="244083340" sldId="296"/>
            <ac:spMk id="13" creationId="{B0CAA890-EAE2-0F11-891F-AF0D16576193}"/>
          </ac:spMkLst>
        </pc:spChg>
        <pc:graphicFrameChg chg="del">
          <ac:chgData name="Catherine Ata" userId="4e21e26771b92a65" providerId="LiveId" clId="{2230838F-8F95-4AAA-9706-5B3EFB8AD0B1}" dt="2024-08-16T02:25:56.922" v="1080" actId="478"/>
          <ac:graphicFrameMkLst>
            <pc:docMk/>
            <pc:sldMk cId="244083340" sldId="296"/>
            <ac:graphicFrameMk id="5" creationId="{BC1EDC0E-5F19-7195-43F7-3CB6CC158D29}"/>
          </ac:graphicFrameMkLst>
        </pc:graphicFrameChg>
        <pc:graphicFrameChg chg="del">
          <ac:chgData name="Catherine Ata" userId="4e21e26771b92a65" providerId="LiveId" clId="{2230838F-8F95-4AAA-9706-5B3EFB8AD0B1}" dt="2024-08-16T02:30:49.496" v="1095" actId="478"/>
          <ac:graphicFrameMkLst>
            <pc:docMk/>
            <pc:sldMk cId="244083340" sldId="296"/>
            <ac:graphicFrameMk id="9" creationId="{DFA6807D-4792-7D4F-D7AB-A70247649FA2}"/>
          </ac:graphicFrameMkLst>
        </pc:graphicFrameChg>
        <pc:picChg chg="add mod">
          <ac:chgData name="Catherine Ata" userId="4e21e26771b92a65" providerId="LiveId" clId="{2230838F-8F95-4AAA-9706-5B3EFB8AD0B1}" dt="2024-08-16T02:32:16.176" v="1122" actId="1076"/>
          <ac:picMkLst>
            <pc:docMk/>
            <pc:sldMk cId="244083340" sldId="296"/>
            <ac:picMk id="8" creationId="{FF931586-1636-825B-0CF4-0EA807305F86}"/>
          </ac:picMkLst>
        </pc:picChg>
        <pc:picChg chg="add mod">
          <ac:chgData name="Catherine Ata" userId="4e21e26771b92a65" providerId="LiveId" clId="{2230838F-8F95-4AAA-9706-5B3EFB8AD0B1}" dt="2024-08-16T02:32:12.332" v="1121" actId="1076"/>
          <ac:picMkLst>
            <pc:docMk/>
            <pc:sldMk cId="244083340" sldId="296"/>
            <ac:picMk id="11" creationId="{81BE992E-8764-A4F1-1951-464DC1085B1B}"/>
          </ac:picMkLst>
        </pc:picChg>
      </pc:sldChg>
      <pc:sldChg chg="addSp delSp modSp mod">
        <pc:chgData name="Catherine Ata" userId="4e21e26771b92a65" providerId="LiveId" clId="{2230838F-8F95-4AAA-9706-5B3EFB8AD0B1}" dt="2024-08-16T02:40:04.745" v="1172" actId="1076"/>
        <pc:sldMkLst>
          <pc:docMk/>
          <pc:sldMk cId="1972997762" sldId="297"/>
        </pc:sldMkLst>
        <pc:spChg chg="mod">
          <ac:chgData name="Catherine Ata" userId="4e21e26771b92a65" providerId="LiveId" clId="{2230838F-8F95-4AAA-9706-5B3EFB8AD0B1}" dt="2024-08-16T02:32:52.193" v="1125" actId="14100"/>
          <ac:spMkLst>
            <pc:docMk/>
            <pc:sldMk cId="1972997762" sldId="297"/>
            <ac:spMk id="2" creationId="{8156B364-19B5-5070-704F-AE2745EB0F50}"/>
          </ac:spMkLst>
        </pc:spChg>
        <pc:spChg chg="mod">
          <ac:chgData name="Catherine Ata" userId="4e21e26771b92a65" providerId="LiveId" clId="{2230838F-8F95-4AAA-9706-5B3EFB8AD0B1}" dt="2024-08-16T02:36:59.073" v="1156" actId="948"/>
          <ac:spMkLst>
            <pc:docMk/>
            <pc:sldMk cId="1972997762" sldId="297"/>
            <ac:spMk id="4" creationId="{AE510471-877D-E8CD-62A0-16E26F909B3A}"/>
          </ac:spMkLst>
        </pc:spChg>
        <pc:spChg chg="del mod">
          <ac:chgData name="Catherine Ata" userId="4e21e26771b92a65" providerId="LiveId" clId="{2230838F-8F95-4AAA-9706-5B3EFB8AD0B1}" dt="2024-08-16T02:36:29.919" v="1151" actId="478"/>
          <ac:spMkLst>
            <pc:docMk/>
            <pc:sldMk cId="1972997762" sldId="297"/>
            <ac:spMk id="6" creationId="{E15CD622-9622-53A7-7CE8-1C372E5422BE}"/>
          </ac:spMkLst>
        </pc:spChg>
        <pc:spChg chg="del mod">
          <ac:chgData name="Catherine Ata" userId="4e21e26771b92a65" providerId="LiveId" clId="{2230838F-8F95-4AAA-9706-5B3EFB8AD0B1}" dt="2024-08-16T02:39:30.166" v="1161" actId="478"/>
          <ac:spMkLst>
            <pc:docMk/>
            <pc:sldMk cId="1972997762" sldId="297"/>
            <ac:spMk id="12" creationId="{F04FE64C-8D9E-A0EC-D71F-64510A02347D}"/>
          </ac:spMkLst>
        </pc:spChg>
        <pc:graphicFrameChg chg="del modGraphic">
          <ac:chgData name="Catherine Ata" userId="4e21e26771b92a65" providerId="LiveId" clId="{2230838F-8F95-4AAA-9706-5B3EFB8AD0B1}" dt="2024-08-16T02:34:43.641" v="1142" actId="478"/>
          <ac:graphicFrameMkLst>
            <pc:docMk/>
            <pc:sldMk cId="1972997762" sldId="297"/>
            <ac:graphicFrameMk id="5" creationId="{1547DE57-D6B6-09AB-A0F5-46856C2201B3}"/>
          </ac:graphicFrameMkLst>
        </pc:graphicFrameChg>
        <pc:graphicFrameChg chg="del modGraphic">
          <ac:chgData name="Catherine Ata" userId="4e21e26771b92a65" providerId="LiveId" clId="{2230838F-8F95-4AAA-9706-5B3EFB8AD0B1}" dt="2024-08-16T02:36:34.896" v="1152" actId="478"/>
          <ac:graphicFrameMkLst>
            <pc:docMk/>
            <pc:sldMk cId="1972997762" sldId="297"/>
            <ac:graphicFrameMk id="9" creationId="{9882CCB8-BAA8-9495-BE49-E763E2385EAC}"/>
          </ac:graphicFrameMkLst>
        </pc:graphicFrameChg>
        <pc:graphicFrameChg chg="del">
          <ac:chgData name="Catherine Ata" userId="4e21e26771b92a65" providerId="LiveId" clId="{2230838F-8F95-4AAA-9706-5B3EFB8AD0B1}" dt="2024-08-16T02:39:34.643" v="1163" actId="478"/>
          <ac:graphicFrameMkLst>
            <pc:docMk/>
            <pc:sldMk cId="1972997762" sldId="297"/>
            <ac:graphicFrameMk id="14" creationId="{BB63D36B-D423-9E94-1744-394233FDCE6E}"/>
          </ac:graphicFrameMkLst>
        </pc:graphicFrameChg>
        <pc:picChg chg="add mod">
          <ac:chgData name="Catherine Ata" userId="4e21e26771b92a65" providerId="LiveId" clId="{2230838F-8F95-4AAA-9706-5B3EFB8AD0B1}" dt="2024-08-16T02:37:04.832" v="1157" actId="1076"/>
          <ac:picMkLst>
            <pc:docMk/>
            <pc:sldMk cId="1972997762" sldId="297"/>
            <ac:picMk id="8" creationId="{C098C2B1-49E9-C6BE-FC50-BDB0060CCCFB}"/>
          </ac:picMkLst>
        </pc:picChg>
        <pc:picChg chg="add mod">
          <ac:chgData name="Catherine Ata" userId="4e21e26771b92a65" providerId="LiveId" clId="{2230838F-8F95-4AAA-9706-5B3EFB8AD0B1}" dt="2024-08-16T02:40:04.745" v="1172" actId="1076"/>
          <ac:picMkLst>
            <pc:docMk/>
            <pc:sldMk cId="1972997762" sldId="297"/>
            <ac:picMk id="11" creationId="{4BE3B0A4-E0BF-1DE3-8919-8DBA5C3B7EE2}"/>
          </ac:picMkLst>
        </pc:picChg>
        <pc:picChg chg="add mod">
          <ac:chgData name="Catherine Ata" userId="4e21e26771b92a65" providerId="LiveId" clId="{2230838F-8F95-4AAA-9706-5B3EFB8AD0B1}" dt="2024-08-16T02:40:00.634" v="1170" actId="1076"/>
          <ac:picMkLst>
            <pc:docMk/>
            <pc:sldMk cId="1972997762" sldId="297"/>
            <ac:picMk id="15" creationId="{1D87952D-2D91-1D52-53F5-33179EB27A69}"/>
          </ac:picMkLst>
        </pc:picChg>
      </pc:sldChg>
      <pc:sldChg chg="addSp delSp modSp mod">
        <pc:chgData name="Catherine Ata" userId="4e21e26771b92a65" providerId="LiveId" clId="{2230838F-8F95-4AAA-9706-5B3EFB8AD0B1}" dt="2024-08-16T02:47:48.050" v="1235" actId="1076"/>
        <pc:sldMkLst>
          <pc:docMk/>
          <pc:sldMk cId="1678274442" sldId="298"/>
        </pc:sldMkLst>
        <pc:spChg chg="mod">
          <ac:chgData name="Catherine Ata" userId="4e21e26771b92a65" providerId="LiveId" clId="{2230838F-8F95-4AAA-9706-5B3EFB8AD0B1}" dt="2024-08-16T02:40:21.788" v="1175" actId="14100"/>
          <ac:spMkLst>
            <pc:docMk/>
            <pc:sldMk cId="1678274442" sldId="298"/>
            <ac:spMk id="2" creationId="{8156B364-19B5-5070-704F-AE2745EB0F50}"/>
          </ac:spMkLst>
        </pc:spChg>
        <pc:spChg chg="mod">
          <ac:chgData name="Catherine Ata" userId="4e21e26771b92a65" providerId="LiveId" clId="{2230838F-8F95-4AAA-9706-5B3EFB8AD0B1}" dt="2024-08-16T02:45:50.889" v="1229" actId="14100"/>
          <ac:spMkLst>
            <pc:docMk/>
            <pc:sldMk cId="1678274442" sldId="298"/>
            <ac:spMk id="4" creationId="{AE510471-877D-E8CD-62A0-16E26F909B3A}"/>
          </ac:spMkLst>
        </pc:spChg>
        <pc:spChg chg="del mod">
          <ac:chgData name="Catherine Ata" userId="4e21e26771b92a65" providerId="LiveId" clId="{2230838F-8F95-4AAA-9706-5B3EFB8AD0B1}" dt="2024-08-16T02:47:38.276" v="1232" actId="478"/>
          <ac:spMkLst>
            <pc:docMk/>
            <pc:sldMk cId="1678274442" sldId="298"/>
            <ac:spMk id="6" creationId="{0F5B90B3-50E5-D386-21A3-4A84315A021B}"/>
          </ac:spMkLst>
        </pc:spChg>
        <pc:graphicFrameChg chg="del">
          <ac:chgData name="Catherine Ata" userId="4e21e26771b92a65" providerId="LiveId" clId="{2230838F-8F95-4AAA-9706-5B3EFB8AD0B1}" dt="2024-08-16T02:45:31.120" v="1225" actId="478"/>
          <ac:graphicFrameMkLst>
            <pc:docMk/>
            <pc:sldMk cId="1678274442" sldId="298"/>
            <ac:graphicFrameMk id="5" creationId="{8E2C1DDD-D80C-3034-8001-4BD63B7BA865}"/>
          </ac:graphicFrameMkLst>
        </pc:graphicFrameChg>
        <pc:graphicFrameChg chg="del">
          <ac:chgData name="Catherine Ata" userId="4e21e26771b92a65" providerId="LiveId" clId="{2230838F-8F95-4AAA-9706-5B3EFB8AD0B1}" dt="2024-08-16T02:47:42.350" v="1233" actId="478"/>
          <ac:graphicFrameMkLst>
            <pc:docMk/>
            <pc:sldMk cId="1678274442" sldId="298"/>
            <ac:graphicFrameMk id="10" creationId="{1D15F940-8036-0392-B36A-01FDD89EAFAF}"/>
          </ac:graphicFrameMkLst>
        </pc:graphicFrameChg>
        <pc:picChg chg="add mod">
          <ac:chgData name="Catherine Ata" userId="4e21e26771b92a65" providerId="LiveId" clId="{2230838F-8F95-4AAA-9706-5B3EFB8AD0B1}" dt="2024-08-16T02:45:53.552" v="1230" actId="1076"/>
          <ac:picMkLst>
            <pc:docMk/>
            <pc:sldMk cId="1678274442" sldId="298"/>
            <ac:picMk id="8" creationId="{F49DBAD1-AD07-6B8C-1463-BA9C39133B69}"/>
          </ac:picMkLst>
        </pc:picChg>
        <pc:picChg chg="add mod">
          <ac:chgData name="Catherine Ata" userId="4e21e26771b92a65" providerId="LiveId" clId="{2230838F-8F95-4AAA-9706-5B3EFB8AD0B1}" dt="2024-08-16T02:47:48.050" v="1235" actId="1076"/>
          <ac:picMkLst>
            <pc:docMk/>
            <pc:sldMk cId="1678274442" sldId="298"/>
            <ac:picMk id="11" creationId="{D93A2661-83D6-28ED-E940-AB47638B37A1}"/>
          </ac:picMkLst>
        </pc:picChg>
      </pc:sldChg>
      <pc:sldChg chg="addSp modSp mod">
        <pc:chgData name="Catherine Ata" userId="4e21e26771b92a65" providerId="LiveId" clId="{2230838F-8F95-4AAA-9706-5B3EFB8AD0B1}" dt="2024-08-16T02:19:09.003" v="1034" actId="21"/>
        <pc:sldMkLst>
          <pc:docMk/>
          <pc:sldMk cId="2413278030" sldId="299"/>
        </pc:sldMkLst>
        <pc:spChg chg="mod">
          <ac:chgData name="Catherine Ata" userId="4e21e26771b92a65" providerId="LiveId" clId="{2230838F-8F95-4AAA-9706-5B3EFB8AD0B1}" dt="2024-08-16T02:19:09.003" v="1034" actId="21"/>
          <ac:spMkLst>
            <pc:docMk/>
            <pc:sldMk cId="2413278030" sldId="299"/>
            <ac:spMk id="2" creationId="{8156B364-19B5-5070-704F-AE2745EB0F50}"/>
          </ac:spMkLst>
        </pc:spChg>
        <pc:spChg chg="mod">
          <ac:chgData name="Catherine Ata" userId="4e21e26771b92a65" providerId="LiveId" clId="{2230838F-8F95-4AAA-9706-5B3EFB8AD0B1}" dt="2024-08-16T02:03:13.755" v="952" actId="5793"/>
          <ac:spMkLst>
            <pc:docMk/>
            <pc:sldMk cId="2413278030" sldId="299"/>
            <ac:spMk id="4" creationId="{AE510471-877D-E8CD-62A0-16E26F909B3A}"/>
          </ac:spMkLst>
        </pc:spChg>
        <pc:spChg chg="add mod">
          <ac:chgData name="Catherine Ata" userId="4e21e26771b92a65" providerId="LiveId" clId="{2230838F-8F95-4AAA-9706-5B3EFB8AD0B1}" dt="2024-08-16T02:03:01.749" v="913" actId="14100"/>
          <ac:spMkLst>
            <pc:docMk/>
            <pc:sldMk cId="2413278030" sldId="299"/>
            <ac:spMk id="9" creationId="{7EAEAB02-87E8-3380-D5AC-F7BCDC300C02}"/>
          </ac:spMkLst>
        </pc:spChg>
        <pc:picChg chg="add mod">
          <ac:chgData name="Catherine Ata" userId="4e21e26771b92a65" providerId="LiveId" clId="{2230838F-8F95-4AAA-9706-5B3EFB8AD0B1}" dt="2024-08-16T02:03:22.700" v="955" actId="14100"/>
          <ac:picMkLst>
            <pc:docMk/>
            <pc:sldMk cId="2413278030" sldId="299"/>
            <ac:picMk id="5" creationId="{322878E1-F683-1622-992A-3E5F322BF10B}"/>
          </ac:picMkLst>
        </pc:picChg>
        <pc:picChg chg="add mod">
          <ac:chgData name="Catherine Ata" userId="4e21e26771b92a65" providerId="LiveId" clId="{2230838F-8F95-4AAA-9706-5B3EFB8AD0B1}" dt="2024-08-16T02:03:35.703" v="956" actId="1076"/>
          <ac:picMkLst>
            <pc:docMk/>
            <pc:sldMk cId="2413278030" sldId="299"/>
            <ac:picMk id="8" creationId="{D6F96617-2B7E-6578-DCD0-04E440B79F89}"/>
          </ac:picMkLst>
        </pc:picChg>
      </pc:sldChg>
      <pc:sldChg chg="addSp delSp modSp mod">
        <pc:chgData name="Catherine Ata" userId="4e21e26771b92a65" providerId="LiveId" clId="{2230838F-8F95-4AAA-9706-5B3EFB8AD0B1}" dt="2024-08-16T02:55:53.597" v="1262" actId="1076"/>
        <pc:sldMkLst>
          <pc:docMk/>
          <pc:sldMk cId="3534905347" sldId="300"/>
        </pc:sldMkLst>
        <pc:spChg chg="mod">
          <ac:chgData name="Catherine Ata" userId="4e21e26771b92a65" providerId="LiveId" clId="{2230838F-8F95-4AAA-9706-5B3EFB8AD0B1}" dt="2024-08-16T02:48:01.896" v="1238" actId="14100"/>
          <ac:spMkLst>
            <pc:docMk/>
            <pc:sldMk cId="3534905347" sldId="300"/>
            <ac:spMk id="2" creationId="{015A9661-FF9D-69C5-F671-F0E425108EDF}"/>
          </ac:spMkLst>
        </pc:spChg>
        <pc:spChg chg="mod">
          <ac:chgData name="Catherine Ata" userId="4e21e26771b92a65" providerId="LiveId" clId="{2230838F-8F95-4AAA-9706-5B3EFB8AD0B1}" dt="2024-08-16T02:49:15.679" v="1245" actId="20577"/>
          <ac:spMkLst>
            <pc:docMk/>
            <pc:sldMk cId="3534905347" sldId="300"/>
            <ac:spMk id="4" creationId="{84575A5B-3415-C498-5584-CD2C8D2E36A6}"/>
          </ac:spMkLst>
        </pc:spChg>
        <pc:spChg chg="del mod">
          <ac:chgData name="Catherine Ata" userId="4e21e26771b92a65" providerId="LiveId" clId="{2230838F-8F95-4AAA-9706-5B3EFB8AD0B1}" dt="2024-08-16T02:55:31.354" v="1253" actId="478"/>
          <ac:spMkLst>
            <pc:docMk/>
            <pc:sldMk cId="3534905347" sldId="300"/>
            <ac:spMk id="7" creationId="{C49699B8-D1AF-7C98-0EB6-A2537F7B1029}"/>
          </ac:spMkLst>
        </pc:spChg>
        <pc:spChg chg="del mod">
          <ac:chgData name="Catherine Ata" userId="4e21e26771b92a65" providerId="LiveId" clId="{2230838F-8F95-4AAA-9706-5B3EFB8AD0B1}" dt="2024-08-16T02:55:43.274" v="1258" actId="478"/>
          <ac:spMkLst>
            <pc:docMk/>
            <pc:sldMk cId="3534905347" sldId="300"/>
            <ac:spMk id="8" creationId="{B705E156-E8D2-4F5E-124B-4C4A2B3C725B}"/>
          </ac:spMkLst>
        </pc:spChg>
        <pc:graphicFrameChg chg="del">
          <ac:chgData name="Catherine Ata" userId="4e21e26771b92a65" providerId="LiveId" clId="{2230838F-8F95-4AAA-9706-5B3EFB8AD0B1}" dt="2024-08-16T02:48:13.932" v="1239" actId="478"/>
          <ac:graphicFrameMkLst>
            <pc:docMk/>
            <pc:sldMk cId="3534905347" sldId="300"/>
            <ac:graphicFrameMk id="6" creationId="{540F258C-3A1D-7398-9507-B2B3A2954583}"/>
          </ac:graphicFrameMkLst>
        </pc:graphicFrameChg>
        <pc:picChg chg="mod">
          <ac:chgData name="Catherine Ata" userId="4e21e26771b92a65" providerId="LiveId" clId="{2230838F-8F95-4AAA-9706-5B3EFB8AD0B1}" dt="2024-08-16T02:48:22.950" v="1241" actId="14100"/>
          <ac:picMkLst>
            <pc:docMk/>
            <pc:sldMk cId="3534905347" sldId="300"/>
            <ac:picMk id="5" creationId="{12D47D8A-3401-E87D-EE20-15880AF477C4}"/>
          </ac:picMkLst>
        </pc:picChg>
        <pc:picChg chg="add mod">
          <ac:chgData name="Catherine Ata" userId="4e21e26771b92a65" providerId="LiveId" clId="{2230838F-8F95-4AAA-9706-5B3EFB8AD0B1}" dt="2024-08-16T02:55:51.683" v="1261" actId="1076"/>
          <ac:picMkLst>
            <pc:docMk/>
            <pc:sldMk cId="3534905347" sldId="300"/>
            <ac:picMk id="9" creationId="{0F7CB9CD-A9F8-0ED7-6ECC-165C6F659EB2}"/>
          </ac:picMkLst>
        </pc:picChg>
        <pc:picChg chg="add mod">
          <ac:chgData name="Catherine Ata" userId="4e21e26771b92a65" providerId="LiveId" clId="{2230838F-8F95-4AAA-9706-5B3EFB8AD0B1}" dt="2024-08-16T02:55:53.597" v="1262" actId="1076"/>
          <ac:picMkLst>
            <pc:docMk/>
            <pc:sldMk cId="3534905347" sldId="300"/>
            <ac:picMk id="11" creationId="{D87427EB-18AF-6F89-127E-E85D15ED5FC0}"/>
          </ac:picMkLst>
        </pc:picChg>
      </pc:sldChg>
      <pc:sldChg chg="addSp delSp modSp mod">
        <pc:chgData name="Catherine Ata" userId="4e21e26771b92a65" providerId="LiveId" clId="{2230838F-8F95-4AAA-9706-5B3EFB8AD0B1}" dt="2024-08-16T02:59:48.107" v="1322" actId="1076"/>
        <pc:sldMkLst>
          <pc:docMk/>
          <pc:sldMk cId="484188329" sldId="301"/>
        </pc:sldMkLst>
        <pc:spChg chg="mod">
          <ac:chgData name="Catherine Ata" userId="4e21e26771b92a65" providerId="LiveId" clId="{2230838F-8F95-4AAA-9706-5B3EFB8AD0B1}" dt="2024-08-16T02:56:07.810" v="1265" actId="14100"/>
          <ac:spMkLst>
            <pc:docMk/>
            <pc:sldMk cId="484188329" sldId="301"/>
            <ac:spMk id="2" creationId="{015A9661-FF9D-69C5-F671-F0E425108EDF}"/>
          </ac:spMkLst>
        </pc:spChg>
        <pc:spChg chg="mod">
          <ac:chgData name="Catherine Ata" userId="4e21e26771b92a65" providerId="LiveId" clId="{2230838F-8F95-4AAA-9706-5B3EFB8AD0B1}" dt="2024-08-16T02:57:06.699" v="1300" actId="20577"/>
          <ac:spMkLst>
            <pc:docMk/>
            <pc:sldMk cId="484188329" sldId="301"/>
            <ac:spMk id="4" creationId="{84575A5B-3415-C498-5584-CD2C8D2E36A6}"/>
          </ac:spMkLst>
        </pc:spChg>
        <pc:spChg chg="del mod">
          <ac:chgData name="Catherine Ata" userId="4e21e26771b92a65" providerId="LiveId" clId="{2230838F-8F95-4AAA-9706-5B3EFB8AD0B1}" dt="2024-08-16T02:59:30.059" v="1316" actId="478"/>
          <ac:spMkLst>
            <pc:docMk/>
            <pc:sldMk cId="484188329" sldId="301"/>
            <ac:spMk id="9" creationId="{A91CFD50-7FB0-6A77-236E-14F6E4BC202C}"/>
          </ac:spMkLst>
        </pc:spChg>
        <pc:spChg chg="del mod">
          <ac:chgData name="Catherine Ata" userId="4e21e26771b92a65" providerId="LiveId" clId="{2230838F-8F95-4AAA-9706-5B3EFB8AD0B1}" dt="2024-08-16T02:59:21.734" v="1313" actId="478"/>
          <ac:spMkLst>
            <pc:docMk/>
            <pc:sldMk cId="484188329" sldId="301"/>
            <ac:spMk id="15" creationId="{C25E63B2-96FF-34BD-4F5F-A026CB602C38}"/>
          </ac:spMkLst>
        </pc:spChg>
        <pc:graphicFrameChg chg="del">
          <ac:chgData name="Catherine Ata" userId="4e21e26771b92a65" providerId="LiveId" clId="{2230838F-8F95-4AAA-9706-5B3EFB8AD0B1}" dt="2024-08-16T02:56:28.044" v="1268" actId="478"/>
          <ac:graphicFrameMkLst>
            <pc:docMk/>
            <pc:sldMk cId="484188329" sldId="301"/>
            <ac:graphicFrameMk id="6" creationId="{86BAB8EE-70B6-4AD3-2AA5-9034850BCC48}"/>
          </ac:graphicFrameMkLst>
        </pc:graphicFrameChg>
        <pc:graphicFrameChg chg="del modGraphic">
          <ac:chgData name="Catherine Ata" userId="4e21e26771b92a65" providerId="LiveId" clId="{2230838F-8F95-4AAA-9706-5B3EFB8AD0B1}" dt="2024-08-16T02:59:15.489" v="1309" actId="478"/>
          <ac:graphicFrameMkLst>
            <pc:docMk/>
            <pc:sldMk cId="484188329" sldId="301"/>
            <ac:graphicFrameMk id="8" creationId="{93B25272-65D3-C034-6437-20A4CE09F237}"/>
          </ac:graphicFrameMkLst>
        </pc:graphicFrameChg>
        <pc:graphicFrameChg chg="del">
          <ac:chgData name="Catherine Ata" userId="4e21e26771b92a65" providerId="LiveId" clId="{2230838F-8F95-4AAA-9706-5B3EFB8AD0B1}" dt="2024-08-16T02:59:24.283" v="1314" actId="478"/>
          <ac:graphicFrameMkLst>
            <pc:docMk/>
            <pc:sldMk cId="484188329" sldId="301"/>
            <ac:graphicFrameMk id="11" creationId="{5F132D63-68AE-04E5-AC5E-AF9A7B99B36E}"/>
          </ac:graphicFrameMkLst>
        </pc:graphicFrameChg>
        <pc:picChg chg="add mod">
          <ac:chgData name="Catherine Ata" userId="4e21e26771b92a65" providerId="LiveId" clId="{2230838F-8F95-4AAA-9706-5B3EFB8AD0B1}" dt="2024-08-16T02:59:46.629" v="1321" actId="1076"/>
          <ac:picMkLst>
            <pc:docMk/>
            <pc:sldMk cId="484188329" sldId="301"/>
            <ac:picMk id="7" creationId="{A3061E77-A4DD-3F5A-A820-CE26B7976340}"/>
          </ac:picMkLst>
        </pc:picChg>
        <pc:picChg chg="add mod">
          <ac:chgData name="Catherine Ata" userId="4e21e26771b92a65" providerId="LiveId" clId="{2230838F-8F95-4AAA-9706-5B3EFB8AD0B1}" dt="2024-08-16T02:59:48.107" v="1322" actId="1076"/>
          <ac:picMkLst>
            <pc:docMk/>
            <pc:sldMk cId="484188329" sldId="301"/>
            <ac:picMk id="12" creationId="{044F50FC-914E-C0B8-8152-AA06C1566F8A}"/>
          </ac:picMkLst>
        </pc:picChg>
        <pc:picChg chg="add mod">
          <ac:chgData name="Catherine Ata" userId="4e21e26771b92a65" providerId="LiveId" clId="{2230838F-8F95-4AAA-9706-5B3EFB8AD0B1}" dt="2024-08-16T02:59:33.758" v="1317" actId="1076"/>
          <ac:picMkLst>
            <pc:docMk/>
            <pc:sldMk cId="484188329" sldId="301"/>
            <ac:picMk id="14" creationId="{D90B31FD-95F6-E85B-E17D-FD83F494E873}"/>
          </ac:picMkLst>
        </pc:picChg>
      </pc:sldChg>
      <pc:sldChg chg="modSp mod">
        <pc:chgData name="Catherine Ata" userId="4e21e26771b92a65" providerId="LiveId" clId="{2230838F-8F95-4AAA-9706-5B3EFB8AD0B1}" dt="2024-08-15T19:37:24.575" v="127" actId="20577"/>
        <pc:sldMkLst>
          <pc:docMk/>
          <pc:sldMk cId="349740764" sldId="308"/>
        </pc:sldMkLst>
        <pc:spChg chg="mod">
          <ac:chgData name="Catherine Ata" userId="4e21e26771b92a65" providerId="LiveId" clId="{2230838F-8F95-4AAA-9706-5B3EFB8AD0B1}" dt="2024-08-15T19:36:00.785" v="60" actId="1076"/>
          <ac:spMkLst>
            <pc:docMk/>
            <pc:sldMk cId="349740764" sldId="308"/>
            <ac:spMk id="2" creationId="{FA0C35CC-F0EF-AED8-D2AE-3F8520947628}"/>
          </ac:spMkLst>
        </pc:spChg>
        <pc:spChg chg="mod">
          <ac:chgData name="Catherine Ata" userId="4e21e26771b92a65" providerId="LiveId" clId="{2230838F-8F95-4AAA-9706-5B3EFB8AD0B1}" dt="2024-08-15T19:35:43.479" v="57" actId="20577"/>
          <ac:spMkLst>
            <pc:docMk/>
            <pc:sldMk cId="349740764" sldId="308"/>
            <ac:spMk id="3" creationId="{B65FEB2A-9723-77BC-B7D8-112D3C437235}"/>
          </ac:spMkLst>
        </pc:spChg>
        <pc:spChg chg="mod">
          <ac:chgData name="Catherine Ata" userId="4e21e26771b92a65" providerId="LiveId" clId="{2230838F-8F95-4AAA-9706-5B3EFB8AD0B1}" dt="2024-08-15T19:37:24.575" v="127" actId="20577"/>
          <ac:spMkLst>
            <pc:docMk/>
            <pc:sldMk cId="349740764" sldId="308"/>
            <ac:spMk id="6" creationId="{4A98FA0A-539A-FCEF-B72F-C63A2F3EBCD7}"/>
          </ac:spMkLst>
        </pc:spChg>
        <pc:picChg chg="mod">
          <ac:chgData name="Catherine Ata" userId="4e21e26771b92a65" providerId="LiveId" clId="{2230838F-8F95-4AAA-9706-5B3EFB8AD0B1}" dt="2024-08-15T19:35:55.930" v="59" actId="1076"/>
          <ac:picMkLst>
            <pc:docMk/>
            <pc:sldMk cId="349740764" sldId="308"/>
            <ac:picMk id="4" creationId="{882336F1-0DB5-E221-C669-8A7BA11140B0}"/>
          </ac:picMkLst>
        </pc:picChg>
      </pc:sldChg>
      <pc:sldChg chg="del">
        <pc:chgData name="Catherine Ata" userId="4e21e26771b92a65" providerId="LiveId" clId="{2230838F-8F95-4AAA-9706-5B3EFB8AD0B1}" dt="2024-08-16T01:26:28.923" v="739" actId="47"/>
        <pc:sldMkLst>
          <pc:docMk/>
          <pc:sldMk cId="1695168472" sldId="309"/>
        </pc:sldMkLst>
      </pc:sldChg>
      <pc:sldChg chg="delSp modSp mod ord">
        <pc:chgData name="Catherine Ata" userId="4e21e26771b92a65" providerId="LiveId" clId="{2230838F-8F95-4AAA-9706-5B3EFB8AD0B1}" dt="2024-08-16T01:24:45.806" v="729"/>
        <pc:sldMkLst>
          <pc:docMk/>
          <pc:sldMk cId="182891212" sldId="310"/>
        </pc:sldMkLst>
        <pc:spChg chg="del">
          <ac:chgData name="Catherine Ata" userId="4e21e26771b92a65" providerId="LiveId" clId="{2230838F-8F95-4AAA-9706-5B3EFB8AD0B1}" dt="2024-08-16T01:24:28.483" v="726" actId="478"/>
          <ac:spMkLst>
            <pc:docMk/>
            <pc:sldMk cId="182891212" sldId="310"/>
            <ac:spMk id="10" creationId="{52C00B88-471C-69C1-5CB9-8506997546E2}"/>
          </ac:spMkLst>
        </pc:spChg>
        <pc:picChg chg="mod">
          <ac:chgData name="Catherine Ata" userId="4e21e26771b92a65" providerId="LiveId" clId="{2230838F-8F95-4AAA-9706-5B3EFB8AD0B1}" dt="2024-08-16T01:24:32.125" v="727" actId="1076"/>
          <ac:picMkLst>
            <pc:docMk/>
            <pc:sldMk cId="182891212" sldId="310"/>
            <ac:picMk id="5" creationId="{7BFFEC34-855C-4D84-8901-37CAB2F0A022}"/>
          </ac:picMkLst>
        </pc:picChg>
      </pc:sldChg>
      <pc:sldChg chg="modSp add mod">
        <pc:chgData name="Catherine Ata" userId="4e21e26771b92a65" providerId="LiveId" clId="{2230838F-8F95-4AAA-9706-5B3EFB8AD0B1}" dt="2024-08-16T02:48:48.017" v="1243" actId="14100"/>
        <pc:sldMkLst>
          <pc:docMk/>
          <pc:sldMk cId="1953766214" sldId="311"/>
        </pc:sldMkLst>
        <pc:spChg chg="mod">
          <ac:chgData name="Catherine Ata" userId="4e21e26771b92a65" providerId="LiveId" clId="{2230838F-8F95-4AAA-9706-5B3EFB8AD0B1}" dt="2024-08-16T02:19:22.842" v="1038" actId="14100"/>
          <ac:spMkLst>
            <pc:docMk/>
            <pc:sldMk cId="1953766214" sldId="311"/>
            <ac:spMk id="2" creationId="{46CAA7C7-1B21-E4DE-A30C-992523F350E2}"/>
          </ac:spMkLst>
        </pc:spChg>
        <pc:picChg chg="mod">
          <ac:chgData name="Catherine Ata" userId="4e21e26771b92a65" providerId="LiveId" clId="{2230838F-8F95-4AAA-9706-5B3EFB8AD0B1}" dt="2024-08-16T02:48:48.017" v="1243" actId="14100"/>
          <ac:picMkLst>
            <pc:docMk/>
            <pc:sldMk cId="1953766214" sldId="311"/>
            <ac:picMk id="5" creationId="{719856DE-EB4C-E1E6-078D-CC52E70FD237}"/>
          </ac:picMkLst>
        </pc:picChg>
      </pc:sldChg>
      <pc:sldChg chg="addSp delSp modSp mod">
        <pc:chgData name="Catherine Ata" userId="4e21e26771b92a65" providerId="LiveId" clId="{2230838F-8F95-4AAA-9706-5B3EFB8AD0B1}" dt="2024-08-16T03:21:05.151" v="1493" actId="14100"/>
        <pc:sldMkLst>
          <pc:docMk/>
          <pc:sldMk cId="4017442871" sldId="312"/>
        </pc:sldMkLst>
        <pc:spChg chg="mod">
          <ac:chgData name="Catherine Ata" userId="4e21e26771b92a65" providerId="LiveId" clId="{2230838F-8F95-4AAA-9706-5B3EFB8AD0B1}" dt="2024-08-16T03:04:07.338" v="1341" actId="20577"/>
          <ac:spMkLst>
            <pc:docMk/>
            <pc:sldMk cId="4017442871" sldId="312"/>
            <ac:spMk id="2" creationId="{015A9661-FF9D-69C5-F671-F0E425108EDF}"/>
          </ac:spMkLst>
        </pc:spChg>
        <pc:spChg chg="mod">
          <ac:chgData name="Catherine Ata" userId="4e21e26771b92a65" providerId="LiveId" clId="{2230838F-8F95-4AAA-9706-5B3EFB8AD0B1}" dt="2024-08-16T03:21:05.151" v="1493" actId="14100"/>
          <ac:spMkLst>
            <pc:docMk/>
            <pc:sldMk cId="4017442871" sldId="312"/>
            <ac:spMk id="4" creationId="{84575A5B-3415-C498-5584-CD2C8D2E36A6}"/>
          </ac:spMkLst>
        </pc:spChg>
        <pc:picChg chg="add mod">
          <ac:chgData name="Catherine Ata" userId="4e21e26771b92a65" providerId="LiveId" clId="{2230838F-8F95-4AAA-9706-5B3EFB8AD0B1}" dt="2024-08-16T03:20:53.286" v="1491" actId="1076"/>
          <ac:picMkLst>
            <pc:docMk/>
            <pc:sldMk cId="4017442871" sldId="312"/>
            <ac:picMk id="6" creationId="{F201E136-297E-9D2E-9260-DFC01264DF58}"/>
          </ac:picMkLst>
        </pc:picChg>
        <pc:picChg chg="del">
          <ac:chgData name="Catherine Ata" userId="4e21e26771b92a65" providerId="LiveId" clId="{2230838F-8F95-4AAA-9706-5B3EFB8AD0B1}" dt="2024-08-16T03:04:19.027" v="1342" actId="478"/>
          <ac:picMkLst>
            <pc:docMk/>
            <pc:sldMk cId="4017442871" sldId="312"/>
            <ac:picMk id="7" creationId="{A3061E77-A4DD-3F5A-A820-CE26B7976340}"/>
          </ac:picMkLst>
        </pc:picChg>
        <pc:picChg chg="del">
          <ac:chgData name="Catherine Ata" userId="4e21e26771b92a65" providerId="LiveId" clId="{2230838F-8F95-4AAA-9706-5B3EFB8AD0B1}" dt="2024-08-16T03:04:20.481" v="1343" actId="478"/>
          <ac:picMkLst>
            <pc:docMk/>
            <pc:sldMk cId="4017442871" sldId="312"/>
            <ac:picMk id="12" creationId="{044F50FC-914E-C0B8-8152-AA06C1566F8A}"/>
          </ac:picMkLst>
        </pc:picChg>
        <pc:picChg chg="del">
          <ac:chgData name="Catherine Ata" userId="4e21e26771b92a65" providerId="LiveId" clId="{2230838F-8F95-4AAA-9706-5B3EFB8AD0B1}" dt="2024-08-16T03:04:22.313" v="1344" actId="478"/>
          <ac:picMkLst>
            <pc:docMk/>
            <pc:sldMk cId="4017442871" sldId="312"/>
            <ac:picMk id="14" creationId="{D90B31FD-95F6-E85B-E17D-FD83F494E873}"/>
          </ac:picMkLst>
        </pc:picChg>
      </pc:sldChg>
      <pc:sldChg chg="addSp delSp modSp mod">
        <pc:chgData name="Catherine Ata" userId="4e21e26771b92a65" providerId="LiveId" clId="{2230838F-8F95-4AAA-9706-5B3EFB8AD0B1}" dt="2024-08-16T03:27:25.600" v="1541" actId="1076"/>
        <pc:sldMkLst>
          <pc:docMk/>
          <pc:sldMk cId="525328330" sldId="313"/>
        </pc:sldMkLst>
        <pc:spChg chg="mod">
          <ac:chgData name="Catherine Ata" userId="4e21e26771b92a65" providerId="LiveId" clId="{2230838F-8F95-4AAA-9706-5B3EFB8AD0B1}" dt="2024-08-16T03:04:58.314" v="1362" actId="20577"/>
          <ac:spMkLst>
            <pc:docMk/>
            <pc:sldMk cId="525328330" sldId="313"/>
            <ac:spMk id="2" creationId="{015A9661-FF9D-69C5-F671-F0E425108EDF}"/>
          </ac:spMkLst>
        </pc:spChg>
        <pc:spChg chg="add del mod">
          <ac:chgData name="Catherine Ata" userId="4e21e26771b92a65" providerId="LiveId" clId="{2230838F-8F95-4AAA-9706-5B3EFB8AD0B1}" dt="2024-08-16T03:23:24.919" v="1514"/>
          <ac:spMkLst>
            <pc:docMk/>
            <pc:sldMk cId="525328330" sldId="313"/>
            <ac:spMk id="3" creationId="{FD582186-24F1-A9FE-3267-D2439E52500B}"/>
          </ac:spMkLst>
        </pc:spChg>
        <pc:spChg chg="add del mod">
          <ac:chgData name="Catherine Ata" userId="4e21e26771b92a65" providerId="LiveId" clId="{2230838F-8F95-4AAA-9706-5B3EFB8AD0B1}" dt="2024-08-16T03:27:11.447" v="1537" actId="20577"/>
          <ac:spMkLst>
            <pc:docMk/>
            <pc:sldMk cId="525328330" sldId="313"/>
            <ac:spMk id="4" creationId="{84575A5B-3415-C498-5584-CD2C8D2E36A6}"/>
          </ac:spMkLst>
        </pc:spChg>
        <pc:spChg chg="add mod">
          <ac:chgData name="Catherine Ata" userId="4e21e26771b92a65" providerId="LiveId" clId="{2230838F-8F95-4AAA-9706-5B3EFB8AD0B1}" dt="2024-08-16T03:22:45.351" v="1495" actId="478"/>
          <ac:spMkLst>
            <pc:docMk/>
            <pc:sldMk cId="525328330" sldId="313"/>
            <ac:spMk id="6" creationId="{A9D03216-CFCF-F9D4-A1CF-5DBB6235406C}"/>
          </ac:spMkLst>
        </pc:spChg>
        <pc:picChg chg="add mod">
          <ac:chgData name="Catherine Ata" userId="4e21e26771b92a65" providerId="LiveId" clId="{2230838F-8F95-4AAA-9706-5B3EFB8AD0B1}" dt="2024-08-16T03:27:23.693" v="1540" actId="1076"/>
          <ac:picMkLst>
            <pc:docMk/>
            <pc:sldMk cId="525328330" sldId="313"/>
            <ac:picMk id="8" creationId="{ED14F5DB-0436-BC70-836C-73AC6347971D}"/>
          </ac:picMkLst>
        </pc:picChg>
        <pc:picChg chg="add mod">
          <ac:chgData name="Catherine Ata" userId="4e21e26771b92a65" providerId="LiveId" clId="{2230838F-8F95-4AAA-9706-5B3EFB8AD0B1}" dt="2024-08-16T03:27:25.600" v="1541" actId="1076"/>
          <ac:picMkLst>
            <pc:docMk/>
            <pc:sldMk cId="525328330" sldId="313"/>
            <ac:picMk id="10" creationId="{88173144-35C0-1CE7-1189-8A1A567E690C}"/>
          </ac:picMkLst>
        </pc:picChg>
      </pc:sldChg>
      <pc:sldChg chg="addSp modSp mod">
        <pc:chgData name="Catherine Ata" userId="4e21e26771b92a65" providerId="LiveId" clId="{2230838F-8F95-4AAA-9706-5B3EFB8AD0B1}" dt="2024-08-16T03:37:30.115" v="1629" actId="1076"/>
        <pc:sldMkLst>
          <pc:docMk/>
          <pc:sldMk cId="3421039714" sldId="314"/>
        </pc:sldMkLst>
        <pc:spChg chg="mod">
          <ac:chgData name="Catherine Ata" userId="4e21e26771b92a65" providerId="LiveId" clId="{2230838F-8F95-4AAA-9706-5B3EFB8AD0B1}" dt="2024-08-16T03:05:20.857" v="1382" actId="20577"/>
          <ac:spMkLst>
            <pc:docMk/>
            <pc:sldMk cId="3421039714" sldId="314"/>
            <ac:spMk id="2" creationId="{015A9661-FF9D-69C5-F671-F0E425108EDF}"/>
          </ac:spMkLst>
        </pc:spChg>
        <pc:spChg chg="mod">
          <ac:chgData name="Catherine Ata" userId="4e21e26771b92a65" providerId="LiveId" clId="{2230838F-8F95-4AAA-9706-5B3EFB8AD0B1}" dt="2024-08-16T03:37:30.115" v="1629" actId="1076"/>
          <ac:spMkLst>
            <pc:docMk/>
            <pc:sldMk cId="3421039714" sldId="314"/>
            <ac:spMk id="4" creationId="{84575A5B-3415-C498-5584-CD2C8D2E36A6}"/>
          </ac:spMkLst>
        </pc:spChg>
        <pc:spChg chg="add mod">
          <ac:chgData name="Catherine Ata" userId="4e21e26771b92a65" providerId="LiveId" clId="{2230838F-8F95-4AAA-9706-5B3EFB8AD0B1}" dt="2024-08-16T03:37:06.547" v="1622" actId="14100"/>
          <ac:spMkLst>
            <pc:docMk/>
            <pc:sldMk cId="3421039714" sldId="314"/>
            <ac:spMk id="7" creationId="{84575A5B-3415-C498-5584-CD2C8D2E36A6}"/>
          </ac:spMkLst>
        </pc:spChg>
        <pc:picChg chg="mod">
          <ac:chgData name="Catherine Ata" userId="4e21e26771b92a65" providerId="LiveId" clId="{2230838F-8F95-4AAA-9706-5B3EFB8AD0B1}" dt="2024-08-16T03:37:02.738" v="1621" actId="14100"/>
          <ac:picMkLst>
            <pc:docMk/>
            <pc:sldMk cId="3421039714" sldId="314"/>
            <ac:picMk id="5" creationId="{B406A8B4-1B4F-714B-056C-B5CCF8DDC9B3}"/>
          </ac:picMkLst>
        </pc:picChg>
        <pc:picChg chg="add mod">
          <ac:chgData name="Catherine Ata" userId="4e21e26771b92a65" providerId="LiveId" clId="{2230838F-8F95-4AAA-9706-5B3EFB8AD0B1}" dt="2024-08-16T03:36:20.159" v="1574" actId="1076"/>
          <ac:picMkLst>
            <pc:docMk/>
            <pc:sldMk cId="3421039714" sldId="314"/>
            <ac:picMk id="6" creationId="{18999CC3-3861-EB35-0B6F-A86E522F2679}"/>
          </ac:picMkLst>
        </pc:picChg>
        <pc:picChg chg="add mod">
          <ac:chgData name="Catherine Ata" userId="4e21e26771b92a65" providerId="LiveId" clId="{2230838F-8F95-4AAA-9706-5B3EFB8AD0B1}" dt="2024-08-16T03:37:29.313" v="1628" actId="1076"/>
          <ac:picMkLst>
            <pc:docMk/>
            <pc:sldMk cId="3421039714" sldId="314"/>
            <ac:picMk id="8" creationId="{E0B8E39D-7CE8-DDE2-A653-CF0DBF577FAD}"/>
          </ac:picMkLst>
        </pc:picChg>
      </pc:sldChg>
      <pc:sldChg chg="addSp delSp modSp mod">
        <pc:chgData name="Catherine Ata" userId="4e21e26771b92a65" providerId="LiveId" clId="{2230838F-8F95-4AAA-9706-5B3EFB8AD0B1}" dt="2024-08-16T03:28:50.496" v="1544" actId="6549"/>
        <pc:sldMkLst>
          <pc:docMk/>
          <pc:sldMk cId="2916112725" sldId="315"/>
        </pc:sldMkLst>
        <pc:spChg chg="add del mod">
          <ac:chgData name="Catherine Ata" userId="4e21e26771b92a65" providerId="LiveId" clId="{2230838F-8F95-4AAA-9706-5B3EFB8AD0B1}" dt="2024-08-16T03:26:12.052" v="1531"/>
          <ac:spMkLst>
            <pc:docMk/>
            <pc:sldMk cId="2916112725" sldId="315"/>
            <ac:spMk id="3" creationId="{16771A3F-7EA4-9EEA-7BE9-25367F96A110}"/>
          </ac:spMkLst>
        </pc:spChg>
        <pc:spChg chg="mod">
          <ac:chgData name="Catherine Ata" userId="4e21e26771b92a65" providerId="LiveId" clId="{2230838F-8F95-4AAA-9706-5B3EFB8AD0B1}" dt="2024-08-16T03:28:50.496" v="1544" actId="6549"/>
          <ac:spMkLst>
            <pc:docMk/>
            <pc:sldMk cId="2916112725" sldId="315"/>
            <ac:spMk id="4" creationId="{84575A5B-3415-C498-5584-CD2C8D2E36A6}"/>
          </ac:spMkLst>
        </pc:spChg>
        <pc:picChg chg="add mod">
          <ac:chgData name="Catherine Ata" userId="4e21e26771b92a65" providerId="LiveId" clId="{2230838F-8F95-4AAA-9706-5B3EFB8AD0B1}" dt="2024-08-16T03:28:46.317" v="1543" actId="1076"/>
          <ac:picMkLst>
            <pc:docMk/>
            <pc:sldMk cId="2916112725" sldId="315"/>
            <ac:picMk id="7" creationId="{440DBCF3-8842-B034-EB6F-8DE5E90DEEA1}"/>
          </ac:picMkLst>
        </pc:picChg>
        <pc:picChg chg="del">
          <ac:chgData name="Catherine Ata" userId="4e21e26771b92a65" providerId="LiveId" clId="{2230838F-8F95-4AAA-9706-5B3EFB8AD0B1}" dt="2024-08-16T03:26:12.051" v="1529" actId="478"/>
          <ac:picMkLst>
            <pc:docMk/>
            <pc:sldMk cId="2916112725" sldId="315"/>
            <ac:picMk id="8" creationId="{ED14F5DB-0436-BC70-836C-73AC6347971D}"/>
          </ac:picMkLst>
        </pc:picChg>
      </pc:sldChg>
      <pc:sldChg chg="addSp delSp modSp mod">
        <pc:chgData name="Catherine Ata" userId="4e21e26771b92a65" providerId="LiveId" clId="{2230838F-8F95-4AAA-9706-5B3EFB8AD0B1}" dt="2024-08-16T03:43:42.059" v="1674" actId="113"/>
        <pc:sldMkLst>
          <pc:docMk/>
          <pc:sldMk cId="1803998004" sldId="316"/>
        </pc:sldMkLst>
        <pc:spChg chg="mod">
          <ac:chgData name="Catherine Ata" userId="4e21e26771b92a65" providerId="LiveId" clId="{2230838F-8F95-4AAA-9706-5B3EFB8AD0B1}" dt="2024-08-16T03:43:26.886" v="1670" actId="1076"/>
          <ac:spMkLst>
            <pc:docMk/>
            <pc:sldMk cId="1803998004" sldId="316"/>
            <ac:spMk id="2" creationId="{015A9661-FF9D-69C5-F671-F0E425108EDF}"/>
          </ac:spMkLst>
        </pc:spChg>
        <pc:spChg chg="del mod">
          <ac:chgData name="Catherine Ata" userId="4e21e26771b92a65" providerId="LiveId" clId="{2230838F-8F95-4AAA-9706-5B3EFB8AD0B1}" dt="2024-08-16T03:36:36.616" v="1578" actId="21"/>
          <ac:spMkLst>
            <pc:docMk/>
            <pc:sldMk cId="1803998004" sldId="316"/>
            <ac:spMk id="4" creationId="{84575A5B-3415-C498-5584-CD2C8D2E36A6}"/>
          </ac:spMkLst>
        </pc:spChg>
        <pc:spChg chg="add mod">
          <ac:chgData name="Catherine Ata" userId="4e21e26771b92a65" providerId="LiveId" clId="{2230838F-8F95-4AAA-9706-5B3EFB8AD0B1}" dt="2024-08-16T03:43:42.059" v="1674" actId="113"/>
          <ac:spMkLst>
            <pc:docMk/>
            <pc:sldMk cId="1803998004" sldId="316"/>
            <ac:spMk id="9" creationId="{0550BF21-8743-0791-C45A-C56CD9E2784B}"/>
          </ac:spMkLst>
        </pc:spChg>
        <pc:spChg chg="add del mod">
          <ac:chgData name="Catherine Ata" userId="4e21e26771b92a65" providerId="LiveId" clId="{2230838F-8F95-4AAA-9706-5B3EFB8AD0B1}" dt="2024-08-16T03:40:14.432" v="1653"/>
          <ac:spMkLst>
            <pc:docMk/>
            <pc:sldMk cId="1803998004" sldId="316"/>
            <ac:spMk id="10" creationId="{E02DA46D-35E6-DDE1-8675-DE3970E7DBB4}"/>
          </ac:spMkLst>
        </pc:spChg>
        <pc:picChg chg="del">
          <ac:chgData name="Catherine Ata" userId="4e21e26771b92a65" providerId="LiveId" clId="{2230838F-8F95-4AAA-9706-5B3EFB8AD0B1}" dt="2024-08-16T03:33:23.125" v="1565" actId="478"/>
          <ac:picMkLst>
            <pc:docMk/>
            <pc:sldMk cId="1803998004" sldId="316"/>
            <ac:picMk id="6" creationId="{18999CC3-3861-EB35-0B6F-A86E522F2679}"/>
          </ac:picMkLst>
        </pc:picChg>
        <pc:picChg chg="add del mod">
          <ac:chgData name="Catherine Ata" userId="4e21e26771b92a65" providerId="LiveId" clId="{2230838F-8F95-4AAA-9706-5B3EFB8AD0B1}" dt="2024-08-16T03:36:36.616" v="1578" actId="21"/>
          <ac:picMkLst>
            <pc:docMk/>
            <pc:sldMk cId="1803998004" sldId="316"/>
            <ac:picMk id="7" creationId="{E0B8E39D-7CE8-DDE2-A653-CF0DBF577FAD}"/>
          </ac:picMkLst>
        </pc:picChg>
        <pc:picChg chg="add mod ord">
          <ac:chgData name="Catherine Ata" userId="4e21e26771b92a65" providerId="LiveId" clId="{2230838F-8F95-4AAA-9706-5B3EFB8AD0B1}" dt="2024-08-16T03:43:37.240" v="1673" actId="1076"/>
          <ac:picMkLst>
            <pc:docMk/>
            <pc:sldMk cId="1803998004" sldId="316"/>
            <ac:picMk id="12" creationId="{1C29EC72-5001-E961-64C7-D2F63630CC39}"/>
          </ac:picMkLst>
        </pc:picChg>
        <pc:picChg chg="add mod">
          <ac:chgData name="Catherine Ata" userId="4e21e26771b92a65" providerId="LiveId" clId="{2230838F-8F95-4AAA-9706-5B3EFB8AD0B1}" dt="2024-08-16T03:43:33.325" v="1672" actId="1076"/>
          <ac:picMkLst>
            <pc:docMk/>
            <pc:sldMk cId="1803998004" sldId="316"/>
            <ac:picMk id="14" creationId="{A45C0987-138E-39AA-08FF-E04A1FEFC5F1}"/>
          </ac:picMkLst>
        </pc:picChg>
      </pc:sldChg>
    </pc:docChg>
  </pc:docChgLst>
  <pc:docChgLst>
    <pc:chgData name="Catherine Ata" userId="4e21e26771b92a65" providerId="LiveId" clId="{256C286F-8067-4BF8-BB7E-61D876326F7B}"/>
    <pc:docChg chg="custSel addSld delSld modSld">
      <pc:chgData name="Catherine Ata" userId="4e21e26771b92a65" providerId="LiveId" clId="{256C286F-8067-4BF8-BB7E-61D876326F7B}" dt="2024-08-19T17:38:24.711" v="6" actId="47"/>
      <pc:docMkLst>
        <pc:docMk/>
      </pc:docMkLst>
      <pc:sldChg chg="addSp delSp modSp del mod">
        <pc:chgData name="Catherine Ata" userId="4e21e26771b92a65" providerId="LiveId" clId="{256C286F-8067-4BF8-BB7E-61D876326F7B}" dt="2024-08-19T17:38:24.711" v="6" actId="47"/>
        <pc:sldMkLst>
          <pc:docMk/>
          <pc:sldMk cId="1918334880" sldId="280"/>
        </pc:sldMkLst>
        <pc:picChg chg="add mod">
          <ac:chgData name="Catherine Ata" userId="4e21e26771b92a65" providerId="LiveId" clId="{256C286F-8067-4BF8-BB7E-61D876326F7B}" dt="2024-08-19T17:38:12.170" v="3"/>
          <ac:picMkLst>
            <pc:docMk/>
            <pc:sldMk cId="1918334880" sldId="280"/>
            <ac:picMk id="4" creationId="{5D2F2BA4-E7D1-569E-32DA-F7235108C7A5}"/>
          </ac:picMkLst>
        </pc:picChg>
        <pc:picChg chg="del">
          <ac:chgData name="Catherine Ata" userId="4e21e26771b92a65" providerId="LiveId" clId="{256C286F-8067-4BF8-BB7E-61D876326F7B}" dt="2024-08-19T17:38:07.046" v="2" actId="478"/>
          <ac:picMkLst>
            <pc:docMk/>
            <pc:sldMk cId="1918334880" sldId="280"/>
            <ac:picMk id="5" creationId="{05431304-42F6-92B7-EC89-117F3F3C73C9}"/>
          </ac:picMkLst>
        </pc:picChg>
      </pc:sldChg>
      <pc:sldChg chg="addSp modSp add mod">
        <pc:chgData name="Catherine Ata" userId="4e21e26771b92a65" providerId="LiveId" clId="{256C286F-8067-4BF8-BB7E-61D876326F7B}" dt="2024-08-19T17:38:19.993" v="5" actId="14100"/>
        <pc:sldMkLst>
          <pc:docMk/>
          <pc:sldMk cId="2097729747" sldId="317"/>
        </pc:sldMkLst>
        <pc:spChg chg="mod">
          <ac:chgData name="Catherine Ata" userId="4e21e26771b92a65" providerId="LiveId" clId="{256C286F-8067-4BF8-BB7E-61D876326F7B}" dt="2024-08-19T17:37:51.301" v="1" actId="255"/>
          <ac:spMkLst>
            <pc:docMk/>
            <pc:sldMk cId="2097729747" sldId="317"/>
            <ac:spMk id="35" creationId="{2E39E904-5817-CC25-B119-1FC34C203D7D}"/>
          </ac:spMkLst>
        </pc:spChg>
        <pc:picChg chg="add mod">
          <ac:chgData name="Catherine Ata" userId="4e21e26771b92a65" providerId="LiveId" clId="{256C286F-8067-4BF8-BB7E-61D876326F7B}" dt="2024-08-19T17:38:19.993" v="5" actId="14100"/>
          <ac:picMkLst>
            <pc:docMk/>
            <pc:sldMk cId="2097729747" sldId="317"/>
            <ac:picMk id="47" creationId="{AAC0C10D-11DF-3355-96FE-C9E0FF53D621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6" Type="http://schemas.openxmlformats.org/officeDocument/2006/relationships/image" Target="../media/image19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6" Type="http://schemas.openxmlformats.org/officeDocument/2006/relationships/image" Target="../media/image19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66E9AE-0F49-4324-B5C6-88E68B146997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19ECCBC-1C2D-4583-93E1-94FCD721FF7B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DataFrame</a:t>
          </a:r>
          <a:endParaRPr lang="en-US" dirty="0">
            <a:latin typeface="Tw Cen MT" panose="020B0602020104020603"/>
          </a:endParaRPr>
        </a:p>
      </dgm:t>
    </dgm:pt>
    <dgm:pt modelId="{FF0B93B4-73BA-4D0D-AAF9-FABB27D36A0D}" type="parTrans" cxnId="{3B26B2A0-5664-4BD3-AB8B-867B01439991}">
      <dgm:prSet/>
      <dgm:spPr/>
      <dgm:t>
        <a:bodyPr/>
        <a:lstStyle/>
        <a:p>
          <a:endParaRPr lang="en-US"/>
        </a:p>
      </dgm:t>
    </dgm:pt>
    <dgm:pt modelId="{F0C66AA7-AD83-4460-9983-1C9337D8233E}" type="sibTrans" cxnId="{3B26B2A0-5664-4BD3-AB8B-867B01439991}">
      <dgm:prSet/>
      <dgm:spPr/>
      <dgm:t>
        <a:bodyPr/>
        <a:lstStyle/>
        <a:p>
          <a:endParaRPr lang="en-US"/>
        </a:p>
      </dgm:t>
    </dgm:pt>
    <dgm:pt modelId="{123CA527-F461-4E18-A687-CC76F81AAF73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Series</a:t>
          </a:r>
        </a:p>
      </dgm:t>
    </dgm:pt>
    <dgm:pt modelId="{3FBF6678-64F9-43DB-A96A-BDDB8A23262C}" type="parTrans" cxnId="{57C2A833-13CA-4EF9-91D6-43B25AD96C18}">
      <dgm:prSet/>
      <dgm:spPr/>
      <dgm:t>
        <a:bodyPr/>
        <a:lstStyle/>
        <a:p>
          <a:endParaRPr lang="en-US"/>
        </a:p>
      </dgm:t>
    </dgm:pt>
    <dgm:pt modelId="{C4BA7B2F-5E35-4CC9-BF1F-5387045A477B}" type="sibTrans" cxnId="{57C2A833-13CA-4EF9-91D6-43B25AD96C18}">
      <dgm:prSet/>
      <dgm:spPr/>
      <dgm:t>
        <a:bodyPr/>
        <a:lstStyle/>
        <a:p>
          <a:endParaRPr lang="en-US"/>
        </a:p>
      </dgm:t>
    </dgm:pt>
    <dgm:pt modelId="{53817A21-049B-4BAD-A82F-22102381179B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Reindexing </a:t>
          </a:r>
          <a:endParaRPr lang="en-US" dirty="0">
            <a:latin typeface="Tw Cen MT" panose="020B0602020104020603"/>
          </a:endParaRPr>
        </a:p>
      </dgm:t>
    </dgm:pt>
    <dgm:pt modelId="{C32E129F-64D5-4547-AEE6-82C822FD9591}" type="parTrans" cxnId="{CB91B84D-E785-401D-BCA7-B6B5EA5900A3}">
      <dgm:prSet/>
      <dgm:spPr/>
      <dgm:t>
        <a:bodyPr/>
        <a:lstStyle/>
        <a:p>
          <a:endParaRPr lang="en-US"/>
        </a:p>
      </dgm:t>
    </dgm:pt>
    <dgm:pt modelId="{15C8615F-D057-4635-A15E-49B61BA08C04}" type="sibTrans" cxnId="{CB91B84D-E785-401D-BCA7-B6B5EA5900A3}">
      <dgm:prSet/>
      <dgm:spPr/>
      <dgm:t>
        <a:bodyPr/>
        <a:lstStyle/>
        <a:p>
          <a:endParaRPr lang="en-US"/>
        </a:p>
      </dgm:t>
    </dgm:pt>
    <dgm:pt modelId="{1A2C24AF-17A1-463A-BE72-EB4052590AE7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Dropping Entries </a:t>
          </a:r>
          <a:endParaRPr lang="en-US" dirty="0">
            <a:latin typeface="Tw Cen MT" panose="020B0602020104020603"/>
          </a:endParaRPr>
        </a:p>
      </dgm:t>
    </dgm:pt>
    <dgm:pt modelId="{EDC29BC1-D456-4DD4-BC50-696EEBFB87EF}" type="parTrans" cxnId="{BF05D25A-6ED5-4C5B-B104-256F4CFA9E95}">
      <dgm:prSet/>
      <dgm:spPr/>
      <dgm:t>
        <a:bodyPr/>
        <a:lstStyle/>
        <a:p>
          <a:endParaRPr lang="en-US"/>
        </a:p>
      </dgm:t>
    </dgm:pt>
    <dgm:pt modelId="{B6859377-C941-4AB4-9194-DC121BB4DA6B}" type="sibTrans" cxnId="{BF05D25A-6ED5-4C5B-B104-256F4CFA9E95}">
      <dgm:prSet/>
      <dgm:spPr/>
      <dgm:t>
        <a:bodyPr/>
        <a:lstStyle/>
        <a:p>
          <a:endParaRPr lang="en-US"/>
        </a:p>
      </dgm:t>
    </dgm:pt>
    <dgm:pt modelId="{E939FF05-AF86-4B4B-9B97-37F06A76EBE8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Index, Selection, and Filtering</a:t>
          </a:r>
          <a:endParaRPr lang="en-US" dirty="0">
            <a:latin typeface="Tw Cen MT" panose="020B0602020104020603"/>
          </a:endParaRPr>
        </a:p>
      </dgm:t>
    </dgm:pt>
    <dgm:pt modelId="{6B67D212-33A7-4E67-B4FF-D48E18DC4CA6}" type="parTrans" cxnId="{46D8CE8D-EFB1-497F-BDC3-74A8645CD375}">
      <dgm:prSet/>
      <dgm:spPr/>
      <dgm:t>
        <a:bodyPr/>
        <a:lstStyle/>
        <a:p>
          <a:endParaRPr lang="en-US"/>
        </a:p>
      </dgm:t>
    </dgm:pt>
    <dgm:pt modelId="{17421C65-158F-4993-B538-05EBEF49E044}" type="sibTrans" cxnId="{46D8CE8D-EFB1-497F-BDC3-74A8645CD375}">
      <dgm:prSet/>
      <dgm:spPr/>
      <dgm:t>
        <a:bodyPr/>
        <a:lstStyle/>
        <a:p>
          <a:endParaRPr lang="en-US"/>
        </a:p>
      </dgm:t>
    </dgm:pt>
    <dgm:pt modelId="{E40025F6-0AD3-4654-BF20-BF0B509BAF0F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w Cen MT" panose="020B0602020104020603"/>
            </a:rPr>
            <a:t>Fill </a:t>
          </a:r>
          <a:r>
            <a:rPr lang="en-US" dirty="0" err="1">
              <a:latin typeface="Tw Cen MT" panose="020B0602020104020603"/>
            </a:rPr>
            <a:t>NaNs</a:t>
          </a:r>
          <a:r>
            <a:rPr lang="en-US" dirty="0">
              <a:latin typeface="Tw Cen MT" panose="020B0602020104020603"/>
            </a:rPr>
            <a:t> and Nas</a:t>
          </a:r>
        </a:p>
      </dgm:t>
    </dgm:pt>
    <dgm:pt modelId="{C19C7B2E-23E4-4DD3-92A2-822FC8A5DABF}" type="parTrans" cxnId="{58E6DA93-513E-4EA3-80E4-C2BF411EAC85}">
      <dgm:prSet/>
      <dgm:spPr/>
      <dgm:t>
        <a:bodyPr/>
        <a:lstStyle/>
        <a:p>
          <a:endParaRPr lang="en-US"/>
        </a:p>
      </dgm:t>
    </dgm:pt>
    <dgm:pt modelId="{AC6AA6BC-AB21-49A0-BAAD-671033DF9CD0}" type="sibTrans" cxnId="{58E6DA93-513E-4EA3-80E4-C2BF411EAC85}">
      <dgm:prSet/>
      <dgm:spPr/>
      <dgm:t>
        <a:bodyPr/>
        <a:lstStyle/>
        <a:p>
          <a:endParaRPr lang="en-US"/>
        </a:p>
      </dgm:t>
    </dgm:pt>
    <dgm:pt modelId="{DC8A2BDE-121F-4083-AB1A-5F62EB75E6F8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w Cen MT" panose="020B0602020104020603"/>
            </a:rPr>
            <a:t>Apply and Map</a:t>
          </a:r>
        </a:p>
      </dgm:t>
    </dgm:pt>
    <dgm:pt modelId="{AA98E51E-A90F-473A-A88F-0B682953A441}" type="parTrans" cxnId="{60FA1634-C4B5-426A-A871-32BD511EB0B3}">
      <dgm:prSet/>
      <dgm:spPr/>
      <dgm:t>
        <a:bodyPr/>
        <a:lstStyle/>
        <a:p>
          <a:endParaRPr lang="en-US"/>
        </a:p>
      </dgm:t>
    </dgm:pt>
    <dgm:pt modelId="{A3806DA7-BE1A-4520-AFD5-BF6FF437889D}" type="sibTrans" cxnId="{60FA1634-C4B5-426A-A871-32BD511EB0B3}">
      <dgm:prSet/>
      <dgm:spPr/>
      <dgm:t>
        <a:bodyPr/>
        <a:lstStyle/>
        <a:p>
          <a:endParaRPr lang="en-US"/>
        </a:p>
      </dgm:t>
    </dgm:pt>
    <dgm:pt modelId="{0D130718-899F-4566-9BE5-1132AABCF6BF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w Cen MT" panose="020B0602020104020603"/>
            </a:rPr>
            <a:t>Sort and Rank</a:t>
          </a:r>
        </a:p>
      </dgm:t>
    </dgm:pt>
    <dgm:pt modelId="{06EED396-986F-4013-9E86-123A428717BB}" type="parTrans" cxnId="{0A5E9459-DE55-4E15-B363-AD97CA6D6569}">
      <dgm:prSet/>
      <dgm:spPr/>
      <dgm:t>
        <a:bodyPr/>
        <a:lstStyle/>
        <a:p>
          <a:endParaRPr lang="en-US"/>
        </a:p>
      </dgm:t>
    </dgm:pt>
    <dgm:pt modelId="{1D6463D2-CC75-470F-B5B4-FEF0818A1B9A}" type="sibTrans" cxnId="{0A5E9459-DE55-4E15-B363-AD97CA6D6569}">
      <dgm:prSet/>
      <dgm:spPr/>
      <dgm:t>
        <a:bodyPr/>
        <a:lstStyle/>
        <a:p>
          <a:endParaRPr lang="en-US"/>
        </a:p>
      </dgm:t>
    </dgm:pt>
    <dgm:pt modelId="{10CA44A9-4959-499A-A363-A08535EF544F}" type="pres">
      <dgm:prSet presAssocID="{9B66E9AE-0F49-4324-B5C6-88E68B146997}" presName="root" presStyleCnt="0">
        <dgm:presLayoutVars>
          <dgm:dir/>
          <dgm:resizeHandles val="exact"/>
        </dgm:presLayoutVars>
      </dgm:prSet>
      <dgm:spPr/>
    </dgm:pt>
    <dgm:pt modelId="{EEDD18F5-9F8C-4089-8A75-C6BD16B38CA6}" type="pres">
      <dgm:prSet presAssocID="{123CA527-F461-4E18-A687-CC76F81AAF73}" presName="compNode" presStyleCnt="0"/>
      <dgm:spPr/>
    </dgm:pt>
    <dgm:pt modelId="{0814F3A1-CD53-419E-83A4-F783A7116386}" type="pres">
      <dgm:prSet presAssocID="{123CA527-F461-4E18-A687-CC76F81AAF73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st outline"/>
        </a:ext>
      </dgm:extLst>
    </dgm:pt>
    <dgm:pt modelId="{F8DF0C83-2C59-41A8-914C-7F2C309E724A}" type="pres">
      <dgm:prSet presAssocID="{123CA527-F461-4E18-A687-CC76F81AAF73}" presName="spaceRect" presStyleCnt="0"/>
      <dgm:spPr/>
    </dgm:pt>
    <dgm:pt modelId="{99AA4B7A-7B62-4054-AE6D-969BB35E1D8E}" type="pres">
      <dgm:prSet presAssocID="{123CA527-F461-4E18-A687-CC76F81AAF73}" presName="textRect" presStyleLbl="revTx" presStyleIdx="0" presStyleCnt="8">
        <dgm:presLayoutVars>
          <dgm:chMax val="1"/>
          <dgm:chPref val="1"/>
        </dgm:presLayoutVars>
      </dgm:prSet>
      <dgm:spPr/>
    </dgm:pt>
    <dgm:pt modelId="{4883C540-9B60-49C6-B1D9-32811662813E}" type="pres">
      <dgm:prSet presAssocID="{C4BA7B2F-5E35-4CC9-BF1F-5387045A477B}" presName="sibTrans" presStyleCnt="0"/>
      <dgm:spPr/>
    </dgm:pt>
    <dgm:pt modelId="{E07642E3-304A-4D0F-9EBE-B75F071BA922}" type="pres">
      <dgm:prSet presAssocID="{619ECCBC-1C2D-4583-93E1-94FCD721FF7B}" presName="compNode" presStyleCnt="0"/>
      <dgm:spPr/>
    </dgm:pt>
    <dgm:pt modelId="{8A12C76D-7773-482B-B37F-DF6AF354445F}" type="pres">
      <dgm:prSet presAssocID="{619ECCBC-1C2D-4583-93E1-94FCD721FF7B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 outline"/>
        </a:ext>
      </dgm:extLst>
    </dgm:pt>
    <dgm:pt modelId="{2E467A88-5C8F-4BCC-8E95-48FC3A0EF276}" type="pres">
      <dgm:prSet presAssocID="{619ECCBC-1C2D-4583-93E1-94FCD721FF7B}" presName="spaceRect" presStyleCnt="0"/>
      <dgm:spPr/>
    </dgm:pt>
    <dgm:pt modelId="{76F9C2DC-65A1-40A1-8D0D-3D60928F23DE}" type="pres">
      <dgm:prSet presAssocID="{619ECCBC-1C2D-4583-93E1-94FCD721FF7B}" presName="textRect" presStyleLbl="revTx" presStyleIdx="1" presStyleCnt="8">
        <dgm:presLayoutVars>
          <dgm:chMax val="1"/>
          <dgm:chPref val="1"/>
        </dgm:presLayoutVars>
      </dgm:prSet>
      <dgm:spPr/>
    </dgm:pt>
    <dgm:pt modelId="{5097F657-3733-4933-8A5E-9EC7FDD98F28}" type="pres">
      <dgm:prSet presAssocID="{F0C66AA7-AD83-4460-9983-1C9337D8233E}" presName="sibTrans" presStyleCnt="0"/>
      <dgm:spPr/>
    </dgm:pt>
    <dgm:pt modelId="{DA0B912E-3448-4E84-8577-F13483268D58}" type="pres">
      <dgm:prSet presAssocID="{53817A21-049B-4BAD-A82F-22102381179B}" presName="compNode" presStyleCnt="0"/>
      <dgm:spPr/>
    </dgm:pt>
    <dgm:pt modelId="{ADFF95CB-B70E-4C7E-B008-CE3ACFFCD615}" type="pres">
      <dgm:prSet presAssocID="{53817A21-049B-4BAD-A82F-22102381179B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 outline"/>
        </a:ext>
      </dgm:extLst>
    </dgm:pt>
    <dgm:pt modelId="{96499A3A-00A6-47BF-BA01-CB7C5963BEB2}" type="pres">
      <dgm:prSet presAssocID="{53817A21-049B-4BAD-A82F-22102381179B}" presName="spaceRect" presStyleCnt="0"/>
      <dgm:spPr/>
    </dgm:pt>
    <dgm:pt modelId="{4F0BEC83-7983-42C8-8A58-1EC453F6B5E4}" type="pres">
      <dgm:prSet presAssocID="{53817A21-049B-4BAD-A82F-22102381179B}" presName="textRect" presStyleLbl="revTx" presStyleIdx="2" presStyleCnt="8">
        <dgm:presLayoutVars>
          <dgm:chMax val="1"/>
          <dgm:chPref val="1"/>
        </dgm:presLayoutVars>
      </dgm:prSet>
      <dgm:spPr/>
    </dgm:pt>
    <dgm:pt modelId="{6B4BBF4F-8A25-47CB-AE66-6567D8CC596B}" type="pres">
      <dgm:prSet presAssocID="{15C8615F-D057-4635-A15E-49B61BA08C04}" presName="sibTrans" presStyleCnt="0"/>
      <dgm:spPr/>
    </dgm:pt>
    <dgm:pt modelId="{A0E82234-09D2-443C-A916-55B8BB34F7BF}" type="pres">
      <dgm:prSet presAssocID="{1A2C24AF-17A1-463A-BE72-EB4052590AE7}" presName="compNode" presStyleCnt="0"/>
      <dgm:spPr/>
    </dgm:pt>
    <dgm:pt modelId="{B3480A97-DE45-438B-8779-BE301AA981E0}" type="pres">
      <dgm:prSet presAssocID="{1A2C24AF-17A1-463A-BE72-EB4052590AE7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wnward trend graph outline"/>
        </a:ext>
      </dgm:extLst>
    </dgm:pt>
    <dgm:pt modelId="{BE99ACF1-876C-4889-943C-11E393B607B0}" type="pres">
      <dgm:prSet presAssocID="{1A2C24AF-17A1-463A-BE72-EB4052590AE7}" presName="spaceRect" presStyleCnt="0"/>
      <dgm:spPr/>
    </dgm:pt>
    <dgm:pt modelId="{ABF161C7-BA7F-431F-9138-293675AFEB16}" type="pres">
      <dgm:prSet presAssocID="{1A2C24AF-17A1-463A-BE72-EB4052590AE7}" presName="textRect" presStyleLbl="revTx" presStyleIdx="3" presStyleCnt="8">
        <dgm:presLayoutVars>
          <dgm:chMax val="1"/>
          <dgm:chPref val="1"/>
        </dgm:presLayoutVars>
      </dgm:prSet>
      <dgm:spPr/>
    </dgm:pt>
    <dgm:pt modelId="{44C6396F-DDCF-4EF0-8AAF-BB48CCDC6FA3}" type="pres">
      <dgm:prSet presAssocID="{B6859377-C941-4AB4-9194-DC121BB4DA6B}" presName="sibTrans" presStyleCnt="0"/>
      <dgm:spPr/>
    </dgm:pt>
    <dgm:pt modelId="{4AD4A829-0D6C-432E-8E0A-B4A350A04E8D}" type="pres">
      <dgm:prSet presAssocID="{E939FF05-AF86-4B4B-9B97-37F06A76EBE8}" presName="compNode" presStyleCnt="0"/>
      <dgm:spPr/>
    </dgm:pt>
    <dgm:pt modelId="{6C60266E-6EC6-43E2-ADF6-0E357621C12E}" type="pres">
      <dgm:prSet presAssocID="{E939FF05-AF86-4B4B-9B97-37F06A76EBE8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 outline"/>
        </a:ext>
      </dgm:extLst>
    </dgm:pt>
    <dgm:pt modelId="{E4937327-B98A-45B3-8376-EA73CD5BED30}" type="pres">
      <dgm:prSet presAssocID="{E939FF05-AF86-4B4B-9B97-37F06A76EBE8}" presName="spaceRect" presStyleCnt="0"/>
      <dgm:spPr/>
    </dgm:pt>
    <dgm:pt modelId="{B5D583BE-912B-4715-8BAA-A141171D9F32}" type="pres">
      <dgm:prSet presAssocID="{E939FF05-AF86-4B4B-9B97-37F06A76EBE8}" presName="textRect" presStyleLbl="revTx" presStyleIdx="4" presStyleCnt="8">
        <dgm:presLayoutVars>
          <dgm:chMax val="1"/>
          <dgm:chPref val="1"/>
        </dgm:presLayoutVars>
      </dgm:prSet>
      <dgm:spPr/>
    </dgm:pt>
    <dgm:pt modelId="{312B11B4-9D69-42ED-BA75-83C017C03CA0}" type="pres">
      <dgm:prSet presAssocID="{17421C65-158F-4993-B538-05EBEF49E044}" presName="sibTrans" presStyleCnt="0"/>
      <dgm:spPr/>
    </dgm:pt>
    <dgm:pt modelId="{0FE1A7C0-8945-456B-B28C-35304C686F72}" type="pres">
      <dgm:prSet presAssocID="{E40025F6-0AD3-4654-BF20-BF0B509BAF0F}" presName="compNode" presStyleCnt="0"/>
      <dgm:spPr/>
    </dgm:pt>
    <dgm:pt modelId="{3F9CE24F-A870-41EE-A4BD-00872BBA6A25}" type="pres">
      <dgm:prSet presAssocID="{E40025F6-0AD3-4654-BF20-BF0B509BAF0F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ipboard outline"/>
        </a:ext>
      </dgm:extLst>
    </dgm:pt>
    <dgm:pt modelId="{ECAD411A-E536-4A6F-B703-E0BA1BC8C853}" type="pres">
      <dgm:prSet presAssocID="{E40025F6-0AD3-4654-BF20-BF0B509BAF0F}" presName="spaceRect" presStyleCnt="0"/>
      <dgm:spPr/>
    </dgm:pt>
    <dgm:pt modelId="{48ED9495-59FB-471F-9371-B5181941E83A}" type="pres">
      <dgm:prSet presAssocID="{E40025F6-0AD3-4654-BF20-BF0B509BAF0F}" presName="textRect" presStyleLbl="revTx" presStyleIdx="5" presStyleCnt="8">
        <dgm:presLayoutVars>
          <dgm:chMax val="1"/>
          <dgm:chPref val="1"/>
        </dgm:presLayoutVars>
      </dgm:prSet>
      <dgm:spPr/>
    </dgm:pt>
    <dgm:pt modelId="{6AE0A3D4-39C5-41C5-ADFC-1651C7D0050B}" type="pres">
      <dgm:prSet presAssocID="{AC6AA6BC-AB21-49A0-BAAD-671033DF9CD0}" presName="sibTrans" presStyleCnt="0"/>
      <dgm:spPr/>
    </dgm:pt>
    <dgm:pt modelId="{574D0094-E072-4143-8E26-396037C8D4F1}" type="pres">
      <dgm:prSet presAssocID="{DC8A2BDE-121F-4083-AB1A-5F62EB75E6F8}" presName="compNode" presStyleCnt="0"/>
      <dgm:spPr/>
    </dgm:pt>
    <dgm:pt modelId="{8E255B39-A605-4696-BD85-4EC13CC81861}" type="pres">
      <dgm:prSet presAssocID="{DC8A2BDE-121F-4083-AB1A-5F62EB75E6F8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rawing compass outline"/>
        </a:ext>
      </dgm:extLst>
    </dgm:pt>
    <dgm:pt modelId="{1AEF6FB8-E442-4403-8D7B-504550A308F8}" type="pres">
      <dgm:prSet presAssocID="{DC8A2BDE-121F-4083-AB1A-5F62EB75E6F8}" presName="spaceRect" presStyleCnt="0"/>
      <dgm:spPr/>
    </dgm:pt>
    <dgm:pt modelId="{14547B97-43F9-4FCC-9D5C-6D2D1DFF7424}" type="pres">
      <dgm:prSet presAssocID="{DC8A2BDE-121F-4083-AB1A-5F62EB75E6F8}" presName="textRect" presStyleLbl="revTx" presStyleIdx="6" presStyleCnt="8">
        <dgm:presLayoutVars>
          <dgm:chMax val="1"/>
          <dgm:chPref val="1"/>
        </dgm:presLayoutVars>
      </dgm:prSet>
      <dgm:spPr/>
    </dgm:pt>
    <dgm:pt modelId="{4E281F14-CD07-4B1E-A665-62694DA974C5}" type="pres">
      <dgm:prSet presAssocID="{A3806DA7-BE1A-4520-AFD5-BF6FF437889D}" presName="sibTrans" presStyleCnt="0"/>
      <dgm:spPr/>
    </dgm:pt>
    <dgm:pt modelId="{D57A9BC3-E3EA-414A-ABFC-247F1D90C61B}" type="pres">
      <dgm:prSet presAssocID="{0D130718-899F-4566-9BE5-1132AABCF6BF}" presName="compNode" presStyleCnt="0"/>
      <dgm:spPr/>
    </dgm:pt>
    <dgm:pt modelId="{28C8EF5A-9362-466C-8892-F37E88846577}" type="pres">
      <dgm:prSet presAssocID="{0D130718-899F-4566-9BE5-1132AABCF6BF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ort outline"/>
        </a:ext>
      </dgm:extLst>
    </dgm:pt>
    <dgm:pt modelId="{AC66C657-97E3-43B2-8CC0-E96C0AB4A278}" type="pres">
      <dgm:prSet presAssocID="{0D130718-899F-4566-9BE5-1132AABCF6BF}" presName="spaceRect" presStyleCnt="0"/>
      <dgm:spPr/>
    </dgm:pt>
    <dgm:pt modelId="{4A4D0DBA-E761-4470-A5CE-A48CEB32FD61}" type="pres">
      <dgm:prSet presAssocID="{0D130718-899F-4566-9BE5-1132AABCF6BF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57C2A833-13CA-4EF9-91D6-43B25AD96C18}" srcId="{9B66E9AE-0F49-4324-B5C6-88E68B146997}" destId="{123CA527-F461-4E18-A687-CC76F81AAF73}" srcOrd="0" destOrd="0" parTransId="{3FBF6678-64F9-43DB-A96A-BDDB8A23262C}" sibTransId="{C4BA7B2F-5E35-4CC9-BF1F-5387045A477B}"/>
    <dgm:cxn modelId="{60FA1634-C4B5-426A-A871-32BD511EB0B3}" srcId="{9B66E9AE-0F49-4324-B5C6-88E68B146997}" destId="{DC8A2BDE-121F-4083-AB1A-5F62EB75E6F8}" srcOrd="6" destOrd="0" parTransId="{AA98E51E-A90F-473A-A88F-0B682953A441}" sibTransId="{A3806DA7-BE1A-4520-AFD5-BF6FF437889D}"/>
    <dgm:cxn modelId="{77512863-C49D-4AF7-AE2F-E61C1E550443}" type="presOf" srcId="{0D130718-899F-4566-9BE5-1132AABCF6BF}" destId="{4A4D0DBA-E761-4470-A5CE-A48CEB32FD61}" srcOrd="0" destOrd="0" presId="urn:microsoft.com/office/officeart/2018/2/layout/IconLabelList"/>
    <dgm:cxn modelId="{CB91B84D-E785-401D-BCA7-B6B5EA5900A3}" srcId="{9B66E9AE-0F49-4324-B5C6-88E68B146997}" destId="{53817A21-049B-4BAD-A82F-22102381179B}" srcOrd="2" destOrd="0" parTransId="{C32E129F-64D5-4547-AEE6-82C822FD9591}" sibTransId="{15C8615F-D057-4635-A15E-49B61BA08C04}"/>
    <dgm:cxn modelId="{486B9C4E-01C4-4B57-8EEF-A0472CFF642A}" type="presOf" srcId="{DC8A2BDE-121F-4083-AB1A-5F62EB75E6F8}" destId="{14547B97-43F9-4FCC-9D5C-6D2D1DFF7424}" srcOrd="0" destOrd="0" presId="urn:microsoft.com/office/officeart/2018/2/layout/IconLabelList"/>
    <dgm:cxn modelId="{0A5E9459-DE55-4E15-B363-AD97CA6D6569}" srcId="{9B66E9AE-0F49-4324-B5C6-88E68B146997}" destId="{0D130718-899F-4566-9BE5-1132AABCF6BF}" srcOrd="7" destOrd="0" parTransId="{06EED396-986F-4013-9E86-123A428717BB}" sibTransId="{1D6463D2-CC75-470F-B5B4-FEF0818A1B9A}"/>
    <dgm:cxn modelId="{BF05D25A-6ED5-4C5B-B104-256F4CFA9E95}" srcId="{9B66E9AE-0F49-4324-B5C6-88E68B146997}" destId="{1A2C24AF-17A1-463A-BE72-EB4052590AE7}" srcOrd="3" destOrd="0" parTransId="{EDC29BC1-D456-4DD4-BC50-696EEBFB87EF}" sibTransId="{B6859377-C941-4AB4-9194-DC121BB4DA6B}"/>
    <dgm:cxn modelId="{B5AF6881-3E32-486B-A331-7E30C0529771}" type="presOf" srcId="{619ECCBC-1C2D-4583-93E1-94FCD721FF7B}" destId="{76F9C2DC-65A1-40A1-8D0D-3D60928F23DE}" srcOrd="0" destOrd="0" presId="urn:microsoft.com/office/officeart/2018/2/layout/IconLabelList"/>
    <dgm:cxn modelId="{46D8CE8D-EFB1-497F-BDC3-74A8645CD375}" srcId="{9B66E9AE-0F49-4324-B5C6-88E68B146997}" destId="{E939FF05-AF86-4B4B-9B97-37F06A76EBE8}" srcOrd="4" destOrd="0" parTransId="{6B67D212-33A7-4E67-B4FF-D48E18DC4CA6}" sibTransId="{17421C65-158F-4993-B538-05EBEF49E044}"/>
    <dgm:cxn modelId="{58E6DA93-513E-4EA3-80E4-C2BF411EAC85}" srcId="{9B66E9AE-0F49-4324-B5C6-88E68B146997}" destId="{E40025F6-0AD3-4654-BF20-BF0B509BAF0F}" srcOrd="5" destOrd="0" parTransId="{C19C7B2E-23E4-4DD3-92A2-822FC8A5DABF}" sibTransId="{AC6AA6BC-AB21-49A0-BAAD-671033DF9CD0}"/>
    <dgm:cxn modelId="{3B26B2A0-5664-4BD3-AB8B-867B01439991}" srcId="{9B66E9AE-0F49-4324-B5C6-88E68B146997}" destId="{619ECCBC-1C2D-4583-93E1-94FCD721FF7B}" srcOrd="1" destOrd="0" parTransId="{FF0B93B4-73BA-4D0D-AAF9-FABB27D36A0D}" sibTransId="{F0C66AA7-AD83-4460-9983-1C9337D8233E}"/>
    <dgm:cxn modelId="{FBFA43BD-43CB-41B6-8E4F-FF4AEC28D655}" type="presOf" srcId="{9B66E9AE-0F49-4324-B5C6-88E68B146997}" destId="{10CA44A9-4959-499A-A363-A08535EF544F}" srcOrd="0" destOrd="0" presId="urn:microsoft.com/office/officeart/2018/2/layout/IconLabelList"/>
    <dgm:cxn modelId="{4D986BD7-D6B4-49A2-985A-A0013FE28A38}" type="presOf" srcId="{123CA527-F461-4E18-A687-CC76F81AAF73}" destId="{99AA4B7A-7B62-4054-AE6D-969BB35E1D8E}" srcOrd="0" destOrd="0" presId="urn:microsoft.com/office/officeart/2018/2/layout/IconLabelList"/>
    <dgm:cxn modelId="{A04076E2-B36F-4031-9051-FABE55786C20}" type="presOf" srcId="{E40025F6-0AD3-4654-BF20-BF0B509BAF0F}" destId="{48ED9495-59FB-471F-9371-B5181941E83A}" srcOrd="0" destOrd="0" presId="urn:microsoft.com/office/officeart/2018/2/layout/IconLabelList"/>
    <dgm:cxn modelId="{CBACBFE4-1734-40A9-A88B-457A4DB3EA58}" type="presOf" srcId="{E939FF05-AF86-4B4B-9B97-37F06A76EBE8}" destId="{B5D583BE-912B-4715-8BAA-A141171D9F32}" srcOrd="0" destOrd="0" presId="urn:microsoft.com/office/officeart/2018/2/layout/IconLabelList"/>
    <dgm:cxn modelId="{CC983AF0-8D2D-47A1-8BBE-FE7F2D6B4C78}" type="presOf" srcId="{53817A21-049B-4BAD-A82F-22102381179B}" destId="{4F0BEC83-7983-42C8-8A58-1EC453F6B5E4}" srcOrd="0" destOrd="0" presId="urn:microsoft.com/office/officeart/2018/2/layout/IconLabelList"/>
    <dgm:cxn modelId="{68D1E7F6-74A3-4478-8159-51D4174A8EE4}" type="presOf" srcId="{1A2C24AF-17A1-463A-BE72-EB4052590AE7}" destId="{ABF161C7-BA7F-431F-9138-293675AFEB16}" srcOrd="0" destOrd="0" presId="urn:microsoft.com/office/officeart/2018/2/layout/IconLabelList"/>
    <dgm:cxn modelId="{A0DFFFD2-2F2B-450F-A1F9-AC7F17E09D1B}" type="presParOf" srcId="{10CA44A9-4959-499A-A363-A08535EF544F}" destId="{EEDD18F5-9F8C-4089-8A75-C6BD16B38CA6}" srcOrd="0" destOrd="0" presId="urn:microsoft.com/office/officeart/2018/2/layout/IconLabelList"/>
    <dgm:cxn modelId="{CDDD6F9C-0110-438B-893B-B1C47D30E042}" type="presParOf" srcId="{EEDD18F5-9F8C-4089-8A75-C6BD16B38CA6}" destId="{0814F3A1-CD53-419E-83A4-F783A7116386}" srcOrd="0" destOrd="0" presId="urn:microsoft.com/office/officeart/2018/2/layout/IconLabelList"/>
    <dgm:cxn modelId="{E4C74D13-CC6A-4DE4-8C38-EAE66916FC1C}" type="presParOf" srcId="{EEDD18F5-9F8C-4089-8A75-C6BD16B38CA6}" destId="{F8DF0C83-2C59-41A8-914C-7F2C309E724A}" srcOrd="1" destOrd="0" presId="urn:microsoft.com/office/officeart/2018/2/layout/IconLabelList"/>
    <dgm:cxn modelId="{30CB1FD6-728D-4CB9-AFC3-07A2A8AA9D5E}" type="presParOf" srcId="{EEDD18F5-9F8C-4089-8A75-C6BD16B38CA6}" destId="{99AA4B7A-7B62-4054-AE6D-969BB35E1D8E}" srcOrd="2" destOrd="0" presId="urn:microsoft.com/office/officeart/2018/2/layout/IconLabelList"/>
    <dgm:cxn modelId="{45D45133-8761-4FE0-B051-91210A9DD4EC}" type="presParOf" srcId="{10CA44A9-4959-499A-A363-A08535EF544F}" destId="{4883C540-9B60-49C6-B1D9-32811662813E}" srcOrd="1" destOrd="0" presId="urn:microsoft.com/office/officeart/2018/2/layout/IconLabelList"/>
    <dgm:cxn modelId="{71741FF3-F2DB-4AFE-AD83-B70680331F08}" type="presParOf" srcId="{10CA44A9-4959-499A-A363-A08535EF544F}" destId="{E07642E3-304A-4D0F-9EBE-B75F071BA922}" srcOrd="2" destOrd="0" presId="urn:microsoft.com/office/officeart/2018/2/layout/IconLabelList"/>
    <dgm:cxn modelId="{AAA7F5A3-1C97-49A9-B61D-FDE48EA08B5B}" type="presParOf" srcId="{E07642E3-304A-4D0F-9EBE-B75F071BA922}" destId="{8A12C76D-7773-482B-B37F-DF6AF354445F}" srcOrd="0" destOrd="0" presId="urn:microsoft.com/office/officeart/2018/2/layout/IconLabelList"/>
    <dgm:cxn modelId="{85572772-7F04-4915-ACFB-73AEBBE8E9C9}" type="presParOf" srcId="{E07642E3-304A-4D0F-9EBE-B75F071BA922}" destId="{2E467A88-5C8F-4BCC-8E95-48FC3A0EF276}" srcOrd="1" destOrd="0" presId="urn:microsoft.com/office/officeart/2018/2/layout/IconLabelList"/>
    <dgm:cxn modelId="{18C28E67-6AC7-4C21-A289-0CCE954B0025}" type="presParOf" srcId="{E07642E3-304A-4D0F-9EBE-B75F071BA922}" destId="{76F9C2DC-65A1-40A1-8D0D-3D60928F23DE}" srcOrd="2" destOrd="0" presId="urn:microsoft.com/office/officeart/2018/2/layout/IconLabelList"/>
    <dgm:cxn modelId="{E5946386-D5E3-43B8-BF0D-7C234963F418}" type="presParOf" srcId="{10CA44A9-4959-499A-A363-A08535EF544F}" destId="{5097F657-3733-4933-8A5E-9EC7FDD98F28}" srcOrd="3" destOrd="0" presId="urn:microsoft.com/office/officeart/2018/2/layout/IconLabelList"/>
    <dgm:cxn modelId="{D85EA3EB-1C71-43F4-AD1C-092B7D56E463}" type="presParOf" srcId="{10CA44A9-4959-499A-A363-A08535EF544F}" destId="{DA0B912E-3448-4E84-8577-F13483268D58}" srcOrd="4" destOrd="0" presId="urn:microsoft.com/office/officeart/2018/2/layout/IconLabelList"/>
    <dgm:cxn modelId="{A1964352-1389-404D-8764-5A83D01E3BB3}" type="presParOf" srcId="{DA0B912E-3448-4E84-8577-F13483268D58}" destId="{ADFF95CB-B70E-4C7E-B008-CE3ACFFCD615}" srcOrd="0" destOrd="0" presId="urn:microsoft.com/office/officeart/2018/2/layout/IconLabelList"/>
    <dgm:cxn modelId="{4C787BB0-A7A1-4795-B657-BE827102C65F}" type="presParOf" srcId="{DA0B912E-3448-4E84-8577-F13483268D58}" destId="{96499A3A-00A6-47BF-BA01-CB7C5963BEB2}" srcOrd="1" destOrd="0" presId="urn:microsoft.com/office/officeart/2018/2/layout/IconLabelList"/>
    <dgm:cxn modelId="{082A459B-61EF-4F42-B4CD-61EECD3321A5}" type="presParOf" srcId="{DA0B912E-3448-4E84-8577-F13483268D58}" destId="{4F0BEC83-7983-42C8-8A58-1EC453F6B5E4}" srcOrd="2" destOrd="0" presId="urn:microsoft.com/office/officeart/2018/2/layout/IconLabelList"/>
    <dgm:cxn modelId="{BB2A4634-260A-4A13-86F7-C770755FD8CD}" type="presParOf" srcId="{10CA44A9-4959-499A-A363-A08535EF544F}" destId="{6B4BBF4F-8A25-47CB-AE66-6567D8CC596B}" srcOrd="5" destOrd="0" presId="urn:microsoft.com/office/officeart/2018/2/layout/IconLabelList"/>
    <dgm:cxn modelId="{8AEFCB1E-4C7D-41ED-AEF2-FDB2BFCF18C3}" type="presParOf" srcId="{10CA44A9-4959-499A-A363-A08535EF544F}" destId="{A0E82234-09D2-443C-A916-55B8BB34F7BF}" srcOrd="6" destOrd="0" presId="urn:microsoft.com/office/officeart/2018/2/layout/IconLabelList"/>
    <dgm:cxn modelId="{12DBF1DE-B621-43A7-8FED-5AA722F81B3A}" type="presParOf" srcId="{A0E82234-09D2-443C-A916-55B8BB34F7BF}" destId="{B3480A97-DE45-438B-8779-BE301AA981E0}" srcOrd="0" destOrd="0" presId="urn:microsoft.com/office/officeart/2018/2/layout/IconLabelList"/>
    <dgm:cxn modelId="{A8BD1554-2409-463B-9C03-2A103ED40508}" type="presParOf" srcId="{A0E82234-09D2-443C-A916-55B8BB34F7BF}" destId="{BE99ACF1-876C-4889-943C-11E393B607B0}" srcOrd="1" destOrd="0" presId="urn:microsoft.com/office/officeart/2018/2/layout/IconLabelList"/>
    <dgm:cxn modelId="{ACABDB88-504B-469A-BE84-86D7BD4129CF}" type="presParOf" srcId="{A0E82234-09D2-443C-A916-55B8BB34F7BF}" destId="{ABF161C7-BA7F-431F-9138-293675AFEB16}" srcOrd="2" destOrd="0" presId="urn:microsoft.com/office/officeart/2018/2/layout/IconLabelList"/>
    <dgm:cxn modelId="{3B0811A1-6FEB-416D-A40B-B197D0399302}" type="presParOf" srcId="{10CA44A9-4959-499A-A363-A08535EF544F}" destId="{44C6396F-DDCF-4EF0-8AAF-BB48CCDC6FA3}" srcOrd="7" destOrd="0" presId="urn:microsoft.com/office/officeart/2018/2/layout/IconLabelList"/>
    <dgm:cxn modelId="{D9D7E3AB-0E33-4D5A-B8DD-7DED46D44A52}" type="presParOf" srcId="{10CA44A9-4959-499A-A363-A08535EF544F}" destId="{4AD4A829-0D6C-432E-8E0A-B4A350A04E8D}" srcOrd="8" destOrd="0" presId="urn:microsoft.com/office/officeart/2018/2/layout/IconLabelList"/>
    <dgm:cxn modelId="{C4095713-FEE4-41E5-8220-BE8381A60155}" type="presParOf" srcId="{4AD4A829-0D6C-432E-8E0A-B4A350A04E8D}" destId="{6C60266E-6EC6-43E2-ADF6-0E357621C12E}" srcOrd="0" destOrd="0" presId="urn:microsoft.com/office/officeart/2018/2/layout/IconLabelList"/>
    <dgm:cxn modelId="{48C45496-B55B-4C12-B7D0-31500173CB46}" type="presParOf" srcId="{4AD4A829-0D6C-432E-8E0A-B4A350A04E8D}" destId="{E4937327-B98A-45B3-8376-EA73CD5BED30}" srcOrd="1" destOrd="0" presId="urn:microsoft.com/office/officeart/2018/2/layout/IconLabelList"/>
    <dgm:cxn modelId="{6DE2ABF9-89EF-48EF-B37A-EC49EE2EF639}" type="presParOf" srcId="{4AD4A829-0D6C-432E-8E0A-B4A350A04E8D}" destId="{B5D583BE-912B-4715-8BAA-A141171D9F32}" srcOrd="2" destOrd="0" presId="urn:microsoft.com/office/officeart/2018/2/layout/IconLabelList"/>
    <dgm:cxn modelId="{A4C4A207-7E23-4510-BBFA-ED19894390FF}" type="presParOf" srcId="{10CA44A9-4959-499A-A363-A08535EF544F}" destId="{312B11B4-9D69-42ED-BA75-83C017C03CA0}" srcOrd="9" destOrd="0" presId="urn:microsoft.com/office/officeart/2018/2/layout/IconLabelList"/>
    <dgm:cxn modelId="{47789E8D-CA65-4DE7-AC41-7D2A02597A60}" type="presParOf" srcId="{10CA44A9-4959-499A-A363-A08535EF544F}" destId="{0FE1A7C0-8945-456B-B28C-35304C686F72}" srcOrd="10" destOrd="0" presId="urn:microsoft.com/office/officeart/2018/2/layout/IconLabelList"/>
    <dgm:cxn modelId="{88A45EEC-3854-4AC6-A88B-35099B28A5FA}" type="presParOf" srcId="{0FE1A7C0-8945-456B-B28C-35304C686F72}" destId="{3F9CE24F-A870-41EE-A4BD-00872BBA6A25}" srcOrd="0" destOrd="0" presId="urn:microsoft.com/office/officeart/2018/2/layout/IconLabelList"/>
    <dgm:cxn modelId="{F377857D-B7EF-4048-B187-ACEB1B601B80}" type="presParOf" srcId="{0FE1A7C0-8945-456B-B28C-35304C686F72}" destId="{ECAD411A-E536-4A6F-B703-E0BA1BC8C853}" srcOrd="1" destOrd="0" presId="urn:microsoft.com/office/officeart/2018/2/layout/IconLabelList"/>
    <dgm:cxn modelId="{617B4F48-3F9D-4AF5-9BF3-C965FD124301}" type="presParOf" srcId="{0FE1A7C0-8945-456B-B28C-35304C686F72}" destId="{48ED9495-59FB-471F-9371-B5181941E83A}" srcOrd="2" destOrd="0" presId="urn:microsoft.com/office/officeart/2018/2/layout/IconLabelList"/>
    <dgm:cxn modelId="{7DF710B1-B359-4375-865A-EDA8A2314947}" type="presParOf" srcId="{10CA44A9-4959-499A-A363-A08535EF544F}" destId="{6AE0A3D4-39C5-41C5-ADFC-1651C7D0050B}" srcOrd="11" destOrd="0" presId="urn:microsoft.com/office/officeart/2018/2/layout/IconLabelList"/>
    <dgm:cxn modelId="{6744CC11-CD7B-4906-B795-D2360AC563CE}" type="presParOf" srcId="{10CA44A9-4959-499A-A363-A08535EF544F}" destId="{574D0094-E072-4143-8E26-396037C8D4F1}" srcOrd="12" destOrd="0" presId="urn:microsoft.com/office/officeart/2018/2/layout/IconLabelList"/>
    <dgm:cxn modelId="{875A637D-989F-4EFF-973D-77879BF335BD}" type="presParOf" srcId="{574D0094-E072-4143-8E26-396037C8D4F1}" destId="{8E255B39-A605-4696-BD85-4EC13CC81861}" srcOrd="0" destOrd="0" presId="urn:microsoft.com/office/officeart/2018/2/layout/IconLabelList"/>
    <dgm:cxn modelId="{B8247DB0-C921-487F-B749-57370A1276FE}" type="presParOf" srcId="{574D0094-E072-4143-8E26-396037C8D4F1}" destId="{1AEF6FB8-E442-4403-8D7B-504550A308F8}" srcOrd="1" destOrd="0" presId="urn:microsoft.com/office/officeart/2018/2/layout/IconLabelList"/>
    <dgm:cxn modelId="{2BC5402D-3D53-46CF-995C-AAD8B04A1E54}" type="presParOf" srcId="{574D0094-E072-4143-8E26-396037C8D4F1}" destId="{14547B97-43F9-4FCC-9D5C-6D2D1DFF7424}" srcOrd="2" destOrd="0" presId="urn:microsoft.com/office/officeart/2018/2/layout/IconLabelList"/>
    <dgm:cxn modelId="{C75DF3F1-DEBB-46E5-BA4F-4439C7C03050}" type="presParOf" srcId="{10CA44A9-4959-499A-A363-A08535EF544F}" destId="{4E281F14-CD07-4B1E-A665-62694DA974C5}" srcOrd="13" destOrd="0" presId="urn:microsoft.com/office/officeart/2018/2/layout/IconLabelList"/>
    <dgm:cxn modelId="{A0513A3E-E3AE-49DC-AEA8-0AA398C8E470}" type="presParOf" srcId="{10CA44A9-4959-499A-A363-A08535EF544F}" destId="{D57A9BC3-E3EA-414A-ABFC-247F1D90C61B}" srcOrd="14" destOrd="0" presId="urn:microsoft.com/office/officeart/2018/2/layout/IconLabelList"/>
    <dgm:cxn modelId="{22469273-4C28-494C-ADD9-4349AE7DADA0}" type="presParOf" srcId="{D57A9BC3-E3EA-414A-ABFC-247F1D90C61B}" destId="{28C8EF5A-9362-466C-8892-F37E88846577}" srcOrd="0" destOrd="0" presId="urn:microsoft.com/office/officeart/2018/2/layout/IconLabelList"/>
    <dgm:cxn modelId="{0CAA607D-1E2C-4A84-8A4F-ED63789458C9}" type="presParOf" srcId="{D57A9BC3-E3EA-414A-ABFC-247F1D90C61B}" destId="{AC66C657-97E3-43B2-8CC0-E96C0AB4A278}" srcOrd="1" destOrd="0" presId="urn:microsoft.com/office/officeart/2018/2/layout/IconLabelList"/>
    <dgm:cxn modelId="{BCFBD649-8086-4595-8343-250C67D91023}" type="presParOf" srcId="{D57A9BC3-E3EA-414A-ABFC-247F1D90C61B}" destId="{4A4D0DBA-E761-4470-A5CE-A48CEB32FD6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14F3A1-CD53-419E-83A4-F783A7116386}">
      <dsp:nvSpPr>
        <dsp:cNvPr id="0" name=""/>
        <dsp:cNvSpPr/>
      </dsp:nvSpPr>
      <dsp:spPr>
        <a:xfrm>
          <a:off x="377847" y="771770"/>
          <a:ext cx="616992" cy="6169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AA4B7A-7B62-4054-AE6D-969BB35E1D8E}">
      <dsp:nvSpPr>
        <dsp:cNvPr id="0" name=""/>
        <dsp:cNvSpPr/>
      </dsp:nvSpPr>
      <dsp:spPr>
        <a:xfrm>
          <a:off x="796" y="1634439"/>
          <a:ext cx="1371093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Series</a:t>
          </a:r>
        </a:p>
      </dsp:txBody>
      <dsp:txXfrm>
        <a:off x="796" y="1634439"/>
        <a:ext cx="1371093" cy="548437"/>
      </dsp:txXfrm>
    </dsp:sp>
    <dsp:sp modelId="{8A12C76D-7773-482B-B37F-DF6AF354445F}">
      <dsp:nvSpPr>
        <dsp:cNvPr id="0" name=""/>
        <dsp:cNvSpPr/>
      </dsp:nvSpPr>
      <dsp:spPr>
        <a:xfrm>
          <a:off x="1988882" y="771770"/>
          <a:ext cx="616992" cy="6169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F9C2DC-65A1-40A1-8D0D-3D60928F23DE}">
      <dsp:nvSpPr>
        <dsp:cNvPr id="0" name=""/>
        <dsp:cNvSpPr/>
      </dsp:nvSpPr>
      <dsp:spPr>
        <a:xfrm>
          <a:off x="1611831" y="1634439"/>
          <a:ext cx="1371093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DataFrame</a:t>
          </a:r>
          <a:endParaRPr lang="en-US" sz="1600" kern="1200" dirty="0">
            <a:latin typeface="Tw Cen MT" panose="020B0602020104020603"/>
          </a:endParaRPr>
        </a:p>
      </dsp:txBody>
      <dsp:txXfrm>
        <a:off x="1611831" y="1634439"/>
        <a:ext cx="1371093" cy="548437"/>
      </dsp:txXfrm>
    </dsp:sp>
    <dsp:sp modelId="{ADFF95CB-B70E-4C7E-B008-CE3ACFFCD615}">
      <dsp:nvSpPr>
        <dsp:cNvPr id="0" name=""/>
        <dsp:cNvSpPr/>
      </dsp:nvSpPr>
      <dsp:spPr>
        <a:xfrm>
          <a:off x="3599917" y="771770"/>
          <a:ext cx="616992" cy="6169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0BEC83-7983-42C8-8A58-1EC453F6B5E4}">
      <dsp:nvSpPr>
        <dsp:cNvPr id="0" name=""/>
        <dsp:cNvSpPr/>
      </dsp:nvSpPr>
      <dsp:spPr>
        <a:xfrm>
          <a:off x="3222866" y="1634439"/>
          <a:ext cx="1371093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Reindexing </a:t>
          </a:r>
          <a:endParaRPr lang="en-US" sz="1600" kern="1200" dirty="0">
            <a:latin typeface="Tw Cen MT" panose="020B0602020104020603"/>
          </a:endParaRPr>
        </a:p>
      </dsp:txBody>
      <dsp:txXfrm>
        <a:off x="3222866" y="1634439"/>
        <a:ext cx="1371093" cy="548437"/>
      </dsp:txXfrm>
    </dsp:sp>
    <dsp:sp modelId="{B3480A97-DE45-438B-8779-BE301AA981E0}">
      <dsp:nvSpPr>
        <dsp:cNvPr id="0" name=""/>
        <dsp:cNvSpPr/>
      </dsp:nvSpPr>
      <dsp:spPr>
        <a:xfrm>
          <a:off x="5210952" y="771770"/>
          <a:ext cx="616992" cy="61699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F161C7-BA7F-431F-9138-293675AFEB16}">
      <dsp:nvSpPr>
        <dsp:cNvPr id="0" name=""/>
        <dsp:cNvSpPr/>
      </dsp:nvSpPr>
      <dsp:spPr>
        <a:xfrm>
          <a:off x="4833901" y="1634439"/>
          <a:ext cx="1371093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Dropping Entries </a:t>
          </a:r>
          <a:endParaRPr lang="en-US" sz="1600" kern="1200" dirty="0">
            <a:latin typeface="Tw Cen MT" panose="020B0602020104020603"/>
          </a:endParaRPr>
        </a:p>
      </dsp:txBody>
      <dsp:txXfrm>
        <a:off x="4833901" y="1634439"/>
        <a:ext cx="1371093" cy="548437"/>
      </dsp:txXfrm>
    </dsp:sp>
    <dsp:sp modelId="{6C60266E-6EC6-43E2-ADF6-0E357621C12E}">
      <dsp:nvSpPr>
        <dsp:cNvPr id="0" name=""/>
        <dsp:cNvSpPr/>
      </dsp:nvSpPr>
      <dsp:spPr>
        <a:xfrm>
          <a:off x="377847" y="2525650"/>
          <a:ext cx="616992" cy="61699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D583BE-912B-4715-8BAA-A141171D9F32}">
      <dsp:nvSpPr>
        <dsp:cNvPr id="0" name=""/>
        <dsp:cNvSpPr/>
      </dsp:nvSpPr>
      <dsp:spPr>
        <a:xfrm>
          <a:off x="796" y="3388320"/>
          <a:ext cx="1371093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Index, Selection, and Filtering</a:t>
          </a:r>
          <a:endParaRPr lang="en-US" sz="1600" kern="1200" dirty="0">
            <a:latin typeface="Tw Cen MT" panose="020B0602020104020603"/>
          </a:endParaRPr>
        </a:p>
      </dsp:txBody>
      <dsp:txXfrm>
        <a:off x="796" y="3388320"/>
        <a:ext cx="1371093" cy="548437"/>
      </dsp:txXfrm>
    </dsp:sp>
    <dsp:sp modelId="{3F9CE24F-A870-41EE-A4BD-00872BBA6A25}">
      <dsp:nvSpPr>
        <dsp:cNvPr id="0" name=""/>
        <dsp:cNvSpPr/>
      </dsp:nvSpPr>
      <dsp:spPr>
        <a:xfrm>
          <a:off x="1988882" y="2525650"/>
          <a:ext cx="616992" cy="61699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ED9495-59FB-471F-9371-B5181941E83A}">
      <dsp:nvSpPr>
        <dsp:cNvPr id="0" name=""/>
        <dsp:cNvSpPr/>
      </dsp:nvSpPr>
      <dsp:spPr>
        <a:xfrm>
          <a:off x="1611831" y="3388320"/>
          <a:ext cx="1371093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w Cen MT" panose="020B0602020104020603"/>
            </a:rPr>
            <a:t>Fill </a:t>
          </a:r>
          <a:r>
            <a:rPr lang="en-US" sz="1600" kern="1200" dirty="0" err="1">
              <a:latin typeface="Tw Cen MT" panose="020B0602020104020603"/>
            </a:rPr>
            <a:t>NaNs</a:t>
          </a:r>
          <a:r>
            <a:rPr lang="en-US" sz="1600" kern="1200" dirty="0">
              <a:latin typeface="Tw Cen MT" panose="020B0602020104020603"/>
            </a:rPr>
            <a:t> and Nas</a:t>
          </a:r>
        </a:p>
      </dsp:txBody>
      <dsp:txXfrm>
        <a:off x="1611831" y="3388320"/>
        <a:ext cx="1371093" cy="548437"/>
      </dsp:txXfrm>
    </dsp:sp>
    <dsp:sp modelId="{8E255B39-A605-4696-BD85-4EC13CC81861}">
      <dsp:nvSpPr>
        <dsp:cNvPr id="0" name=""/>
        <dsp:cNvSpPr/>
      </dsp:nvSpPr>
      <dsp:spPr>
        <a:xfrm>
          <a:off x="3599917" y="2525650"/>
          <a:ext cx="616992" cy="616992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547B97-43F9-4FCC-9D5C-6D2D1DFF7424}">
      <dsp:nvSpPr>
        <dsp:cNvPr id="0" name=""/>
        <dsp:cNvSpPr/>
      </dsp:nvSpPr>
      <dsp:spPr>
        <a:xfrm>
          <a:off x="3222866" y="3388320"/>
          <a:ext cx="1371093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w Cen MT" panose="020B0602020104020603"/>
            </a:rPr>
            <a:t>Apply and Map</a:t>
          </a:r>
        </a:p>
      </dsp:txBody>
      <dsp:txXfrm>
        <a:off x="3222866" y="3388320"/>
        <a:ext cx="1371093" cy="548437"/>
      </dsp:txXfrm>
    </dsp:sp>
    <dsp:sp modelId="{28C8EF5A-9362-466C-8892-F37E88846577}">
      <dsp:nvSpPr>
        <dsp:cNvPr id="0" name=""/>
        <dsp:cNvSpPr/>
      </dsp:nvSpPr>
      <dsp:spPr>
        <a:xfrm>
          <a:off x="5210952" y="2525650"/>
          <a:ext cx="616992" cy="616992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4D0DBA-E761-4470-A5CE-A48CEB32FD61}">
      <dsp:nvSpPr>
        <dsp:cNvPr id="0" name=""/>
        <dsp:cNvSpPr/>
      </dsp:nvSpPr>
      <dsp:spPr>
        <a:xfrm>
          <a:off x="4833901" y="3388320"/>
          <a:ext cx="1371093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w Cen MT" panose="020B0602020104020603"/>
            </a:rPr>
            <a:t>Sort and Rank</a:t>
          </a:r>
        </a:p>
      </dsp:txBody>
      <dsp:txXfrm>
        <a:off x="4833901" y="3388320"/>
        <a:ext cx="1371093" cy="5484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D9D85C1B-F502-49E7-9B1D-A7B2F3900DC0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112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047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778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911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70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031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782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715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428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239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827879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103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4574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532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539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830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D85C1B-F502-49E7-9B1D-A7B2F3900DC0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5242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  <p:sldLayoutId id="214748374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20F8C-B260-B061-FAEB-456B3F2929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7794" y="1122363"/>
            <a:ext cx="8898299" cy="238760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latin typeface="Arial"/>
                <a:cs typeface="Arial"/>
              </a:rPr>
              <a:t>Module 4: </a:t>
            </a:r>
            <a:br>
              <a:rPr lang="en-US" sz="4400" b="1" dirty="0">
                <a:latin typeface="Arial"/>
                <a:cs typeface="Arial"/>
              </a:rPr>
            </a:br>
            <a:r>
              <a:rPr lang="en-US" sz="4000" b="1" dirty="0">
                <a:latin typeface="Arial"/>
                <a:cs typeface="Arial"/>
              </a:rPr>
              <a:t>Pandas</a:t>
            </a:r>
            <a:endParaRPr lang="en-US" sz="4400" dirty="0"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259F20-37AD-8B00-89EB-0FC957CA1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6514" y="3995056"/>
            <a:ext cx="8621485" cy="1262743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3200" b="1" dirty="0">
                <a:solidFill>
                  <a:srgbClr val="82FFFF"/>
                </a:solidFill>
                <a:ea typeface="+mn-lt"/>
                <a:cs typeface="+mn-lt"/>
              </a:rPr>
              <a:t>DS 522 Data Acquisition and Analytics </a:t>
            </a:r>
            <a:endParaRPr lang="en-US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C069D0-BFED-6A53-E54A-0E65EEE9F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67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Rectangle 101">
            <a:extLst>
              <a:ext uri="{FF2B5EF4-FFF2-40B4-BE49-F238E27FC236}">
                <a16:creationId xmlns:a16="http://schemas.microsoft.com/office/drawing/2014/main" id="{E978A47D-4F17-40FE-AB70-7AF78A957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00" y="-1428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5BE3A7E-6A3F-401E-A025-BBB8FDB8D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104" name="Rectangle 5">
              <a:extLst>
                <a:ext uri="{FF2B5EF4-FFF2-40B4-BE49-F238E27FC236}">
                  <a16:creationId xmlns:a16="http://schemas.microsoft.com/office/drawing/2014/main" id="{41EE9036-817C-476C-BD59-B5184F9A3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6">
              <a:extLst>
                <a:ext uri="{FF2B5EF4-FFF2-40B4-BE49-F238E27FC236}">
                  <a16:creationId xmlns:a16="http://schemas.microsoft.com/office/drawing/2014/main" id="{F098087A-B4E4-4300-A841-44988BD88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7">
              <a:extLst>
                <a:ext uri="{FF2B5EF4-FFF2-40B4-BE49-F238E27FC236}">
                  <a16:creationId xmlns:a16="http://schemas.microsoft.com/office/drawing/2014/main" id="{F5BD5F4B-A39C-4DF9-84E4-A4D33F30E6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8">
              <a:extLst>
                <a:ext uri="{FF2B5EF4-FFF2-40B4-BE49-F238E27FC236}">
                  <a16:creationId xmlns:a16="http://schemas.microsoft.com/office/drawing/2014/main" id="{D7FA9858-BFA0-4D5B-AF72-B1B65EB069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9">
              <a:extLst>
                <a:ext uri="{FF2B5EF4-FFF2-40B4-BE49-F238E27FC236}">
                  <a16:creationId xmlns:a16="http://schemas.microsoft.com/office/drawing/2014/main" id="{A508A5F3-AFE0-4750-A9C2-B51A514FF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10">
              <a:extLst>
                <a:ext uri="{FF2B5EF4-FFF2-40B4-BE49-F238E27FC236}">
                  <a16:creationId xmlns:a16="http://schemas.microsoft.com/office/drawing/2014/main" id="{92B4AAEB-ABF4-42A7-BE52-0B442190D1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11">
              <a:extLst>
                <a:ext uri="{FF2B5EF4-FFF2-40B4-BE49-F238E27FC236}">
                  <a16:creationId xmlns:a16="http://schemas.microsoft.com/office/drawing/2014/main" id="{3767C370-4A42-4376-8CAE-606C4BC8F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12">
              <a:extLst>
                <a:ext uri="{FF2B5EF4-FFF2-40B4-BE49-F238E27FC236}">
                  <a16:creationId xmlns:a16="http://schemas.microsoft.com/office/drawing/2014/main" id="{36205F53-9C95-4954-B97C-1625BB8A35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13">
              <a:extLst>
                <a:ext uri="{FF2B5EF4-FFF2-40B4-BE49-F238E27FC236}">
                  <a16:creationId xmlns:a16="http://schemas.microsoft.com/office/drawing/2014/main" id="{DC80B58E-3469-43E9-96FC-D747B6983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14">
              <a:extLst>
                <a:ext uri="{FF2B5EF4-FFF2-40B4-BE49-F238E27FC236}">
                  <a16:creationId xmlns:a16="http://schemas.microsoft.com/office/drawing/2014/main" id="{E17A4ED2-DDD7-4B4D-A39C-9B0121C886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15">
              <a:extLst>
                <a:ext uri="{FF2B5EF4-FFF2-40B4-BE49-F238E27FC236}">
                  <a16:creationId xmlns:a16="http://schemas.microsoft.com/office/drawing/2014/main" id="{A2C14A85-E7A9-4E1D-809F-20F5CFA78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Line 16">
              <a:extLst>
                <a:ext uri="{FF2B5EF4-FFF2-40B4-BE49-F238E27FC236}">
                  <a16:creationId xmlns:a16="http://schemas.microsoft.com/office/drawing/2014/main" id="{F3D51E32-9399-4B7F-8D91-BF9A068B8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17">
              <a:extLst>
                <a:ext uri="{FF2B5EF4-FFF2-40B4-BE49-F238E27FC236}">
                  <a16:creationId xmlns:a16="http://schemas.microsoft.com/office/drawing/2014/main" id="{9969F9D2-502D-4C1D-ABA5-02B1BF2A00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18">
              <a:extLst>
                <a:ext uri="{FF2B5EF4-FFF2-40B4-BE49-F238E27FC236}">
                  <a16:creationId xmlns:a16="http://schemas.microsoft.com/office/drawing/2014/main" id="{4AE555C6-5623-478A-BF35-63E9929A3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19">
              <a:extLst>
                <a:ext uri="{FF2B5EF4-FFF2-40B4-BE49-F238E27FC236}">
                  <a16:creationId xmlns:a16="http://schemas.microsoft.com/office/drawing/2014/main" id="{A3D3AED4-A69E-4301-9BB4-436DC5F0C9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20">
              <a:extLst>
                <a:ext uri="{FF2B5EF4-FFF2-40B4-BE49-F238E27FC236}">
                  <a16:creationId xmlns:a16="http://schemas.microsoft.com/office/drawing/2014/main" id="{C3B8082C-2D81-48D7-8B45-85B7C8929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Rectangle 21">
              <a:extLst>
                <a:ext uri="{FF2B5EF4-FFF2-40B4-BE49-F238E27FC236}">
                  <a16:creationId xmlns:a16="http://schemas.microsoft.com/office/drawing/2014/main" id="{9AD35461-BA86-408B-8A29-244EB2F2F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22">
              <a:extLst>
                <a:ext uri="{FF2B5EF4-FFF2-40B4-BE49-F238E27FC236}">
                  <a16:creationId xmlns:a16="http://schemas.microsoft.com/office/drawing/2014/main" id="{F238E495-B6C6-4857-899B-CDD584831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23">
              <a:extLst>
                <a:ext uri="{FF2B5EF4-FFF2-40B4-BE49-F238E27FC236}">
                  <a16:creationId xmlns:a16="http://schemas.microsoft.com/office/drawing/2014/main" id="{E20A751E-054C-4EC2-8DA3-0EC923A658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24">
              <a:extLst>
                <a:ext uri="{FF2B5EF4-FFF2-40B4-BE49-F238E27FC236}">
                  <a16:creationId xmlns:a16="http://schemas.microsoft.com/office/drawing/2014/main" id="{B6E8E701-3D21-4E5C-AB6E-9A7404697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25">
              <a:extLst>
                <a:ext uri="{FF2B5EF4-FFF2-40B4-BE49-F238E27FC236}">
                  <a16:creationId xmlns:a16="http://schemas.microsoft.com/office/drawing/2014/main" id="{431BDA41-D09D-4984-B888-756F5F81B4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26">
              <a:extLst>
                <a:ext uri="{FF2B5EF4-FFF2-40B4-BE49-F238E27FC236}">
                  <a16:creationId xmlns:a16="http://schemas.microsoft.com/office/drawing/2014/main" id="{0DC943D2-20E4-4C00-82D2-D405A7C00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Freeform 27">
              <a:extLst>
                <a:ext uri="{FF2B5EF4-FFF2-40B4-BE49-F238E27FC236}">
                  <a16:creationId xmlns:a16="http://schemas.microsoft.com/office/drawing/2014/main" id="{4BC34A74-80A2-4DE1-8ADC-BBD170903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28">
              <a:extLst>
                <a:ext uri="{FF2B5EF4-FFF2-40B4-BE49-F238E27FC236}">
                  <a16:creationId xmlns:a16="http://schemas.microsoft.com/office/drawing/2014/main" id="{C6C3CA25-431F-4E26-952D-4AA9C4C725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29">
              <a:extLst>
                <a:ext uri="{FF2B5EF4-FFF2-40B4-BE49-F238E27FC236}">
                  <a16:creationId xmlns:a16="http://schemas.microsoft.com/office/drawing/2014/main" id="{776D1836-82AE-40EF-9829-C6B8D2CF0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30">
              <a:extLst>
                <a:ext uri="{FF2B5EF4-FFF2-40B4-BE49-F238E27FC236}">
                  <a16:creationId xmlns:a16="http://schemas.microsoft.com/office/drawing/2014/main" id="{9A8E397E-ADF9-45C1-98F4-3F5A86378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31">
              <a:extLst>
                <a:ext uri="{FF2B5EF4-FFF2-40B4-BE49-F238E27FC236}">
                  <a16:creationId xmlns:a16="http://schemas.microsoft.com/office/drawing/2014/main" id="{DE07CFD9-357F-40BC-A792-CE874BFE5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9C0D522-1107-85EC-4ED2-225629BD2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082673"/>
            <a:ext cx="2547153" cy="4708528"/>
          </a:xfrm>
        </p:spPr>
        <p:txBody>
          <a:bodyPr>
            <a:normAutofit/>
          </a:bodyPr>
          <a:lstStyle/>
          <a:p>
            <a:pPr algn="r"/>
            <a:r>
              <a:rPr lang="en-US" sz="4000" b="1" dirty="0"/>
              <a:t>AGENDA</a:t>
            </a:r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085ECEC0-FF5D-4348-92C7-1EA7C61E7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Content Placeholder 2">
            <a:extLst>
              <a:ext uri="{FF2B5EF4-FFF2-40B4-BE49-F238E27FC236}">
                <a16:creationId xmlns:a16="http://schemas.microsoft.com/office/drawing/2014/main" id="{B3529599-F5B4-68D7-C3D3-833636480F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9130081"/>
              </p:ext>
            </p:extLst>
          </p:nvPr>
        </p:nvGraphicFramePr>
        <p:xfrm>
          <a:off x="4843209" y="1082673"/>
          <a:ext cx="6205792" cy="4708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32" name="Group 131">
            <a:extLst>
              <a:ext uri="{FF2B5EF4-FFF2-40B4-BE49-F238E27FC236}">
                <a16:creationId xmlns:a16="http://schemas.microsoft.com/office/drawing/2014/main" id="{F4E035BE-9FF4-43D3-BC25-CF582D7FF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133" name="Freeform 32">
              <a:extLst>
                <a:ext uri="{FF2B5EF4-FFF2-40B4-BE49-F238E27FC236}">
                  <a16:creationId xmlns:a16="http://schemas.microsoft.com/office/drawing/2014/main" id="{F98BCEB2-EC20-4E84-A994-0AC37292C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33">
              <a:extLst>
                <a:ext uri="{FF2B5EF4-FFF2-40B4-BE49-F238E27FC236}">
                  <a16:creationId xmlns:a16="http://schemas.microsoft.com/office/drawing/2014/main" id="{7A2E1821-AEDF-417E-9F17-83379E9C0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34">
              <a:extLst>
                <a:ext uri="{FF2B5EF4-FFF2-40B4-BE49-F238E27FC236}">
                  <a16:creationId xmlns:a16="http://schemas.microsoft.com/office/drawing/2014/main" id="{CB3734E2-8292-4B47-B6AB-0E5A058DE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35">
              <a:extLst>
                <a:ext uri="{FF2B5EF4-FFF2-40B4-BE49-F238E27FC236}">
                  <a16:creationId xmlns:a16="http://schemas.microsoft.com/office/drawing/2014/main" id="{A0B09C51-29AB-45C0-B707-CCFB9DF280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36">
              <a:extLst>
                <a:ext uri="{FF2B5EF4-FFF2-40B4-BE49-F238E27FC236}">
                  <a16:creationId xmlns:a16="http://schemas.microsoft.com/office/drawing/2014/main" id="{510C0CED-AE1B-45AE-B5E1-57521E589D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37">
              <a:extLst>
                <a:ext uri="{FF2B5EF4-FFF2-40B4-BE49-F238E27FC236}">
                  <a16:creationId xmlns:a16="http://schemas.microsoft.com/office/drawing/2014/main" id="{591F2327-4B45-41AA-B41C-7404B6A1E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38">
              <a:extLst>
                <a:ext uri="{FF2B5EF4-FFF2-40B4-BE49-F238E27FC236}">
                  <a16:creationId xmlns:a16="http://schemas.microsoft.com/office/drawing/2014/main" id="{5A63224C-41A0-42C0-96F6-0B2BE99A1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 39">
              <a:extLst>
                <a:ext uri="{FF2B5EF4-FFF2-40B4-BE49-F238E27FC236}">
                  <a16:creationId xmlns:a16="http://schemas.microsoft.com/office/drawing/2014/main" id="{A7C00B9F-C253-4776-9935-EC02254A4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Freeform 40">
              <a:extLst>
                <a:ext uri="{FF2B5EF4-FFF2-40B4-BE49-F238E27FC236}">
                  <a16:creationId xmlns:a16="http://schemas.microsoft.com/office/drawing/2014/main" id="{5062D4AA-13F3-4064-8440-FFE8562D8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Rectangle 41">
              <a:extLst>
                <a:ext uri="{FF2B5EF4-FFF2-40B4-BE49-F238E27FC236}">
                  <a16:creationId xmlns:a16="http://schemas.microsoft.com/office/drawing/2014/main" id="{3E143B27-CB82-440B-879B-D25C1891C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CBBE772-449F-732D-5D97-8C14264921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2440" y="-18472"/>
            <a:ext cx="1097268" cy="105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968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C35CC-F0EF-AED8-D2AE-3F8520947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5112" y="716516"/>
            <a:ext cx="6338804" cy="1478570"/>
          </a:xfrm>
        </p:spPr>
        <p:txBody>
          <a:bodyPr/>
          <a:lstStyle/>
          <a:p>
            <a:pPr algn="ctr"/>
            <a:r>
              <a:rPr lang="en-US" b="1" dirty="0">
                <a:ea typeface="+mj-lt"/>
                <a:cs typeface="+mj-lt"/>
              </a:rPr>
              <a:t>Getting Started with pandas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FEB2A-9723-77BC-B7D8-112D3C437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1" y="2816352"/>
            <a:ext cx="5705857" cy="343814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ea typeface="+mn-lt"/>
                <a:cs typeface="+mn-lt"/>
              </a:rPr>
              <a:t>Pandas is designed for working with tabular or heterogeneous data. </a:t>
            </a:r>
          </a:p>
          <a:p>
            <a:r>
              <a:rPr lang="en-US" dirty="0">
                <a:ea typeface="+mn-lt"/>
                <a:cs typeface="+mn-lt"/>
              </a:rPr>
              <a:t>import convention: </a:t>
            </a:r>
          </a:p>
          <a:p>
            <a:pPr marL="457200" lvl="1" indent="0">
              <a:buNone/>
            </a:pPr>
            <a:r>
              <a:rPr lang="en-US" dirty="0">
                <a:ea typeface="+mn-lt"/>
                <a:cs typeface="+mn-lt"/>
              </a:rPr>
              <a:t>     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98FA0A-539A-FCEF-B72F-C63A2F3EBCD7}"/>
              </a:ext>
            </a:extLst>
          </p:cNvPr>
          <p:cNvSpPr txBox="1">
            <a:spLocks/>
          </p:cNvSpPr>
          <p:nvPr/>
        </p:nvSpPr>
        <p:spPr>
          <a:xfrm>
            <a:off x="6096001" y="2816352"/>
            <a:ext cx="4995672" cy="285292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+mn-lt"/>
                <a:cs typeface="+mn-lt"/>
              </a:rPr>
              <a:t>Commonly used pd </a:t>
            </a:r>
            <a:r>
              <a:rPr lang="en-US" dirty="0" err="1">
                <a:ea typeface="+mn-lt"/>
                <a:cs typeface="+mn-lt"/>
              </a:rPr>
              <a:t>datastructure</a:t>
            </a:r>
            <a:r>
              <a:rPr lang="en-US" dirty="0">
                <a:ea typeface="+mn-lt"/>
                <a:cs typeface="+mn-lt"/>
              </a:rPr>
              <a:t>:</a:t>
            </a:r>
          </a:p>
          <a:p>
            <a:pPr lvl="1"/>
            <a:r>
              <a:rPr lang="en-US" dirty="0">
                <a:ea typeface="+mn-lt"/>
                <a:cs typeface="+mn-lt"/>
              </a:rPr>
              <a:t>Series</a:t>
            </a:r>
          </a:p>
          <a:p>
            <a:pPr lvl="1"/>
            <a:r>
              <a:rPr lang="en-US" dirty="0" err="1">
                <a:ea typeface="+mn-lt"/>
                <a:cs typeface="+mn-lt"/>
              </a:rPr>
              <a:t>DataFrame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Importing Series and </a:t>
            </a:r>
            <a:r>
              <a:rPr lang="en-US" dirty="0" err="1">
                <a:ea typeface="+mn-lt"/>
                <a:cs typeface="+mn-lt"/>
              </a:rPr>
              <a:t>DataFrame</a:t>
            </a:r>
            <a:r>
              <a:rPr lang="en-US" dirty="0">
                <a:ea typeface="+mn-lt"/>
                <a:cs typeface="+mn-lt"/>
              </a:rPr>
              <a:t> into the local namespace</a:t>
            </a:r>
            <a:endParaRPr lang="en-US" dirty="0">
              <a:solidFill>
                <a:srgbClr val="000000"/>
              </a:solidFill>
              <a:latin typeface="TW Cen MT"/>
              <a:ea typeface="+mn-lt"/>
              <a:cs typeface="+mn-lt"/>
            </a:endParaRPr>
          </a:p>
          <a:p>
            <a:pPr marL="285750" indent="-285750"/>
            <a:endParaRPr lang="en-US" sz="2000" dirty="0"/>
          </a:p>
          <a:p>
            <a:endParaRPr lang="en-US" sz="20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6C917C48-7CCA-0736-87CB-003E8EB32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  <p:pic>
        <p:nvPicPr>
          <p:cNvPr id="4" name="Picture 3" descr="A logo of a company&#10;&#10;Description automatically generated">
            <a:extLst>
              <a:ext uri="{FF2B5EF4-FFF2-40B4-BE49-F238E27FC236}">
                <a16:creationId xmlns:a16="http://schemas.microsoft.com/office/drawing/2014/main" id="{882336F1-0DB5-E221-C669-8A7BA1114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8147" y="817626"/>
            <a:ext cx="3048000" cy="12763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35AB3E-8BFF-3E43-518E-81C19AF374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0576" y="4450043"/>
            <a:ext cx="2426682" cy="6287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D2F6F1-EADA-5C38-77DB-AC22649A27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5414075"/>
            <a:ext cx="4221610" cy="59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40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AA7C7-1B21-E4DE-A30C-992523F35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56" y="1709928"/>
            <a:ext cx="9905955" cy="2328672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ea typeface="+mj-lt"/>
                <a:cs typeface="+mj-lt"/>
              </a:rPr>
              <a:t>Pandas Data Structures:</a:t>
            </a:r>
            <a:br>
              <a:rPr lang="en-US" sz="4800" b="1" dirty="0">
                <a:ea typeface="+mj-lt"/>
                <a:cs typeface="+mj-lt"/>
              </a:rPr>
            </a:br>
            <a:r>
              <a:rPr lang="en-US" sz="4800" b="1" dirty="0">
                <a:ea typeface="+mj-lt"/>
                <a:cs typeface="+mj-lt"/>
              </a:rPr>
              <a:t>Series and </a:t>
            </a:r>
            <a:r>
              <a:rPr lang="en-US" sz="4800" b="1" dirty="0" err="1">
                <a:ea typeface="+mj-lt"/>
                <a:cs typeface="+mj-lt"/>
              </a:rPr>
              <a:t>Dataframes</a:t>
            </a:r>
            <a:endParaRPr lang="en-US" dirty="0"/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719856DE-EB4C-E1E6-078D-CC52E70FD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984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768096"/>
            <a:ext cx="8928078" cy="995885"/>
          </a:xfrm>
        </p:spPr>
        <p:txBody>
          <a:bodyPr/>
          <a:lstStyle/>
          <a:p>
            <a:pPr algn="ctr"/>
            <a:r>
              <a:rPr lang="en-US" b="1" dirty="0">
                <a:ea typeface="+mj-lt"/>
                <a:cs typeface="+mj-lt"/>
              </a:rPr>
              <a:t>Introduction to Pandas Series 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877823" y="2055487"/>
            <a:ext cx="5760721" cy="3242993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+mn-lt"/>
                <a:cs typeface="+mn-lt"/>
              </a:rPr>
              <a:t>A series is a one-dimensional array-like object containing a sequence of values and an associated array of index (data labels). </a:t>
            </a:r>
            <a:endParaRPr lang="en-US" dirty="0">
              <a:ea typeface="+mn-lt"/>
              <a:cs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1976326-1AFF-02CA-58FF-22A4B1856CFF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6708190" y="2137782"/>
            <a:ext cx="5192795" cy="324042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+mn-lt"/>
                <a:cs typeface="+mn-lt"/>
              </a:rPr>
              <a:t>Retrieve values and index object of the Series:</a:t>
            </a:r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4945F3-5851-8555-0223-3C1594308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359" y="3255264"/>
            <a:ext cx="5360185" cy="18592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821FF3-633F-0561-D8C2-4B07642378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8376" y="2551902"/>
            <a:ext cx="3257717" cy="142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310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736" y="609600"/>
            <a:ext cx="9730675" cy="1079500"/>
          </a:xfrm>
        </p:spPr>
        <p:txBody>
          <a:bodyPr/>
          <a:lstStyle/>
          <a:p>
            <a:pPr algn="ctr"/>
            <a:r>
              <a:rPr lang="en-US" b="1" dirty="0">
                <a:ea typeface="+mj-lt"/>
                <a:cs typeface="+mj-lt"/>
              </a:rPr>
              <a:t>Introduction to Pandas Series</a:t>
            </a:r>
            <a:endParaRPr lang="en-US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150652" y="2000259"/>
            <a:ext cx="4738084" cy="3400381"/>
          </a:xfrm>
        </p:spPr>
        <p:txBody>
          <a:bodyPr>
            <a:no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a typeface="+mn-lt"/>
                <a:cs typeface="+mn-lt"/>
              </a:rPr>
              <a:t>Series created with an index identifying each data point:</a:t>
            </a:r>
          </a:p>
          <a:p>
            <a:pPr marL="742950" lvl="1" indent="-285750">
              <a:lnSpc>
                <a:spcPct val="100000"/>
              </a:lnSpc>
              <a:buChar char="•"/>
            </a:pPr>
            <a:endParaRPr lang="en-US" sz="1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1976326-1AFF-02CA-58FF-22A4B1856CFF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6611416" y="2000188"/>
            <a:ext cx="4429932" cy="3174739"/>
          </a:xfrm>
        </p:spPr>
        <p:txBody>
          <a:bodyPr>
            <a:normAutofit/>
          </a:bodyPr>
          <a:lstStyle/>
          <a:p>
            <a:pPr marL="342900" indent="-342900">
              <a:buChar char="•"/>
            </a:pPr>
            <a:r>
              <a:rPr lang="en-US" sz="2000" dirty="0">
                <a:ea typeface="+mn-lt"/>
                <a:cs typeface="+mn-lt"/>
              </a:rPr>
              <a:t>use index labels to assign and select values:</a:t>
            </a:r>
            <a:endParaRPr lang="en-US" sz="1800" dirty="0"/>
          </a:p>
          <a:p>
            <a:endParaRPr lang="en-US" sz="20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4A82B68C-0727-3949-54BA-6389D3FC4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1AE85D-473C-E248-44F2-366C4F025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854" y="2828378"/>
            <a:ext cx="5303784" cy="24247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9718A0-80FA-1048-0326-B31B208E57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450" y="2828378"/>
            <a:ext cx="3187864" cy="30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247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1921E-EC87-3861-32D6-1C146BF8C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59" y="646740"/>
            <a:ext cx="9734533" cy="1073758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ea typeface="+mj-lt"/>
                <a:cs typeface="+mj-lt"/>
              </a:rPr>
              <a:t>Introduction to Pandas Series</a:t>
            </a:r>
            <a:endParaRPr lang="en-US" b="1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E6B4726-B887-AE65-79C3-09810318F35C}"/>
              </a:ext>
            </a:extLst>
          </p:cNvPr>
          <p:cNvSpPr txBox="1">
            <a:spLocks/>
          </p:cNvSpPr>
          <p:nvPr/>
        </p:nvSpPr>
        <p:spPr>
          <a:xfrm>
            <a:off x="1161288" y="1892808"/>
            <a:ext cx="5018075" cy="3354756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Display values using a list of indices. </a:t>
            </a:r>
            <a:endParaRPr lang="en-US" sz="36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blue and white logo&#10;&#10;Description automatically generated">
            <a:extLst>
              <a:ext uri="{FF2B5EF4-FFF2-40B4-BE49-F238E27FC236}">
                <a16:creationId xmlns:a16="http://schemas.microsoft.com/office/drawing/2014/main" id="{330E757E-87E4-74E0-D1A2-3C34B05AE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3218095-5B35-A209-D422-57971E5C94BF}"/>
              </a:ext>
            </a:extLst>
          </p:cNvPr>
          <p:cNvSpPr txBox="1">
            <a:spLocks/>
          </p:cNvSpPr>
          <p:nvPr/>
        </p:nvSpPr>
        <p:spPr>
          <a:xfrm>
            <a:off x="6179363" y="2005837"/>
            <a:ext cx="5122621" cy="3275845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Using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Numpy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functions or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Numpy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-like operations will preserve the index-value link: </a:t>
            </a:r>
          </a:p>
          <a:p>
            <a:pPr marL="342900" indent="-342900"/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713575-AB55-B0F0-A64A-2C363F305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398" y="3000329"/>
            <a:ext cx="4140413" cy="17717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7B4FD5-9F13-F24F-0DA0-0BB97B40BB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0285" y="3732202"/>
            <a:ext cx="4400776" cy="154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28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3288F-D697-1CA2-B76D-F82174DE2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023" y="477407"/>
            <a:ext cx="9451070" cy="147857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ea typeface="+mj-lt"/>
                <a:cs typeface="+mj-lt"/>
              </a:rPr>
              <a:t>Introduction to Pandas Series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8D57D9-8B39-B36A-7BD4-957C49BECAD3}"/>
              </a:ext>
            </a:extLst>
          </p:cNvPr>
          <p:cNvSpPr txBox="1"/>
          <p:nvPr/>
        </p:nvSpPr>
        <p:spPr>
          <a:xfrm>
            <a:off x="877823" y="2093770"/>
            <a:ext cx="10149841" cy="110799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Using </a:t>
            </a:r>
            <a:r>
              <a:rPr lang="en-US" sz="2400" dirty="0" err="1">
                <a:ea typeface="+mn-lt"/>
                <a:cs typeface="+mn-lt"/>
              </a:rPr>
              <a:t>Numpy</a:t>
            </a:r>
            <a:r>
              <a:rPr lang="en-US" sz="2400" dirty="0">
                <a:ea typeface="+mn-lt"/>
                <a:cs typeface="+mn-lt"/>
              </a:rPr>
              <a:t> functions or </a:t>
            </a:r>
            <a:r>
              <a:rPr lang="en-US" sz="2400" dirty="0" err="1">
                <a:ea typeface="+mn-lt"/>
                <a:cs typeface="+mn-lt"/>
              </a:rPr>
              <a:t>Numpy</a:t>
            </a:r>
            <a:r>
              <a:rPr lang="en-US" sz="2400" dirty="0">
                <a:ea typeface="+mn-lt"/>
                <a:cs typeface="+mn-lt"/>
              </a:rPr>
              <a:t>-like operations will preserve the index-value link:</a:t>
            </a:r>
            <a:endParaRPr lang="en-US" dirty="0"/>
          </a:p>
          <a:p>
            <a:pPr lvl="1"/>
            <a:endParaRPr lang="en-US" dirty="0">
              <a:ea typeface="+mn-lt"/>
              <a:cs typeface="+mn-lt"/>
            </a:endParaRPr>
          </a:p>
        </p:txBody>
      </p:sp>
      <p:pic>
        <p:nvPicPr>
          <p:cNvPr id="6" name="Picture 5" descr="A blue and white logo&#10;&#10;Description automatically generated">
            <a:extLst>
              <a:ext uri="{FF2B5EF4-FFF2-40B4-BE49-F238E27FC236}">
                <a16:creationId xmlns:a16="http://schemas.microsoft.com/office/drawing/2014/main" id="{5DD1E0AE-1261-D071-E917-87E13E791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857E77-115F-41D9-4653-CD8543F15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885" y="3559313"/>
            <a:ext cx="2881922" cy="21527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98CF5E-8834-D668-AED6-140E818A85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141" y="3559313"/>
            <a:ext cx="2806844" cy="2152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315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65369-7529-3EBB-DDFC-7BE7CEFA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1" y="498202"/>
            <a:ext cx="9714265" cy="1210282"/>
          </a:xfrm>
        </p:spPr>
        <p:txBody>
          <a:bodyPr/>
          <a:lstStyle/>
          <a:p>
            <a:pPr algn="ctr"/>
            <a:r>
              <a:rPr lang="en-US" b="1" dirty="0">
                <a:ea typeface="+mj-lt"/>
                <a:cs typeface="+mj-lt"/>
              </a:rPr>
              <a:t>Introduction to Pandas Series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4B957-7D2F-464C-DB8B-5E3E8F560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20616" y="1708484"/>
            <a:ext cx="3842070" cy="42153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/>
              <a:t>Using Series like a </a:t>
            </a:r>
            <a:r>
              <a:rPr lang="en-US" sz="2200" dirty="0" err="1"/>
              <a:t>dict</a:t>
            </a:r>
            <a:r>
              <a:rPr lang="en-US" sz="2200" dirty="0"/>
              <a:t> for a set operation: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8CC66E-255E-8999-4618-8164A71285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41101" y="1748589"/>
            <a:ext cx="5718602" cy="42153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/>
              <a:t>Create a Series by passing a Python </a:t>
            </a:r>
            <a:r>
              <a:rPr lang="en-US" sz="2200" dirty="0" err="1"/>
              <a:t>dict</a:t>
            </a:r>
            <a:r>
              <a:rPr lang="en-US" sz="2200" dirty="0"/>
              <a:t>:</a:t>
            </a:r>
          </a:p>
          <a:p>
            <a:pPr lvl="1"/>
            <a:endParaRPr lang="en-US" sz="18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5D4CCE-DE58-FAC2-95E8-EC465A608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09A52A-0841-8EC0-4DBD-526D813D9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768" y="2681181"/>
            <a:ext cx="3010055" cy="2914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DE5FC1-2ED5-2BAC-37E1-B92BD5637D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913" y="2349436"/>
            <a:ext cx="7340977" cy="246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826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65369-7529-3EBB-DDFC-7BE7CEFA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6737" y="562073"/>
            <a:ext cx="8932986" cy="1210282"/>
          </a:xfrm>
        </p:spPr>
        <p:txBody>
          <a:bodyPr/>
          <a:lstStyle/>
          <a:p>
            <a:pPr algn="ctr"/>
            <a:r>
              <a:rPr lang="en-US" b="1" dirty="0">
                <a:ea typeface="+mj-lt"/>
                <a:cs typeface="+mj-lt"/>
              </a:rPr>
              <a:t>Introduction to Pandas Series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4B957-7D2F-464C-DB8B-5E3E8F560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6826" y="2228699"/>
            <a:ext cx="4682831" cy="378726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Passing both the data and index:</a:t>
            </a: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California has </a:t>
            </a:r>
            <a:r>
              <a:rPr lang="en-US" dirty="0" err="1">
                <a:ea typeface="+mn-lt"/>
                <a:cs typeface="+mn-lt"/>
              </a:rPr>
              <a:t>NaN</a:t>
            </a:r>
            <a:r>
              <a:rPr lang="en-US" dirty="0">
                <a:ea typeface="+mn-lt"/>
                <a:cs typeface="+mn-lt"/>
              </a:rPr>
              <a:t> (missing or NA values) since ‘California’ is not present in </a:t>
            </a:r>
            <a:r>
              <a:rPr lang="en-US" dirty="0" err="1">
                <a:ea typeface="+mn-lt"/>
                <a:cs typeface="+mn-lt"/>
              </a:rPr>
              <a:t>sdata</a:t>
            </a:r>
            <a:r>
              <a:rPr lang="en-US" dirty="0">
                <a:ea typeface="+mn-lt"/>
                <a:cs typeface="+mn-lt"/>
              </a:rPr>
              <a:t>. </a:t>
            </a:r>
          </a:p>
          <a:p>
            <a:pPr>
              <a:buFont typeface="Arial"/>
              <a:buChar char="•"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5D4CCE-DE58-FAC2-95E8-EC465A608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E1A81A-72EF-4060-97A6-D0925A0AF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4638" y="2228700"/>
            <a:ext cx="6007292" cy="2683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482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9D9A1-5160-0457-CA02-07BC1382F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9" y="405166"/>
            <a:ext cx="9741877" cy="1265146"/>
          </a:xfrm>
        </p:spPr>
        <p:txBody>
          <a:bodyPr/>
          <a:lstStyle/>
          <a:p>
            <a:pPr algn="ctr"/>
            <a:r>
              <a:rPr lang="en-US" b="1" dirty="0">
                <a:ea typeface="+mj-lt"/>
                <a:cs typeface="+mj-lt"/>
              </a:rPr>
              <a:t>Introduction to Pandas Series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55FD6-D68C-6291-B312-70DC1097A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9" y="1792224"/>
            <a:ext cx="9343293" cy="431198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>
                <a:ea typeface="+mn-lt"/>
                <a:cs typeface="+mn-lt"/>
              </a:rPr>
              <a:t>The </a:t>
            </a:r>
            <a:r>
              <a:rPr lang="en-US" sz="2000" dirty="0" err="1">
                <a:ea typeface="+mn-lt"/>
                <a:cs typeface="+mn-lt"/>
              </a:rPr>
              <a:t>isnull</a:t>
            </a:r>
            <a:r>
              <a:rPr lang="en-US" sz="2000" dirty="0">
                <a:ea typeface="+mn-lt"/>
                <a:cs typeface="+mn-lt"/>
              </a:rPr>
              <a:t> and </a:t>
            </a:r>
            <a:r>
              <a:rPr lang="en-US" sz="2000" dirty="0" err="1">
                <a:ea typeface="+mn-lt"/>
                <a:cs typeface="+mn-lt"/>
              </a:rPr>
              <a:t>notnull</a:t>
            </a:r>
            <a:r>
              <a:rPr lang="en-US" sz="2000" dirty="0">
                <a:ea typeface="+mn-lt"/>
                <a:cs typeface="+mn-lt"/>
              </a:rPr>
              <a:t> functions in pandas are used to detect missing data.</a:t>
            </a:r>
          </a:p>
          <a:p>
            <a:pPr lvl="1"/>
            <a:endParaRPr lang="en-US" sz="1800" dirty="0">
              <a:ea typeface="+mn-lt"/>
              <a:cs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51B868-1DE5-0961-5576-60D436768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4D2D58-8311-06BF-0E5F-E112E5AE1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415" y="2367836"/>
            <a:ext cx="5587776" cy="22503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EF2D7E-71C1-41F7-C0E6-C89BBF05E7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2675" y="3739896"/>
            <a:ext cx="6263201" cy="2443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761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5988" y="653846"/>
            <a:ext cx="8522677" cy="942622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ea typeface="+mj-lt"/>
                <a:cs typeface="+mj-lt"/>
              </a:rPr>
              <a:t>Introduction to Pandas Series </a:t>
            </a:r>
            <a:endParaRPr lang="en-US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508760" y="1845558"/>
            <a:ext cx="9537135" cy="3498847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A Series automatically align by index label in arithmetic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Example: Adding two Series</a:t>
            </a:r>
            <a:endParaRPr lang="en-US" sz="24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E6B4726-B887-AE65-79C3-09810318F35C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5925312" y="3899292"/>
            <a:ext cx="4109642" cy="1641316"/>
          </a:xfrm>
        </p:spPr>
        <p:txBody>
          <a:bodyPr>
            <a:normAutofit/>
          </a:bodyPr>
          <a:lstStyle/>
          <a:p>
            <a:r>
              <a:rPr lang="en-US" sz="2100" b="1" dirty="0">
                <a:solidFill>
                  <a:schemeClr val="tx2"/>
                </a:solidFill>
                <a:ea typeface="+mn-lt"/>
                <a:cs typeface="+mn-lt"/>
              </a:rPr>
              <a:t># California </a:t>
            </a:r>
            <a:r>
              <a:rPr lang="en-US" sz="2100" dirty="0">
                <a:solidFill>
                  <a:schemeClr val="tx2"/>
                </a:solidFill>
                <a:ea typeface="+mn-lt"/>
                <a:cs typeface="+mn-lt"/>
              </a:rPr>
              <a:t>and </a:t>
            </a:r>
            <a:r>
              <a:rPr lang="en-US" sz="2100" b="1" dirty="0">
                <a:solidFill>
                  <a:schemeClr val="tx2"/>
                </a:solidFill>
                <a:ea typeface="+mn-lt"/>
                <a:cs typeface="+mn-lt"/>
              </a:rPr>
              <a:t>Utah</a:t>
            </a:r>
            <a:r>
              <a:rPr lang="en-US" sz="2100" dirty="0">
                <a:solidFill>
                  <a:schemeClr val="tx2"/>
                </a:solidFill>
                <a:ea typeface="+mn-lt"/>
                <a:cs typeface="+mn-lt"/>
              </a:rPr>
              <a:t> are assigned </a:t>
            </a:r>
            <a:r>
              <a:rPr lang="en-US" sz="2100" dirty="0" err="1">
                <a:solidFill>
                  <a:schemeClr val="tx2"/>
                </a:solidFill>
                <a:ea typeface="+mn-lt"/>
                <a:cs typeface="+mn-lt"/>
              </a:rPr>
              <a:t>NaN</a:t>
            </a:r>
            <a:r>
              <a:rPr lang="en-US" sz="2100" dirty="0">
                <a:solidFill>
                  <a:schemeClr val="tx2"/>
                </a:solidFill>
                <a:ea typeface="+mn-lt"/>
                <a:cs typeface="+mn-lt"/>
              </a:rPr>
              <a:t> as they don’t have proper numerical values on both obj3 and obj4. </a:t>
            </a:r>
            <a:endParaRPr lang="en-US" sz="2100" dirty="0">
              <a:solidFill>
                <a:schemeClr val="tx2"/>
              </a:solidFill>
            </a:endParaRPr>
          </a:p>
          <a:p>
            <a:endParaRPr lang="en-US" sz="2000" dirty="0"/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588E5B1E-25ED-E47C-9657-A6C76AB84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89717C-568C-4299-06ED-AA1E9AE69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046" y="2919371"/>
            <a:ext cx="3241653" cy="318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831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3" y="438912"/>
            <a:ext cx="10429837" cy="951444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Introduction to Pandas </a:t>
            </a:r>
            <a:r>
              <a:rPr lang="en-US" sz="4000" b="1" dirty="0" err="1">
                <a:ea typeface="+mj-lt"/>
                <a:cs typeface="+mj-lt"/>
              </a:rPr>
              <a:t>DataFrame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53312" y="1576609"/>
            <a:ext cx="9759984" cy="417496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 err="1">
                <a:solidFill>
                  <a:srgbClr val="FFFFFF"/>
                </a:solidFill>
                <a:ea typeface="+mn-lt"/>
                <a:cs typeface="+mn-lt"/>
              </a:rPr>
              <a:t>DataFrame</a:t>
            </a: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 - ordered collection of columns represented as two-dimensional tabular data</a:t>
            </a:r>
          </a:p>
          <a:p>
            <a:r>
              <a:rPr lang="en-US" dirty="0">
                <a:ea typeface="+mn-lt"/>
                <a:cs typeface="+mn-lt"/>
              </a:rPr>
              <a:t>each column can have different data types(numeric, string, </a:t>
            </a:r>
            <a:r>
              <a:rPr lang="en-US" dirty="0" err="1">
                <a:ea typeface="+mn-lt"/>
                <a:cs typeface="+mn-lt"/>
              </a:rPr>
              <a:t>boolean</a:t>
            </a:r>
            <a:r>
              <a:rPr lang="en-US" dirty="0">
                <a:ea typeface="+mn-lt"/>
                <a:cs typeface="+mn-lt"/>
              </a:rPr>
              <a:t>, etc.) </a:t>
            </a:r>
          </a:p>
          <a:p>
            <a:r>
              <a:rPr lang="en-US" dirty="0">
                <a:ea typeface="+mn-lt"/>
                <a:cs typeface="+mn-lt"/>
              </a:rPr>
              <a:t>with row index and column index. </a:t>
            </a:r>
          </a:p>
          <a:p>
            <a:r>
              <a:rPr lang="en-US" dirty="0">
                <a:ea typeface="+mn-lt"/>
                <a:cs typeface="+mn-lt"/>
              </a:rPr>
              <a:t>a </a:t>
            </a:r>
            <a:r>
              <a:rPr lang="en-US" dirty="0" err="1">
                <a:ea typeface="+mn-lt"/>
                <a:cs typeface="+mn-lt"/>
              </a:rPr>
              <a:t>dict</a:t>
            </a:r>
            <a:r>
              <a:rPr lang="en-US" dirty="0">
                <a:ea typeface="+mn-lt"/>
                <a:cs typeface="+mn-lt"/>
              </a:rPr>
              <a:t> of Series sharing the same index </a:t>
            </a:r>
            <a:endParaRPr lang="en-US" dirty="0">
              <a:solidFill>
                <a:srgbClr val="FFFFFF"/>
              </a:solidFill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stored as one or more two-dimensional blocks</a:t>
            </a:r>
          </a:p>
          <a:p>
            <a:r>
              <a:rPr lang="en-US" dirty="0">
                <a:ea typeface="+mn-lt"/>
                <a:cs typeface="+mn-lt"/>
              </a:rPr>
              <a:t>use hierarchical indexing to represent higher dimensional data (&gt; 2 dimension) in a tabular format. </a:t>
            </a:r>
            <a:endParaRPr lang="en-US" dirty="0">
              <a:solidFill>
                <a:srgbClr val="FFFFFF"/>
              </a:solidFill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976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96" y="68162"/>
            <a:ext cx="9020561" cy="96848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Introduction to pandas </a:t>
            </a:r>
            <a:r>
              <a:rPr lang="en-US" sz="4000" b="1" dirty="0" err="1">
                <a:ea typeface="+mj-lt"/>
                <a:cs typeface="+mj-lt"/>
              </a:rPr>
              <a:t>DataFrame</a:t>
            </a:r>
            <a:endParaRPr lang="en-US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8AB795-24AF-5BDC-AF9F-0B7F7A5FF4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99180" y="1179575"/>
            <a:ext cx="10513700" cy="364922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>
                <a:ea typeface="+mn-lt"/>
                <a:cs typeface="+mn-lt"/>
              </a:rPr>
              <a:t>One most common way to construct a </a:t>
            </a:r>
            <a:r>
              <a:rPr lang="en-US" sz="2800" dirty="0" err="1">
                <a:ea typeface="+mn-lt"/>
                <a:cs typeface="+mn-lt"/>
              </a:rPr>
              <a:t>DataFrame</a:t>
            </a:r>
            <a:r>
              <a:rPr lang="en-US" sz="2800" dirty="0">
                <a:ea typeface="+mn-lt"/>
                <a:cs typeface="+mn-lt"/>
              </a:rPr>
              <a:t> is from a </a:t>
            </a:r>
            <a:r>
              <a:rPr lang="en-US" sz="2800" dirty="0" err="1">
                <a:ea typeface="+mn-lt"/>
                <a:cs typeface="+mn-lt"/>
              </a:rPr>
              <a:t>dict</a:t>
            </a:r>
            <a:r>
              <a:rPr lang="en-US" sz="2800" dirty="0">
                <a:ea typeface="+mn-lt"/>
                <a:cs typeface="+mn-lt"/>
              </a:rPr>
              <a:t> of lists or NumPy arrays having the equal length. 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FFEC34-855C-4D84-8901-37CAB2F0A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921" y="2400590"/>
            <a:ext cx="6807550" cy="381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912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96" y="68162"/>
            <a:ext cx="9020561" cy="96848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Introduction to pandas </a:t>
            </a:r>
            <a:r>
              <a:rPr lang="en-US" sz="4000" b="1" dirty="0" err="1">
                <a:ea typeface="+mj-lt"/>
                <a:cs typeface="+mj-lt"/>
              </a:rPr>
              <a:t>DataFrame</a:t>
            </a:r>
            <a:endParaRPr lang="en-US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8AB795-24AF-5BDC-AF9F-0B7F7A5FF4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99180" y="1179575"/>
            <a:ext cx="10513700" cy="364922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>
                <a:ea typeface="+mn-lt"/>
                <a:cs typeface="+mn-lt"/>
              </a:rPr>
              <a:t>Rearrange </a:t>
            </a:r>
            <a:r>
              <a:rPr lang="en-US" sz="2800" dirty="0" err="1">
                <a:ea typeface="+mn-lt"/>
                <a:cs typeface="+mn-lt"/>
              </a:rPr>
              <a:t>DataFrame’s</a:t>
            </a:r>
            <a:r>
              <a:rPr lang="en-US" sz="2800" dirty="0">
                <a:ea typeface="+mn-lt"/>
                <a:cs typeface="+mn-lt"/>
              </a:rPr>
              <a:t> columns by specifying a sequence of columns.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EF32B6-7141-3DF1-CB6E-1616D2AD4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6077" y="1976928"/>
            <a:ext cx="7302907" cy="3823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2677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1327" y="506238"/>
            <a:ext cx="9622527" cy="869704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Introduction to pandas </a:t>
            </a:r>
            <a:r>
              <a:rPr lang="en-US" sz="4000" b="1" dirty="0" err="1">
                <a:ea typeface="+mj-lt"/>
                <a:cs typeface="+mj-lt"/>
              </a:rPr>
              <a:t>DataFrame</a:t>
            </a:r>
            <a:r>
              <a:rPr lang="en-US" sz="4000" b="1" dirty="0">
                <a:ea typeface="+mj-lt"/>
                <a:cs typeface="+mj-lt"/>
              </a:rPr>
              <a:t> 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7451" y="1375942"/>
            <a:ext cx="5261325" cy="525621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>
                <a:ea typeface="+mn-lt"/>
                <a:cs typeface="+mn-lt"/>
              </a:rPr>
              <a:t>Retrieving a column in a </a:t>
            </a:r>
            <a:r>
              <a:rPr lang="en-US" sz="2000" dirty="0" err="1">
                <a:ea typeface="+mn-lt"/>
                <a:cs typeface="+mn-lt"/>
              </a:rPr>
              <a:t>DataFrame</a:t>
            </a:r>
            <a:r>
              <a:rPr lang="en-US" sz="2000" dirty="0">
                <a:ea typeface="+mn-lt"/>
                <a:cs typeface="+mn-lt"/>
              </a:rPr>
              <a:t> as a Series either by a: </a:t>
            </a:r>
          </a:p>
          <a:p>
            <a:pPr>
              <a:buFontTx/>
              <a:buChar char="-"/>
            </a:pPr>
            <a:r>
              <a:rPr lang="en-US" sz="2000" dirty="0" err="1">
                <a:ea typeface="+mn-lt"/>
                <a:cs typeface="+mn-lt"/>
              </a:rPr>
              <a:t>dict</a:t>
            </a:r>
            <a:r>
              <a:rPr lang="en-US" sz="2000" dirty="0">
                <a:ea typeface="+mn-lt"/>
                <a:cs typeface="+mn-lt"/>
              </a:rPr>
              <a:t>-like notation</a:t>
            </a:r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(use column name as key)</a:t>
            </a:r>
          </a:p>
          <a:p>
            <a:pPr>
              <a:buFontTx/>
              <a:buChar char="-"/>
            </a:pPr>
            <a:endParaRPr lang="en-US" sz="2000" dirty="0">
              <a:ea typeface="+mn-lt"/>
              <a:cs typeface="+mn-lt"/>
            </a:endParaRPr>
          </a:p>
          <a:p>
            <a:pPr>
              <a:buFontTx/>
              <a:buChar char="-"/>
            </a:pPr>
            <a:endParaRPr lang="en-US" sz="2000" dirty="0">
              <a:ea typeface="+mn-lt"/>
              <a:cs typeface="+mn-lt"/>
            </a:endParaRPr>
          </a:p>
          <a:p>
            <a:pPr>
              <a:buFontTx/>
              <a:buChar char="-"/>
            </a:pPr>
            <a:endParaRPr lang="en-US" sz="2000" dirty="0">
              <a:ea typeface="+mn-lt"/>
              <a:cs typeface="+mn-lt"/>
            </a:endParaRPr>
          </a:p>
          <a:p>
            <a:pPr>
              <a:buFontTx/>
              <a:buChar char="-"/>
            </a:pPr>
            <a:r>
              <a:rPr lang="en-US" sz="2000" dirty="0">
                <a:ea typeface="+mn-lt"/>
                <a:cs typeface="+mn-lt"/>
              </a:rPr>
              <a:t> attribute 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07310B4C-2FFE-037A-F3D5-1AA439EF61A7}"/>
              </a:ext>
            </a:extLst>
          </p:cNvPr>
          <p:cNvSpPr txBox="1">
            <a:spLocks/>
          </p:cNvSpPr>
          <p:nvPr/>
        </p:nvSpPr>
        <p:spPr>
          <a:xfrm>
            <a:off x="6208776" y="1567483"/>
            <a:ext cx="5680629" cy="33255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+mn-lt"/>
                <a:cs typeface="+mn-lt"/>
              </a:rPr>
              <a:t>Rows can be retrieved by a position or name with the special loc attribute.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72371E-4F26-D368-6995-E30920A53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260" y="2250729"/>
            <a:ext cx="2268965" cy="42362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294658-9B11-5BF1-754B-FB4666AF5B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7165" y="3005640"/>
            <a:ext cx="3702240" cy="15685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7FB280-0A07-8313-CEAE-7D15196EDB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8776" y="2864692"/>
            <a:ext cx="1809843" cy="2425825"/>
          </a:xfrm>
          <a:prstGeom prst="rect">
            <a:avLst/>
          </a:prstGeom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B6C7AE6B-7086-2885-D0F0-350FA2C2465F}"/>
              </a:ext>
            </a:extLst>
          </p:cNvPr>
          <p:cNvSpPr/>
          <p:nvPr/>
        </p:nvSpPr>
        <p:spPr>
          <a:xfrm>
            <a:off x="2426451" y="4730905"/>
            <a:ext cx="1119263" cy="3243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160698FA-8ACB-2099-AC2D-C30DEDEF2D04}"/>
              </a:ext>
            </a:extLst>
          </p:cNvPr>
          <p:cNvSpPr/>
          <p:nvPr/>
        </p:nvSpPr>
        <p:spPr>
          <a:xfrm>
            <a:off x="3071747" y="2403334"/>
            <a:ext cx="627084" cy="2187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754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523088"/>
            <a:ext cx="9722602" cy="1025346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Introduction to pandas </a:t>
            </a:r>
            <a:r>
              <a:rPr lang="en-US" sz="4000" b="1" dirty="0" err="1">
                <a:ea typeface="+mj-lt"/>
                <a:cs typeface="+mj-lt"/>
              </a:rPr>
              <a:t>DataFrame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2104" y="1567483"/>
            <a:ext cx="10561320" cy="371246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>
                <a:ea typeface="+mn-lt"/>
                <a:cs typeface="+mn-lt"/>
              </a:rPr>
              <a:t>Values at a specific column can be modified by assignments. </a:t>
            </a:r>
            <a:endParaRPr lang="en-US" dirty="0"/>
          </a:p>
          <a:p>
            <a:pPr lvl="1"/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EBAB570D-238A-7D31-2F90-A2F436A9C912}"/>
              </a:ext>
            </a:extLst>
          </p:cNvPr>
          <p:cNvSpPr txBox="1">
            <a:spLocks/>
          </p:cNvSpPr>
          <p:nvPr/>
        </p:nvSpPr>
        <p:spPr>
          <a:xfrm>
            <a:off x="6431339" y="2186181"/>
            <a:ext cx="7454139" cy="371246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34D460-5E03-452D-6A59-8DBE332F7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8398" y="2667565"/>
            <a:ext cx="1835244" cy="27496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1BCFA4-42C6-E1CF-406A-2678898C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1189" y="2667565"/>
            <a:ext cx="2730640" cy="2743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7081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360" y="335642"/>
            <a:ext cx="9119024" cy="80197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Introduction to pandas </a:t>
            </a:r>
            <a:r>
              <a:rPr lang="en-US" sz="4000" b="1" dirty="0" err="1">
                <a:ea typeface="+mj-lt"/>
                <a:cs typeface="+mj-lt"/>
              </a:rPr>
              <a:t>DataFrame</a:t>
            </a:r>
            <a:r>
              <a:rPr lang="en-US" sz="4000" b="1" dirty="0">
                <a:ea typeface="+mj-lt"/>
                <a:cs typeface="+mj-lt"/>
              </a:rPr>
              <a:t> 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3000" y="1134222"/>
            <a:ext cx="4848000" cy="246840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Another common form </a:t>
            </a: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of </a:t>
            </a: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data is a nested </a:t>
            </a:r>
            <a:r>
              <a:rPr lang="en-US" dirty="0" err="1">
                <a:solidFill>
                  <a:srgbClr val="FFFFFF"/>
                </a:solidFill>
                <a:ea typeface="+mn-lt"/>
                <a:cs typeface="+mn-lt"/>
              </a:rPr>
              <a:t>dict</a:t>
            </a: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 of </a:t>
            </a:r>
            <a:r>
              <a:rPr lang="en-US" dirty="0" err="1">
                <a:solidFill>
                  <a:srgbClr val="FFFFFF"/>
                </a:solidFill>
                <a:ea typeface="+mn-lt"/>
                <a:cs typeface="+mn-lt"/>
              </a:rPr>
              <a:t>dicts</a:t>
            </a: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. </a:t>
            </a:r>
            <a:endParaRPr lang="en-US" sz="2400" dirty="0"/>
          </a:p>
          <a:p>
            <a:pPr marL="457200" lvl="1" indent="0">
              <a:buNone/>
            </a:pP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07310B4C-2FFE-037A-F3D5-1AA439EF61A7}"/>
              </a:ext>
            </a:extLst>
          </p:cNvPr>
          <p:cNvSpPr txBox="1">
            <a:spLocks/>
          </p:cNvSpPr>
          <p:nvPr/>
        </p:nvSpPr>
        <p:spPr>
          <a:xfrm>
            <a:off x="5879523" y="1133036"/>
            <a:ext cx="6125958" cy="21131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+mn-lt"/>
                <a:cs typeface="+mn-lt"/>
              </a:rPr>
              <a:t>Transpose of the </a:t>
            </a:r>
            <a:r>
              <a:rPr lang="en-US" dirty="0" err="1">
                <a:ea typeface="+mn-lt"/>
                <a:cs typeface="+mn-lt"/>
              </a:rPr>
              <a:t>DataFrame</a:t>
            </a:r>
            <a:r>
              <a:rPr lang="en-US" dirty="0">
                <a:ea typeface="+mn-lt"/>
                <a:cs typeface="+mn-lt"/>
              </a:rPr>
              <a:t> (swap rows and columns) </a:t>
            </a:r>
            <a:endParaRPr lang="en-US" dirty="0"/>
          </a:p>
          <a:p>
            <a:pPr marL="457200" lvl="1" indent="0">
              <a:buNone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>
                <a:ea typeface="+mn-lt"/>
                <a:cs typeface="+mn-lt"/>
              </a:rPr>
              <a:t>We can display a selection of indexes (rows) 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#How many </a:t>
            </a:r>
            <a:r>
              <a:rPr lang="en-US" dirty="0" err="1">
                <a:solidFill>
                  <a:schemeClr val="tx2"/>
                </a:solidFill>
                <a:ea typeface="+mn-lt"/>
                <a:cs typeface="+mn-lt"/>
              </a:rPr>
              <a:t>NaN’s</a:t>
            </a:r>
            <a:r>
              <a:rPr lang="en-US" dirty="0">
                <a:solidFill>
                  <a:schemeClr val="tx2"/>
                </a:solidFill>
                <a:ea typeface="+mn-lt"/>
                <a:cs typeface="+mn-lt"/>
              </a:rPr>
              <a:t>? 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C8374C-2BA4-EC8D-43C3-2EA23AF5A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24" y="2166610"/>
            <a:ext cx="5737748" cy="21591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5BBA55E-5FAF-83E4-10DE-8A51FA259B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3745" y="1797752"/>
            <a:ext cx="3435527" cy="17336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9F92C1D-7312-4B94-9B0E-E70ADBC4A2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8308" y="4496389"/>
            <a:ext cx="4388076" cy="179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0941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AA7C7-1B21-E4DE-A30C-992523F35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1874520"/>
            <a:ext cx="11365992" cy="216408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ea typeface="+mj-lt"/>
                <a:cs typeface="+mj-lt"/>
              </a:rPr>
              <a:t>Pandas  Essential Functionality:</a:t>
            </a:r>
            <a:endParaRPr lang="en-US" dirty="0"/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719856DE-EB4C-E1E6-078D-CC52E70FD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9569" y="-9235"/>
            <a:ext cx="1161667" cy="111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7662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-5552"/>
            <a:ext cx="9205880" cy="1219608"/>
          </a:xfrm>
        </p:spPr>
        <p:txBody>
          <a:bodyPr/>
          <a:lstStyle/>
          <a:p>
            <a:pPr algn="ctr"/>
            <a:r>
              <a:rPr lang="en-US" sz="4000" b="1" dirty="0">
                <a:ea typeface="+mj-lt"/>
                <a:cs typeface="+mj-lt"/>
              </a:rPr>
              <a:t>Reindexing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8408" y="1214056"/>
            <a:ext cx="10840222" cy="278334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>
                <a:ea typeface="+mn-lt"/>
                <a:cs typeface="+mn-lt"/>
              </a:rPr>
              <a:t>panda’s Index objects are responsible for holding the axis labels and other metadata (like the axis name or names). </a:t>
            </a:r>
          </a:p>
          <a:p>
            <a:endParaRPr lang="en-US" sz="1800" dirty="0">
              <a:ea typeface="+mn-lt"/>
              <a:cs typeface="+mn-lt"/>
            </a:endParaRPr>
          </a:p>
          <a:p>
            <a:endParaRPr lang="en-US" sz="1800" dirty="0">
              <a:ea typeface="+mn-lt"/>
              <a:cs typeface="+mn-lt"/>
            </a:endParaRPr>
          </a:p>
          <a:p>
            <a:endParaRPr lang="en-US" sz="1800" dirty="0">
              <a:ea typeface="+mn-lt"/>
              <a:cs typeface="+mn-lt"/>
            </a:endParaRPr>
          </a:p>
          <a:p>
            <a:endParaRPr lang="en-US" sz="1800" dirty="0">
              <a:ea typeface="+mn-lt"/>
              <a:cs typeface="+mn-lt"/>
            </a:endParaRPr>
          </a:p>
          <a:p>
            <a:r>
              <a:rPr lang="en-US" sz="1800" dirty="0">
                <a:ea typeface="+mn-lt"/>
                <a:cs typeface="+mn-lt"/>
              </a:rPr>
              <a:t>Reindex on this Series rearranges the data according to the new index. </a:t>
            </a:r>
          </a:p>
          <a:p>
            <a:pPr marL="0" indent="0">
              <a:buNone/>
            </a:pPr>
            <a:br>
              <a:rPr lang="en-US" sz="800" dirty="0">
                <a:ea typeface="+mn-lt"/>
                <a:cs typeface="+mn-lt"/>
              </a:rPr>
            </a:br>
            <a:endParaRPr lang="en-US" sz="800" dirty="0">
              <a:ea typeface="+mn-lt"/>
              <a:cs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2878E1-F683-1622-992A-3E5F322BF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9237" y="1630954"/>
            <a:ext cx="7067671" cy="21272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F96617-2B7E-6578-DCD0-04E440B79F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8855" y="4302503"/>
            <a:ext cx="4578585" cy="2381372"/>
          </a:xfrm>
          <a:prstGeom prst="rect">
            <a:avLst/>
          </a:prstGeom>
        </p:spPr>
      </p:pic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7EAEAB02-87E8-3380-D5AC-F7BCDC300C02}"/>
              </a:ext>
            </a:extLst>
          </p:cNvPr>
          <p:cNvSpPr txBox="1">
            <a:spLocks/>
          </p:cNvSpPr>
          <p:nvPr/>
        </p:nvSpPr>
        <p:spPr>
          <a:xfrm>
            <a:off x="2798064" y="3365959"/>
            <a:ext cx="8415528" cy="72080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>
              <a:ea typeface="+mn-lt"/>
              <a:cs typeface="+mn-lt"/>
            </a:endParaRPr>
          </a:p>
          <a:p>
            <a:endParaRPr lang="en-US" sz="1800" dirty="0">
              <a:ea typeface="+mn-lt"/>
              <a:cs typeface="+mn-lt"/>
            </a:endParaRPr>
          </a:p>
          <a:p>
            <a:endParaRPr lang="en-US" sz="18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18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18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1800" dirty="0">
              <a:solidFill>
                <a:schemeClr val="tx2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  <a:ea typeface="+mn-lt"/>
                <a:cs typeface="+mn-lt"/>
              </a:rPr>
              <a:t>#NaN is created for a missing value</a:t>
            </a:r>
            <a:r>
              <a:rPr lang="en-US" sz="1600" dirty="0">
                <a:ea typeface="+mn-lt"/>
                <a:cs typeface="+mn-lt"/>
              </a:rPr>
              <a:t>.</a:t>
            </a:r>
            <a:br>
              <a:rPr lang="en-US" sz="1600" dirty="0">
                <a:ea typeface="+mn-lt"/>
                <a:cs typeface="+mn-lt"/>
              </a:rPr>
            </a:br>
            <a:endParaRPr lang="en-US" sz="16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132780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534461"/>
            <a:ext cx="9968419" cy="80197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Reindexing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1336432"/>
            <a:ext cx="10957842" cy="267394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>
                <a:ea typeface="+mn-lt"/>
                <a:cs typeface="+mn-lt"/>
              </a:rPr>
              <a:t>Rows are reindexed if only the sequence is passed. </a:t>
            </a:r>
            <a:endParaRPr lang="en-US" sz="2800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F36D90-84BA-0B32-5AC4-C8185FD8D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878" y="1947670"/>
            <a:ext cx="10498465" cy="21781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AB4093D-CC52-A988-4EB8-5FF0642044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990" y="4227470"/>
            <a:ext cx="4940554" cy="2438525"/>
          </a:xfrm>
          <a:prstGeom prst="rect">
            <a:avLst/>
          </a:prstGeom>
        </p:spPr>
      </p:pic>
      <p:sp>
        <p:nvSpPr>
          <p:cNvPr id="13" name="Arrow: Bent-Up 12">
            <a:extLst>
              <a:ext uri="{FF2B5EF4-FFF2-40B4-BE49-F238E27FC236}">
                <a16:creationId xmlns:a16="http://schemas.microsoft.com/office/drawing/2014/main" id="{97BB9D31-7777-BAA2-042A-5E5D21E731CD}"/>
              </a:ext>
            </a:extLst>
          </p:cNvPr>
          <p:cNvSpPr/>
          <p:nvPr/>
        </p:nvSpPr>
        <p:spPr>
          <a:xfrm rot="5400000">
            <a:off x="1398517" y="1482334"/>
            <a:ext cx="2939845" cy="3731100"/>
          </a:xfrm>
          <a:prstGeom prst="bentUpArrow">
            <a:avLst>
              <a:gd name="adj1" fmla="val 7040"/>
              <a:gd name="adj2" fmla="val 9090"/>
              <a:gd name="adj3" fmla="val 1341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6508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736" y="505397"/>
            <a:ext cx="9796560" cy="80197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ea typeface="+mj-lt"/>
                <a:cs typeface="+mj-lt"/>
              </a:rPr>
              <a:t>Reindexing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4712" y="1472184"/>
            <a:ext cx="4783064" cy="338971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ea typeface="+mn-lt"/>
                <a:cs typeface="+mn-lt"/>
              </a:rPr>
              <a:t>Columns can be reindexed as well. 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>
              <a:ea typeface="+mn-lt"/>
              <a:cs typeface="+mn-lt"/>
            </a:endParaRPr>
          </a:p>
          <a:p>
            <a:pPr lvl="1"/>
            <a:endParaRPr lang="en-US" sz="2400" dirty="0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07310B4C-2FFE-037A-F3D5-1AA439EF61A7}"/>
              </a:ext>
            </a:extLst>
          </p:cNvPr>
          <p:cNvSpPr txBox="1">
            <a:spLocks/>
          </p:cNvSpPr>
          <p:nvPr/>
        </p:nvSpPr>
        <p:spPr>
          <a:xfrm>
            <a:off x="6100997" y="1311969"/>
            <a:ext cx="5781865" cy="22119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800" dirty="0">
              <a:solidFill>
                <a:srgbClr val="FFFFFF"/>
              </a:solidFill>
              <a:latin typeface="Tw Cen MT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1BFF365-171C-89F5-2863-F400FFFECAA3}"/>
              </a:ext>
            </a:extLst>
          </p:cNvPr>
          <p:cNvSpPr txBox="1">
            <a:spLocks/>
          </p:cNvSpPr>
          <p:nvPr/>
        </p:nvSpPr>
        <p:spPr>
          <a:xfrm>
            <a:off x="1316736" y="4652069"/>
            <a:ext cx="10566125" cy="22119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Why does Utah have values </a:t>
            </a:r>
            <a:r>
              <a:rPr lang="en-US" dirty="0" err="1">
                <a:solidFill>
                  <a:srgbClr val="FFFFFF"/>
                </a:solidFill>
                <a:ea typeface="+mn-lt"/>
                <a:cs typeface="+mn-lt"/>
              </a:rPr>
              <a:t>NaN</a:t>
            </a: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? </a:t>
            </a:r>
          </a:p>
          <a:p>
            <a:r>
              <a:rPr lang="en-US" dirty="0">
                <a:ea typeface="+mn-lt"/>
                <a:cs typeface="+mn-lt"/>
              </a:rPr>
              <a:t>What would happen for the following command? </a:t>
            </a:r>
            <a:endParaRPr lang="en-US" sz="2800" dirty="0"/>
          </a:p>
          <a:p>
            <a:pPr marL="457200" lvl="1" indent="0">
              <a:buNone/>
            </a:pP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    </a:t>
            </a:r>
            <a:r>
              <a:rPr lang="en-US" dirty="0" err="1">
                <a:solidFill>
                  <a:srgbClr val="FFFFFF"/>
                </a:solidFill>
                <a:ea typeface="+mn-lt"/>
                <a:cs typeface="+mn-lt"/>
              </a:rPr>
              <a:t>frame.loc</a:t>
            </a: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[['a', 'b', 'c', 'd'], states] </a:t>
            </a:r>
            <a:endParaRPr lang="en-US" dirty="0">
              <a:solidFill>
                <a:srgbClr val="FFFFFF"/>
              </a:solidFill>
              <a:latin typeface="Tw Cen MT"/>
            </a:endParaRPr>
          </a:p>
          <a:p>
            <a:pPr marL="0" indent="0">
              <a:buNone/>
            </a:pPr>
            <a:endParaRPr lang="en-US" sz="2800" dirty="0">
              <a:solidFill>
                <a:srgbClr val="FFFFFF"/>
              </a:solidFill>
              <a:latin typeface="Tw Cen M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170AB7-55C0-08F7-1AFF-A20D261FF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516" y="2040866"/>
            <a:ext cx="6024284" cy="260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4375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495683"/>
            <a:ext cx="9963000" cy="855558"/>
          </a:xfrm>
        </p:spPr>
        <p:txBody>
          <a:bodyPr/>
          <a:lstStyle/>
          <a:p>
            <a:pPr algn="ctr"/>
            <a:r>
              <a:rPr lang="en-US" sz="4000" b="1" dirty="0">
                <a:ea typeface="+mj-lt"/>
                <a:cs typeface="+mj-lt"/>
              </a:rPr>
              <a:t>Dropping Entries</a:t>
            </a:r>
            <a:endParaRPr lang="en-US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8AB795-24AF-5BDC-AF9F-0B7F7A5FF4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78992" y="1351241"/>
            <a:ext cx="9848597" cy="349797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/>
            <a:r>
              <a:rPr lang="en-US" sz="2800" dirty="0">
                <a:ea typeface="+mn-lt"/>
                <a:cs typeface="+mn-lt"/>
              </a:rPr>
              <a:t>Dropping one or more entries from an axis is easy if you have an index array or list without those entries. </a:t>
            </a:r>
            <a:endParaRPr lang="en-US" sz="2800" dirty="0"/>
          </a:p>
          <a:p>
            <a:pPr marL="457200" lvl="1" indent="0">
              <a:buNone/>
            </a:pPr>
            <a:br>
              <a:rPr lang="en-US" sz="2400" dirty="0">
                <a:ea typeface="+mn-lt"/>
                <a:cs typeface="+mn-lt"/>
              </a:rPr>
            </a:br>
            <a:endParaRPr lang="en-US" sz="2400" dirty="0">
              <a:ea typeface="+mn-lt"/>
              <a:cs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32" y="0"/>
            <a:ext cx="1097268" cy="10538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95E6B5-8157-A44C-BAC5-FAB75C46B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04" y="2420123"/>
            <a:ext cx="5388318" cy="20177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69C6FD-DB52-CAAE-0648-A728075BA3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1737" y="2714977"/>
            <a:ext cx="5914059" cy="4024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5823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922" y="-4483"/>
            <a:ext cx="10766777" cy="1219608"/>
          </a:xfrm>
        </p:spPr>
        <p:txBody>
          <a:bodyPr/>
          <a:lstStyle/>
          <a:p>
            <a:pPr algn="ctr"/>
            <a:r>
              <a:rPr lang="en-US" sz="4000" b="1" dirty="0">
                <a:ea typeface="+mj-lt"/>
                <a:cs typeface="+mj-lt"/>
              </a:rPr>
              <a:t>Dropping Entries 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04180" y="1023125"/>
            <a:ext cx="4992332" cy="534109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>
                <a:ea typeface="+mn-lt"/>
                <a:cs typeface="+mn-lt"/>
              </a:rPr>
              <a:t>With </a:t>
            </a:r>
            <a:r>
              <a:rPr lang="en-US" sz="2800" dirty="0" err="1">
                <a:ea typeface="+mn-lt"/>
                <a:cs typeface="+mn-lt"/>
              </a:rPr>
              <a:t>DataFrame</a:t>
            </a:r>
            <a:r>
              <a:rPr lang="en-US" sz="2800" dirty="0">
                <a:ea typeface="+mn-lt"/>
                <a:cs typeface="+mn-lt"/>
              </a:rPr>
              <a:t>, you can also delete from either axis. </a:t>
            </a:r>
            <a:endParaRPr lang="en-US" sz="2800" dirty="0"/>
          </a:p>
          <a:p>
            <a:pPr lvl="1"/>
            <a:endParaRPr lang="en-US" sz="24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8AB795-24AF-5BDC-AF9F-0B7F7A5FF4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5096" y="1819656"/>
            <a:ext cx="6038470" cy="1609344"/>
          </a:xfrm>
        </p:spPr>
        <p:txBody>
          <a:bodyPr vert="horz" lIns="91440" tIns="45720" rIns="91440" bIns="45720" rtlCol="0" anchor="t">
            <a:noAutofit/>
          </a:bodyPr>
          <a:lstStyle/>
          <a:p>
            <a:pPr lvl="1"/>
            <a:endParaRPr lang="en-US" dirty="0">
              <a:solidFill>
                <a:schemeClr val="tx2"/>
              </a:solidFill>
              <a:ea typeface="+mn-lt"/>
              <a:cs typeface="+mn-lt"/>
            </a:endParaRPr>
          </a:p>
          <a:p>
            <a:pPr lvl="1"/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What would be a command to delete the last two rows? Do we need to specify axis? </a:t>
            </a:r>
            <a:r>
              <a:rPr lang="en-US" dirty="0">
                <a:solidFill>
                  <a:srgbClr val="FF0000"/>
                </a:solidFill>
              </a:rPr>
              <a:t> 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931586-1636-825B-0CF4-0EA807305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347" y="2052879"/>
            <a:ext cx="5965999" cy="28574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BE992E-8764-A4F1-1951-464DC1085B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6983" y="3261197"/>
            <a:ext cx="7302875" cy="292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833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0" y="-249"/>
            <a:ext cx="9929246" cy="1219608"/>
          </a:xfrm>
        </p:spPr>
        <p:txBody>
          <a:bodyPr/>
          <a:lstStyle/>
          <a:p>
            <a:pPr algn="ctr"/>
            <a:r>
              <a:rPr lang="en-US" sz="4000" b="1" dirty="0">
                <a:ea typeface="+mj-lt"/>
                <a:cs typeface="+mj-lt"/>
              </a:rPr>
              <a:t>Indexing, Selection, and Filtering 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16735" y="1024785"/>
            <a:ext cx="9508671" cy="402321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0"/>
              </a:spcBef>
            </a:pP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indexing allows retrieving one or more columns either with a single value or sequence</a:t>
            </a:r>
            <a:endParaRPr lang="en-US" dirty="0">
              <a:ea typeface="+mn-lt"/>
              <a:cs typeface="+mn-lt"/>
            </a:endParaRPr>
          </a:p>
          <a:p>
            <a:pPr lvl="1"/>
            <a:endParaRPr lang="en-US" sz="2400" dirty="0">
              <a:solidFill>
                <a:schemeClr val="tx2"/>
              </a:solidFill>
            </a:endParaRPr>
          </a:p>
          <a:p>
            <a:pPr marL="457200" lvl="1" indent="0">
              <a:buNone/>
            </a:pPr>
            <a:endParaRPr lang="en-US" sz="2400" dirty="0">
              <a:ea typeface="+mn-lt"/>
              <a:cs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98C2B1-49E9-C6BE-FC50-BDB0060CC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359" y="2007601"/>
            <a:ext cx="3924502" cy="25337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E3B0A4-E0BF-1DE3-8919-8DBA5C3B7E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1982" y="2007601"/>
            <a:ext cx="4026107" cy="19495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D87952D-2D91-1D52-53F5-33179EB27A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4273" y="4199684"/>
            <a:ext cx="6285937" cy="187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9977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0"/>
            <a:ext cx="9769128" cy="1219608"/>
          </a:xfrm>
        </p:spPr>
        <p:txBody>
          <a:bodyPr/>
          <a:lstStyle/>
          <a:p>
            <a:pPr algn="ctr"/>
            <a:r>
              <a:rPr lang="en-US" sz="4000" b="1" dirty="0">
                <a:ea typeface="+mj-lt"/>
                <a:cs typeface="+mj-lt"/>
              </a:rPr>
              <a:t>Indexing, Selection, and Filtering 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3970" y="1278652"/>
            <a:ext cx="10743230" cy="35672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a scalar comparison produced indexing with Boolean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DataFrame</a:t>
            </a:r>
            <a:endParaRPr lang="en-US" sz="2800" dirty="0">
              <a:solidFill>
                <a:srgbClr val="FFFFFF"/>
              </a:solidFill>
              <a:ea typeface="+mn-lt"/>
              <a:cs typeface="+mn-lt"/>
            </a:endParaRPr>
          </a:p>
          <a:p>
            <a:endParaRPr lang="en-US" sz="2800" dirty="0">
              <a:solidFill>
                <a:srgbClr val="FFFFFF"/>
              </a:solidFill>
              <a:ea typeface="+mn-lt"/>
              <a:cs typeface="+mn-lt"/>
            </a:endParaRPr>
          </a:p>
          <a:p>
            <a:endParaRPr lang="en-US" sz="2800" dirty="0">
              <a:solidFill>
                <a:srgbClr val="FFFFFF"/>
              </a:solidFill>
              <a:ea typeface="+mn-lt"/>
              <a:cs typeface="+mn-lt"/>
            </a:endParaRPr>
          </a:p>
          <a:p>
            <a:endParaRPr lang="en-US" sz="2800" dirty="0">
              <a:solidFill>
                <a:srgbClr val="FFFFFF"/>
              </a:solidFill>
              <a:ea typeface="+mn-lt"/>
              <a:cs typeface="+mn-lt"/>
            </a:endParaRPr>
          </a:p>
          <a:p>
            <a:endParaRPr lang="en-US" sz="2800" dirty="0">
              <a:solidFill>
                <a:srgbClr val="FFFFFF"/>
              </a:solidFill>
              <a:ea typeface="+mn-lt"/>
              <a:cs typeface="+mn-lt"/>
            </a:endParaRPr>
          </a:p>
          <a:p>
            <a:pPr lvl="3"/>
            <a:r>
              <a:rPr lang="en-US" sz="2000" dirty="0">
                <a:solidFill>
                  <a:srgbClr val="FFFFFF"/>
                </a:solidFill>
                <a:ea typeface="+mn-lt"/>
                <a:cs typeface="+mn-lt"/>
              </a:rPr>
              <a:t>Example use: </a:t>
            </a:r>
            <a:endParaRPr lang="en-US" sz="2000" dirty="0">
              <a:ea typeface="+mn-lt"/>
              <a:cs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9DBAD1-AD07-6B8C-1463-BA9C39133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1801737"/>
            <a:ext cx="3295819" cy="25210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3A2661-83D6-28ED-E940-AB47638B37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2973" y="3855811"/>
            <a:ext cx="6737696" cy="2781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2744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7" y="116671"/>
            <a:ext cx="10002963" cy="880356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ea typeface="+mj-lt"/>
                <a:cs typeface="+mj-lt"/>
              </a:rPr>
              <a:t>Indexing, Selection, and Filtering 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3272" y="991099"/>
            <a:ext cx="10616860" cy="334351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ea typeface="+mn-lt"/>
                <a:cs typeface="+mn-lt"/>
              </a:rPr>
              <a:t>Special indexing operations 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  <a:ea typeface="+mn-lt"/>
                <a:cs typeface="+mn-lt"/>
              </a:rPr>
              <a:t>loc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b="1" dirty="0" err="1">
                <a:solidFill>
                  <a:schemeClr val="bg2">
                    <a:lumMod val="75000"/>
                  </a:schemeClr>
                </a:solidFill>
                <a:ea typeface="+mn-lt"/>
                <a:cs typeface="+mn-lt"/>
              </a:rPr>
              <a:t>iloc</a:t>
            </a:r>
            <a:r>
              <a:rPr lang="en-US" dirty="0">
                <a:ea typeface="+mn-lt"/>
                <a:cs typeface="+mn-lt"/>
              </a:rPr>
              <a:t> use to select a subset of the rows and columns from a </a:t>
            </a:r>
            <a:r>
              <a:rPr lang="en-US" dirty="0" err="1">
                <a:ea typeface="+mn-lt"/>
                <a:cs typeface="+mn-lt"/>
              </a:rPr>
              <a:t>DataFrame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12D47D8A-3401-E87D-EE20-15880AF47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8728" y="-9235"/>
            <a:ext cx="1042508" cy="10012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7CB9CD-A9F8-0ED7-6ECC-165C6F659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784" y="1992319"/>
            <a:ext cx="5302523" cy="22543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87427EB-18AF-6F89-127E-E85D15ED5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155" y="2170997"/>
            <a:ext cx="5584773" cy="2075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9053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0784" y="619127"/>
            <a:ext cx="9346627" cy="880356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ea typeface="+mj-lt"/>
                <a:cs typeface="+mj-lt"/>
              </a:rPr>
              <a:t>Indexing, Selection, and Filtering 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4589" y="1764792"/>
            <a:ext cx="4949318" cy="280920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>
                <a:ea typeface="+mn-lt"/>
                <a:cs typeface="+mn-lt"/>
              </a:rPr>
              <a:t>More Examples - </a:t>
            </a:r>
            <a:r>
              <a:rPr lang="en-US" sz="2800" b="1" dirty="0" err="1">
                <a:solidFill>
                  <a:schemeClr val="bg2">
                    <a:lumMod val="75000"/>
                  </a:schemeClr>
                </a:solidFill>
                <a:ea typeface="+mn-lt"/>
                <a:cs typeface="+mn-lt"/>
              </a:rPr>
              <a:t>iloc</a:t>
            </a:r>
            <a:r>
              <a:rPr lang="en-US" sz="2800" dirty="0">
                <a:ea typeface="+mn-lt"/>
                <a:cs typeface="+mn-lt"/>
              </a:rPr>
              <a:t> and </a:t>
            </a:r>
            <a:r>
              <a:rPr lang="en-US" sz="2800" b="1" dirty="0">
                <a:solidFill>
                  <a:schemeClr val="bg2">
                    <a:lumMod val="75000"/>
                  </a:schemeClr>
                </a:solidFill>
                <a:ea typeface="+mn-lt"/>
                <a:cs typeface="+mn-lt"/>
              </a:rPr>
              <a:t>loc</a:t>
            </a:r>
            <a:r>
              <a:rPr lang="en-US" sz="2800" dirty="0">
                <a:ea typeface="+mn-lt"/>
                <a:cs typeface="+mn-lt"/>
              </a:rPr>
              <a:t>:</a:t>
            </a:r>
            <a:endParaRPr lang="en-US" dirty="0"/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B406A8B4-1B4F-714B-056C-B5CCF8DDC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061E77-A4DD-3F5A-A820-CE26B7976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985" y="2377035"/>
            <a:ext cx="2787793" cy="18923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44F50FC-914E-C0B8-8152-AA06C1566F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9210" y="3323233"/>
            <a:ext cx="3149762" cy="21400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90B31FD-95F6-E85B-E17D-FD83F494E8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9293" y="4049758"/>
            <a:ext cx="4362674" cy="227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1883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0784" y="619127"/>
            <a:ext cx="9346627" cy="880356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ea typeface="+mj-lt"/>
                <a:cs typeface="+mj-lt"/>
              </a:rPr>
              <a:t>Fill Nas and NANs 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4589" y="2816352"/>
            <a:ext cx="3006787" cy="328269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Use forward </a:t>
            </a:r>
            <a:r>
              <a:rPr lang="en-US" b="1" dirty="0" err="1">
                <a:solidFill>
                  <a:schemeClr val="bg2">
                    <a:lumMod val="75000"/>
                  </a:schemeClr>
                </a:solidFill>
              </a:rPr>
              <a:t>ffill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() </a:t>
            </a:r>
            <a:r>
              <a:rPr lang="en-US" dirty="0"/>
              <a:t>and backward </a:t>
            </a:r>
            <a:r>
              <a:rPr lang="en-US" b="1" dirty="0" err="1">
                <a:solidFill>
                  <a:schemeClr val="bg2">
                    <a:lumMod val="75000"/>
                  </a:schemeClr>
                </a:solidFill>
              </a:rPr>
              <a:t>bfill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()</a:t>
            </a:r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B406A8B4-1B4F-714B-056C-B5CCF8DDC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01E136-297E-9D2E-9260-DFC01264D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320" y="1442592"/>
            <a:ext cx="6636091" cy="497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4428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0784" y="619127"/>
            <a:ext cx="9346627" cy="880356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ea typeface="+mj-lt"/>
                <a:cs typeface="+mj-lt"/>
              </a:rPr>
              <a:t>application and mapping 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4589" y="1764792"/>
            <a:ext cx="4451539" cy="304495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latin typeface="Arial Unicode MS"/>
              </a:rPr>
              <a:t>apply()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function applies a function along an axis of the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DataFrame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(either rows or columns). </a:t>
            </a:r>
          </a:p>
          <a:p>
            <a:r>
              <a:rPr lang="en-US" altLang="en-US" sz="2000" dirty="0"/>
              <a:t>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seful when you want to perform operations on each row or column individually.</a:t>
            </a:r>
            <a:endParaRPr lang="en-US" sz="2000" dirty="0"/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B406A8B4-1B4F-714B-056C-B5CCF8DDC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14F5DB-0436-BC70-836C-73AC63479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3207" y="1499483"/>
            <a:ext cx="5353325" cy="41785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8173144-35C0-1CE7-1189-8A1A567E69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7469" y="4121348"/>
            <a:ext cx="4635738" cy="241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3283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0784" y="619127"/>
            <a:ext cx="9346627" cy="880356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ea typeface="+mj-lt"/>
                <a:cs typeface="+mj-lt"/>
              </a:rPr>
              <a:t>application and mapping 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4589" y="1764792"/>
            <a:ext cx="4451539" cy="304495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latin typeface="Arial Unicode MS"/>
              </a:rPr>
              <a:t>map()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function is used to apply a function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elementwise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every single element in the entire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DataFrame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is different from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latin typeface="Arial Unicode MS"/>
              </a:rPr>
              <a:t>apply()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which works along an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axis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lang="en-US" dirty="0"/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B406A8B4-1B4F-714B-056C-B5CCF8DDC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0DBCF3-8842-B034-EB6F-8DE5E90DE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6787" y="1610247"/>
            <a:ext cx="5340624" cy="436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1127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0784" y="619127"/>
            <a:ext cx="9346627" cy="880356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ea typeface="+mj-lt"/>
                <a:cs typeface="+mj-lt"/>
              </a:rPr>
              <a:t>Sorting and Ranking 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9139" y="1349861"/>
            <a:ext cx="5018467" cy="488901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1" dirty="0" err="1">
                <a:solidFill>
                  <a:schemeClr val="bg2">
                    <a:lumMod val="75000"/>
                  </a:schemeClr>
                </a:solidFill>
              </a:rPr>
              <a:t>sort_values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() </a:t>
            </a:r>
            <a:r>
              <a:rPr lang="en-US" dirty="0"/>
              <a:t>- sorts a </a:t>
            </a:r>
            <a:r>
              <a:rPr lang="en-US" dirty="0" err="1"/>
              <a:t>DataFrame</a:t>
            </a:r>
            <a:r>
              <a:rPr lang="en-US" dirty="0"/>
              <a:t> by one or more columns</a:t>
            </a:r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B406A8B4-1B4F-714B-056C-B5CCF8DDC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2385" y="-9235"/>
            <a:ext cx="1018851" cy="978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999CC3-3861-EB35-0B6F-A86E522F2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245" y="2351417"/>
            <a:ext cx="4430945" cy="3784208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 txBox="1">
            <a:spLocks/>
          </p:cNvSpPr>
          <p:nvPr/>
        </p:nvSpPr>
        <p:spPr>
          <a:xfrm>
            <a:off x="6987605" y="1401689"/>
            <a:ext cx="4442395" cy="34136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>
                <a:solidFill>
                  <a:schemeClr val="bg2">
                    <a:lumMod val="75000"/>
                  </a:schemeClr>
                </a:solidFill>
              </a:rPr>
              <a:t>sort_index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() </a:t>
            </a:r>
            <a:r>
              <a:rPr lang="en-US" dirty="0"/>
              <a:t>- sorts the </a:t>
            </a:r>
            <a:r>
              <a:rPr lang="en-US" dirty="0" err="1"/>
              <a:t>DataFrame</a:t>
            </a:r>
            <a:r>
              <a:rPr lang="en-US" dirty="0"/>
              <a:t> by its index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B8E39D-7CE8-DDE2-A653-CF0DBF577F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739" y="2344916"/>
            <a:ext cx="4292128" cy="3790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0397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8216" y="355429"/>
            <a:ext cx="9346627" cy="880356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ea typeface="+mj-lt"/>
                <a:cs typeface="+mj-lt"/>
              </a:rPr>
              <a:t>Sorting and Ranking </a:t>
            </a:r>
            <a:endParaRPr lang="en-US" b="1" dirty="0"/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B406A8B4-1B4F-714B-056C-B5CCF8DDC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550BF21-8743-0791-C45A-C56CD9E278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1411" y="1700785"/>
            <a:ext cx="2479613" cy="4538088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latin typeface="Arial Unicode MS"/>
              </a:rPr>
              <a:t>rank()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is used to rank data in 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DataFrame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Series.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Ranks are assigned to each element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ascending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 order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by default, with ties being handled based on the specified method (such as "average", "min", "max", etc.).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45C0987-138E-39AA-08FF-E04A1FEFC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024" y="1029628"/>
            <a:ext cx="6483683" cy="29402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C29EC72-5001-E961-64C7-D2F63630CC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4713" y="2794613"/>
            <a:ext cx="3772094" cy="398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9980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DE8E1-9D23-9CE7-5D84-FFFCE9ABE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89A6B-7C20-F5ED-F3F9-C9B3719CC2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10055979" cy="3493588"/>
          </a:xfrm>
        </p:spPr>
        <p:txBody>
          <a:bodyPr>
            <a:normAutofit/>
          </a:bodyPr>
          <a:lstStyle/>
          <a:p>
            <a:r>
              <a:rPr lang="en-US" sz="2800" dirty="0"/>
              <a:t>McKinney, W. (2022). </a:t>
            </a:r>
            <a:r>
              <a:rPr lang="en-US" sz="2800" i="1" u="sng" dirty="0"/>
              <a:t>Python for Data Analysis: Data Wrangling with Pandas, </a:t>
            </a:r>
            <a:r>
              <a:rPr lang="en-US" sz="2800" i="1" u="sng" dirty="0" err="1"/>
              <a:t>Numpy</a:t>
            </a:r>
            <a:r>
              <a:rPr lang="en-US" sz="2800" i="1" u="sng" dirty="0"/>
              <a:t>, and </a:t>
            </a:r>
            <a:r>
              <a:rPr lang="en-US" sz="2800" i="1" u="sng" dirty="0" err="1"/>
              <a:t>IPython</a:t>
            </a:r>
            <a:r>
              <a:rPr lang="en-US" sz="2800" i="1" u="sng" dirty="0"/>
              <a:t>.</a:t>
            </a:r>
            <a:r>
              <a:rPr lang="en-US" sz="2800" dirty="0"/>
              <a:t> O’Reilly. (ISBN: 1-0981-0402-1)</a:t>
            </a: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C94B4A30-EA5F-6867-74AF-6E01A52C8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00" y="-1428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F163054-73BC-7ECF-4A2A-03769B76E9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52C2DC6-F462-3BA2-E52D-41F0A439A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AFA6ABF-C959-8D2B-7B38-DF77B18ED6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7EF7AC3-C3E6-93CC-62BF-EE0260349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EBBBF24B-66D8-566C-A664-78BE45CB51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255B2FE-9C82-E32B-79CA-BEB0683C8E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1FD469D4-5943-58C1-C1BA-EE7DFBF18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FE431A24-07B4-C471-3516-BC18CA08B0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70C3C397-FEBD-1180-6455-DA2C0CFB92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FBA4A28-4470-9620-D27B-4D85C10D03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96B6091F-1375-1AE2-DB5E-B82D4B6ABF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4017C50-B095-C682-6269-113DD24597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84746541-3B6D-DE2B-4B80-5BFC8DA590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FF61DC0C-EC0E-F354-1B99-B0D7B6ADCD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FA59680-35C0-D127-97AE-DC3E055BA2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61F0280-9F39-400C-C260-7863803340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46D49A9E-7739-0B38-F652-74B7E33320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1EC541-A789-F7A5-3B12-7F0D2C2C1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F38A3489-01F0-69AF-F39B-407E4383C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7BE4B703-7459-1217-B7CD-BFDCD4F56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E8A3917-AE8D-5045-8A60-3B824BF21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2DD269B-345B-2B0D-2A0F-CCB333D6F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644DC1C4-5258-007B-71F0-5CE6213E6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F70928D-B25B-8EE2-29A2-5C8AC27098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3444B964-9837-A3DA-6021-7646DC3F13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32EE5B20-1D9E-CC82-C408-B221400834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288AD5C-CBD1-E179-3B65-A550F1E5E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14103944-7C43-BD2E-5DF2-745E9AF2B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Title 1">
            <a:extLst>
              <a:ext uri="{FF2B5EF4-FFF2-40B4-BE49-F238E27FC236}">
                <a16:creationId xmlns:a16="http://schemas.microsoft.com/office/drawing/2014/main" id="{FC05C291-EABE-25F1-06DF-64CCDF547018}"/>
              </a:ext>
            </a:extLst>
          </p:cNvPr>
          <p:cNvSpPr txBox="1">
            <a:spLocks/>
          </p:cNvSpPr>
          <p:nvPr/>
        </p:nvSpPr>
        <p:spPr>
          <a:xfrm>
            <a:off x="1141413" y="1082673"/>
            <a:ext cx="2869416" cy="47085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/>
              <a:t>references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4008E67-CCE6-240E-A0A5-AC90313D2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2E39E904-5817-CC25-B119-1FC34C203D7D}"/>
              </a:ext>
            </a:extLst>
          </p:cNvPr>
          <p:cNvSpPr txBox="1">
            <a:spLocks/>
          </p:cNvSpPr>
          <p:nvPr/>
        </p:nvSpPr>
        <p:spPr>
          <a:xfrm>
            <a:off x="5297763" y="1082673"/>
            <a:ext cx="5751237" cy="47085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/>
              <a:t>McKinney, W. (2022). </a:t>
            </a:r>
            <a:r>
              <a:rPr lang="en-US" sz="3200" i="1" u="sng" dirty="0"/>
              <a:t>Python for Data Analysis: Data Wrangling with Pandas, </a:t>
            </a:r>
            <a:r>
              <a:rPr lang="en-US" sz="3200" i="1" u="sng" dirty="0" err="1"/>
              <a:t>Numpy</a:t>
            </a:r>
            <a:r>
              <a:rPr lang="en-US" sz="3200" i="1" u="sng" dirty="0"/>
              <a:t>, and </a:t>
            </a:r>
            <a:r>
              <a:rPr lang="en-US" sz="3200" i="1" u="sng" dirty="0" err="1"/>
              <a:t>IPython</a:t>
            </a:r>
            <a:r>
              <a:rPr lang="en-US" sz="3200" i="1" u="sng" dirty="0"/>
              <a:t>.</a:t>
            </a:r>
            <a:r>
              <a:rPr lang="en-US" sz="3200" dirty="0"/>
              <a:t> O’Reilly. (ISBN: 1-0981-0402-1)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6EA15A5-A211-AFE5-F650-1F41F8CD7E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5C43F8EC-A97B-B33F-14FB-DEC39621D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3">
              <a:extLst>
                <a:ext uri="{FF2B5EF4-FFF2-40B4-BE49-F238E27FC236}">
                  <a16:creationId xmlns:a16="http://schemas.microsoft.com/office/drawing/2014/main" id="{0AAE9F38-2561-0DC3-0B0C-6B725D4BF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D366F0FD-85D3-8C46-1D93-21042F31F0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F9BFC293-76D9-F1FA-6EAF-42810EFBA7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EB638B3F-60CC-6EDE-30FA-E29F2C8068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32E2C2DE-191E-0345-BFD9-B555F3503A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77D005CD-9EAD-81CB-6431-7BB9CC0A25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15BC8429-9DFA-94B9-32FA-D170E1098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88718898-2843-D991-2788-B23FECD5C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Rectangle 41">
              <a:extLst>
                <a:ext uri="{FF2B5EF4-FFF2-40B4-BE49-F238E27FC236}">
                  <a16:creationId xmlns:a16="http://schemas.microsoft.com/office/drawing/2014/main" id="{C878F859-5D9A-9B7A-B2EB-F328FD2DC1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AAC0C10D-11DF-3355-96FE-C9E0FF53D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5688" y="-9235"/>
            <a:ext cx="985548" cy="94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7297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678E285C-BE9E-45B7-A3EE-B9792DAE9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B86F577-8905-4B21-8AF3-C1BB34337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D2F1CFF3-A579-4D24-B5F9-1C71BA6FE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57601B50-7EB1-43FA-8360-4297BCD76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0BD8B7A-CD01-4638-A2C9-299AC68B9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Rectangle 8">
              <a:extLst>
                <a:ext uri="{FF2B5EF4-FFF2-40B4-BE49-F238E27FC236}">
                  <a16:creationId xmlns:a16="http://schemas.microsoft.com/office/drawing/2014/main" id="{095B58F9-6C29-48BE-9DA6-3855080521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0C84674F-2E8A-4B70-B801-00722CDD5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34F320BB-D6A9-45FE-8556-498B763B1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5493D54A-532A-46ED-AF63-A0A54818EF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EAF2EDFA-9C0B-44E2-B4BB-312B58BCA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A3641113-CE35-42A4-B605-41BC06BF4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DA2E5B2C-BAC4-4440-9B7E-F38783197A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D8A506DF-2E53-42C9-94BE-B98E32E05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12934FF8-5F70-40BF-BBB6-5EB941FB9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8EB3FB08-D01D-4E24-BE40-C16269DF6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D24E50D7-2753-4169-AD51-C106DA1B7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DF94B7E0-D9B6-4096-94D0-18D3AC0EF6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EBC05ADE-BBA2-4387-B005-3196E2E198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BBED1CEE-14D2-442F-AB08-401ABE3EF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4F6574C0-78E8-49EA-84BC-EE9D55707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65BCDB0B-615E-4CA1-AFD5-6B121CB7C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40627863-B7FC-44D1-9E53-E728FFF675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52FD6F8C-3AF1-487E-91F4-6E55146F1F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50323CF3-93CB-4E03-95C0-B180BB87A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EB47D82F-CF1B-47E6-9FA2-F3A9C5F94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0606708F-F2D4-4678-8ED2-39041BC64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D7EB95B4-15E4-433D-B36F-21FF341A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500A541B-4C75-497C-A489-097ED2996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5789326F-12A4-48B8-B0ED-A6A2AE0C27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2">
              <a:extLst>
                <a:ext uri="{FF2B5EF4-FFF2-40B4-BE49-F238E27FC236}">
                  <a16:creationId xmlns:a16="http://schemas.microsoft.com/office/drawing/2014/main" id="{25FA672E-2B65-477F-AA75-6261CE652F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Rectangle 33">
              <a:extLst>
                <a:ext uri="{FF2B5EF4-FFF2-40B4-BE49-F238E27FC236}">
                  <a16:creationId xmlns:a16="http://schemas.microsoft.com/office/drawing/2014/main" id="{BB09AF8D-E68B-499C-B9F5-2F365813D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4">
              <a:extLst>
                <a:ext uri="{FF2B5EF4-FFF2-40B4-BE49-F238E27FC236}">
                  <a16:creationId xmlns:a16="http://schemas.microsoft.com/office/drawing/2014/main" id="{7991AEAD-B5F3-47BA-9F1B-86C16A84AD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5">
              <a:extLst>
                <a:ext uri="{FF2B5EF4-FFF2-40B4-BE49-F238E27FC236}">
                  <a16:creationId xmlns:a16="http://schemas.microsoft.com/office/drawing/2014/main" id="{19A85F58-4C3A-4388-B55C-2329EEAECF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6">
              <a:extLst>
                <a:ext uri="{FF2B5EF4-FFF2-40B4-BE49-F238E27FC236}">
                  <a16:creationId xmlns:a16="http://schemas.microsoft.com/office/drawing/2014/main" id="{05652F38-94D9-41B7-A699-7E8F0C78D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7">
              <a:extLst>
                <a:ext uri="{FF2B5EF4-FFF2-40B4-BE49-F238E27FC236}">
                  <a16:creationId xmlns:a16="http://schemas.microsoft.com/office/drawing/2014/main" id="{3C043852-C250-4518-BB89-C91A34917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8">
              <a:extLst>
                <a:ext uri="{FF2B5EF4-FFF2-40B4-BE49-F238E27FC236}">
                  <a16:creationId xmlns:a16="http://schemas.microsoft.com/office/drawing/2014/main" id="{0CAB9A07-ECF2-416C-8528-F75DACB13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9">
              <a:extLst>
                <a:ext uri="{FF2B5EF4-FFF2-40B4-BE49-F238E27FC236}">
                  <a16:creationId xmlns:a16="http://schemas.microsoft.com/office/drawing/2014/main" id="{904A314C-A829-4AA6-92E2-529BCCF95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0">
              <a:extLst>
                <a:ext uri="{FF2B5EF4-FFF2-40B4-BE49-F238E27FC236}">
                  <a16:creationId xmlns:a16="http://schemas.microsoft.com/office/drawing/2014/main" id="{244EE6BA-4569-43ED-9E2E-1FB66201B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1">
              <a:extLst>
                <a:ext uri="{FF2B5EF4-FFF2-40B4-BE49-F238E27FC236}">
                  <a16:creationId xmlns:a16="http://schemas.microsoft.com/office/drawing/2014/main" id="{BEB8252E-FB2A-4BB5-BEC6-CA10FF6F7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2">
              <a:extLst>
                <a:ext uri="{FF2B5EF4-FFF2-40B4-BE49-F238E27FC236}">
                  <a16:creationId xmlns:a16="http://schemas.microsoft.com/office/drawing/2014/main" id="{91414711-C3A4-4E96-854A-DDDEB2F2E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3">
              <a:extLst>
                <a:ext uri="{FF2B5EF4-FFF2-40B4-BE49-F238E27FC236}">
                  <a16:creationId xmlns:a16="http://schemas.microsoft.com/office/drawing/2014/main" id="{86815BA8-3055-4B42-98C3-4202FD92E0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4">
              <a:extLst>
                <a:ext uri="{FF2B5EF4-FFF2-40B4-BE49-F238E27FC236}">
                  <a16:creationId xmlns:a16="http://schemas.microsoft.com/office/drawing/2014/main" id="{44457813-E991-44AE-9A83-B7488D1F3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Rectangle 45">
              <a:extLst>
                <a:ext uri="{FF2B5EF4-FFF2-40B4-BE49-F238E27FC236}">
                  <a16:creationId xmlns:a16="http://schemas.microsoft.com/office/drawing/2014/main" id="{8CE1CF47-A73F-4560-8835-AE1DC51E5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46">
              <a:extLst>
                <a:ext uri="{FF2B5EF4-FFF2-40B4-BE49-F238E27FC236}">
                  <a16:creationId xmlns:a16="http://schemas.microsoft.com/office/drawing/2014/main" id="{C2A935E4-AACC-4CB9-995E-D286178873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7">
              <a:extLst>
                <a:ext uri="{FF2B5EF4-FFF2-40B4-BE49-F238E27FC236}">
                  <a16:creationId xmlns:a16="http://schemas.microsoft.com/office/drawing/2014/main" id="{93B5B778-8ACB-4004-932D-BD95997BA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8">
              <a:extLst>
                <a:ext uri="{FF2B5EF4-FFF2-40B4-BE49-F238E27FC236}">
                  <a16:creationId xmlns:a16="http://schemas.microsoft.com/office/drawing/2014/main" id="{1434AF34-0919-40AD-84B1-446D4FF2D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9">
              <a:extLst>
                <a:ext uri="{FF2B5EF4-FFF2-40B4-BE49-F238E27FC236}">
                  <a16:creationId xmlns:a16="http://schemas.microsoft.com/office/drawing/2014/main" id="{29546CF3-6DDD-4073-AB7F-C6E722257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50">
              <a:extLst>
                <a:ext uri="{FF2B5EF4-FFF2-40B4-BE49-F238E27FC236}">
                  <a16:creationId xmlns:a16="http://schemas.microsoft.com/office/drawing/2014/main" id="{289D46AB-128A-477F-B6C9-F40F115D6C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1">
              <a:extLst>
                <a:ext uri="{FF2B5EF4-FFF2-40B4-BE49-F238E27FC236}">
                  <a16:creationId xmlns:a16="http://schemas.microsoft.com/office/drawing/2014/main" id="{A7DA7E67-3368-44AD-AACD-EB64AE3487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2">
              <a:extLst>
                <a:ext uri="{FF2B5EF4-FFF2-40B4-BE49-F238E27FC236}">
                  <a16:creationId xmlns:a16="http://schemas.microsoft.com/office/drawing/2014/main" id="{78BB1152-AB85-4AD8-BBA1-07CEA1F508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3">
              <a:extLst>
                <a:ext uri="{FF2B5EF4-FFF2-40B4-BE49-F238E27FC236}">
                  <a16:creationId xmlns:a16="http://schemas.microsoft.com/office/drawing/2014/main" id="{A982E7F2-DD68-4093-B9C5-3E42B475A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4">
              <a:extLst>
                <a:ext uri="{FF2B5EF4-FFF2-40B4-BE49-F238E27FC236}">
                  <a16:creationId xmlns:a16="http://schemas.microsoft.com/office/drawing/2014/main" id="{A682E224-4CD6-420B-897A-B23D50B82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5">
              <a:extLst>
                <a:ext uri="{FF2B5EF4-FFF2-40B4-BE49-F238E27FC236}">
                  <a16:creationId xmlns:a16="http://schemas.microsoft.com/office/drawing/2014/main" id="{31B90F10-06CD-480E-8D35-6E0FFFB894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6">
              <a:extLst>
                <a:ext uri="{FF2B5EF4-FFF2-40B4-BE49-F238E27FC236}">
                  <a16:creationId xmlns:a16="http://schemas.microsoft.com/office/drawing/2014/main" id="{7BC977DB-69B0-4D8D-B77C-E1127EC417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7">
              <a:extLst>
                <a:ext uri="{FF2B5EF4-FFF2-40B4-BE49-F238E27FC236}">
                  <a16:creationId xmlns:a16="http://schemas.microsoft.com/office/drawing/2014/main" id="{24127454-3FCB-41D6-ACFB-81D7E05A7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8">
              <a:extLst>
                <a:ext uri="{FF2B5EF4-FFF2-40B4-BE49-F238E27FC236}">
                  <a16:creationId xmlns:a16="http://schemas.microsoft.com/office/drawing/2014/main" id="{7AA80D42-B8A8-475B-ADBF-99719CE9FE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34106153-7990-4956-BD26-A04A03006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8" name="Picture 2">
            <a:extLst>
              <a:ext uri="{FF2B5EF4-FFF2-40B4-BE49-F238E27FC236}">
                <a16:creationId xmlns:a16="http://schemas.microsoft.com/office/drawing/2014/main" id="{BDEA11A5-20BA-4650-A324-47C0465FF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-3747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0" name="Group 69">
            <a:extLst>
              <a:ext uri="{FF2B5EF4-FFF2-40B4-BE49-F238E27FC236}">
                <a16:creationId xmlns:a16="http://schemas.microsoft.com/office/drawing/2014/main" id="{866FCB64-0A37-46EB-8A9B-EC0C4C000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71" name="Rectangle 5">
              <a:extLst>
                <a:ext uri="{FF2B5EF4-FFF2-40B4-BE49-F238E27FC236}">
                  <a16:creationId xmlns:a16="http://schemas.microsoft.com/office/drawing/2014/main" id="{8A162E18-5BEB-4E42-9B10-A1FDF6A0B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6">
              <a:extLst>
                <a:ext uri="{FF2B5EF4-FFF2-40B4-BE49-F238E27FC236}">
                  <a16:creationId xmlns:a16="http://schemas.microsoft.com/office/drawing/2014/main" id="{7BB781C9-EC32-45FE-ACE7-C24F128C4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7">
              <a:extLst>
                <a:ext uri="{FF2B5EF4-FFF2-40B4-BE49-F238E27FC236}">
                  <a16:creationId xmlns:a16="http://schemas.microsoft.com/office/drawing/2014/main" id="{927C5647-36E8-4A20-86D4-47831D50CF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Rectangle 8">
              <a:extLst>
                <a:ext uri="{FF2B5EF4-FFF2-40B4-BE49-F238E27FC236}">
                  <a16:creationId xmlns:a16="http://schemas.microsoft.com/office/drawing/2014/main" id="{62F2AF20-CBBE-4249-B9E2-D6B30191CF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9">
              <a:extLst>
                <a:ext uri="{FF2B5EF4-FFF2-40B4-BE49-F238E27FC236}">
                  <a16:creationId xmlns:a16="http://schemas.microsoft.com/office/drawing/2014/main" id="{731C1229-F8A7-4B36-A52B-98A65EF86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10">
              <a:extLst>
                <a:ext uri="{FF2B5EF4-FFF2-40B4-BE49-F238E27FC236}">
                  <a16:creationId xmlns:a16="http://schemas.microsoft.com/office/drawing/2014/main" id="{609AC686-2DBB-4D82-866C-9FF222BDD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11">
              <a:extLst>
                <a:ext uri="{FF2B5EF4-FFF2-40B4-BE49-F238E27FC236}">
                  <a16:creationId xmlns:a16="http://schemas.microsoft.com/office/drawing/2014/main" id="{F899E6EB-BCDD-45D2-BF4B-9CA3A27984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12">
              <a:extLst>
                <a:ext uri="{FF2B5EF4-FFF2-40B4-BE49-F238E27FC236}">
                  <a16:creationId xmlns:a16="http://schemas.microsoft.com/office/drawing/2014/main" id="{BBD3AAC8-2330-4FAB-8E31-3D50AD954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13">
              <a:extLst>
                <a:ext uri="{FF2B5EF4-FFF2-40B4-BE49-F238E27FC236}">
                  <a16:creationId xmlns:a16="http://schemas.microsoft.com/office/drawing/2014/main" id="{6B54F723-A70A-4865-A560-7850498A1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14">
              <a:extLst>
                <a:ext uri="{FF2B5EF4-FFF2-40B4-BE49-F238E27FC236}">
                  <a16:creationId xmlns:a16="http://schemas.microsoft.com/office/drawing/2014/main" id="{9B911CCD-C9A2-4DC8-A278-3C6FD76A76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15">
              <a:extLst>
                <a:ext uri="{FF2B5EF4-FFF2-40B4-BE49-F238E27FC236}">
                  <a16:creationId xmlns:a16="http://schemas.microsoft.com/office/drawing/2014/main" id="{D559B729-03FB-435D-89BF-AF57A801B3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16">
              <a:extLst>
                <a:ext uri="{FF2B5EF4-FFF2-40B4-BE49-F238E27FC236}">
                  <a16:creationId xmlns:a16="http://schemas.microsoft.com/office/drawing/2014/main" id="{D1C90213-0F60-4268-BE48-8221E6161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17">
              <a:extLst>
                <a:ext uri="{FF2B5EF4-FFF2-40B4-BE49-F238E27FC236}">
                  <a16:creationId xmlns:a16="http://schemas.microsoft.com/office/drawing/2014/main" id="{A7A6A293-A06F-48B8-865A-3F65287B8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18">
              <a:extLst>
                <a:ext uri="{FF2B5EF4-FFF2-40B4-BE49-F238E27FC236}">
                  <a16:creationId xmlns:a16="http://schemas.microsoft.com/office/drawing/2014/main" id="{8F6861B5-AAA4-4017-929E-1FD1CA106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19">
              <a:extLst>
                <a:ext uri="{FF2B5EF4-FFF2-40B4-BE49-F238E27FC236}">
                  <a16:creationId xmlns:a16="http://schemas.microsoft.com/office/drawing/2014/main" id="{D776D07C-2081-4DD3-A464-40F3CA41A3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20">
              <a:extLst>
                <a:ext uri="{FF2B5EF4-FFF2-40B4-BE49-F238E27FC236}">
                  <a16:creationId xmlns:a16="http://schemas.microsoft.com/office/drawing/2014/main" id="{BBC236D6-77E5-4B3C-92D7-D708B237D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21">
              <a:extLst>
                <a:ext uri="{FF2B5EF4-FFF2-40B4-BE49-F238E27FC236}">
                  <a16:creationId xmlns:a16="http://schemas.microsoft.com/office/drawing/2014/main" id="{8064714E-7ADE-4BD9-8981-34C135762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22">
              <a:extLst>
                <a:ext uri="{FF2B5EF4-FFF2-40B4-BE49-F238E27FC236}">
                  <a16:creationId xmlns:a16="http://schemas.microsoft.com/office/drawing/2014/main" id="{2FD1F23F-B1EE-46F5-B460-924E54A70D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23">
              <a:extLst>
                <a:ext uri="{FF2B5EF4-FFF2-40B4-BE49-F238E27FC236}">
                  <a16:creationId xmlns:a16="http://schemas.microsoft.com/office/drawing/2014/main" id="{9699361A-3AFF-4826-B99C-0354EAB079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24">
              <a:extLst>
                <a:ext uri="{FF2B5EF4-FFF2-40B4-BE49-F238E27FC236}">
                  <a16:creationId xmlns:a16="http://schemas.microsoft.com/office/drawing/2014/main" id="{B272F7B1-7BE2-4FC9-BB91-207EFD9E6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25">
              <a:extLst>
                <a:ext uri="{FF2B5EF4-FFF2-40B4-BE49-F238E27FC236}">
                  <a16:creationId xmlns:a16="http://schemas.microsoft.com/office/drawing/2014/main" id="{CDE59C1F-AFD9-4DD5-B04A-9EB2AAED5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26">
              <a:extLst>
                <a:ext uri="{FF2B5EF4-FFF2-40B4-BE49-F238E27FC236}">
                  <a16:creationId xmlns:a16="http://schemas.microsoft.com/office/drawing/2014/main" id="{1551E418-6CD4-4320-8224-F084039C53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27">
              <a:extLst>
                <a:ext uri="{FF2B5EF4-FFF2-40B4-BE49-F238E27FC236}">
                  <a16:creationId xmlns:a16="http://schemas.microsoft.com/office/drawing/2014/main" id="{1F27D4B1-EBD4-4BC9-AC2E-3AD616C847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28">
              <a:extLst>
                <a:ext uri="{FF2B5EF4-FFF2-40B4-BE49-F238E27FC236}">
                  <a16:creationId xmlns:a16="http://schemas.microsoft.com/office/drawing/2014/main" id="{C42B8D84-898A-4F76-A0F2-5699ED72BC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29">
              <a:extLst>
                <a:ext uri="{FF2B5EF4-FFF2-40B4-BE49-F238E27FC236}">
                  <a16:creationId xmlns:a16="http://schemas.microsoft.com/office/drawing/2014/main" id="{B440932E-7985-4BA6-9899-F22A64485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30">
              <a:extLst>
                <a:ext uri="{FF2B5EF4-FFF2-40B4-BE49-F238E27FC236}">
                  <a16:creationId xmlns:a16="http://schemas.microsoft.com/office/drawing/2014/main" id="{4B8CE969-CA1A-48CB-8588-4146F41F33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31">
              <a:extLst>
                <a:ext uri="{FF2B5EF4-FFF2-40B4-BE49-F238E27FC236}">
                  <a16:creationId xmlns:a16="http://schemas.microsoft.com/office/drawing/2014/main" id="{138A4875-4593-4894-89D5-DFCFF0EED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32">
              <a:extLst>
                <a:ext uri="{FF2B5EF4-FFF2-40B4-BE49-F238E27FC236}">
                  <a16:creationId xmlns:a16="http://schemas.microsoft.com/office/drawing/2014/main" id="{F079F26B-58E4-494E-A8BA-3F054F1F3B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Rectangle 33">
              <a:extLst>
                <a:ext uri="{FF2B5EF4-FFF2-40B4-BE49-F238E27FC236}">
                  <a16:creationId xmlns:a16="http://schemas.microsoft.com/office/drawing/2014/main" id="{04C9ECC5-BB4A-4417-B874-B75953F84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34">
              <a:extLst>
                <a:ext uri="{FF2B5EF4-FFF2-40B4-BE49-F238E27FC236}">
                  <a16:creationId xmlns:a16="http://schemas.microsoft.com/office/drawing/2014/main" id="{4CCCF285-B51D-4A2F-8384-830A39171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35">
              <a:extLst>
                <a:ext uri="{FF2B5EF4-FFF2-40B4-BE49-F238E27FC236}">
                  <a16:creationId xmlns:a16="http://schemas.microsoft.com/office/drawing/2014/main" id="{BD6C6299-A09A-47DF-8A96-69D39FCA5A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36">
              <a:extLst>
                <a:ext uri="{FF2B5EF4-FFF2-40B4-BE49-F238E27FC236}">
                  <a16:creationId xmlns:a16="http://schemas.microsoft.com/office/drawing/2014/main" id="{EE60C4B9-C404-42CD-8E94-70D4DC16AB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37">
              <a:extLst>
                <a:ext uri="{FF2B5EF4-FFF2-40B4-BE49-F238E27FC236}">
                  <a16:creationId xmlns:a16="http://schemas.microsoft.com/office/drawing/2014/main" id="{52BD4447-C1EB-4798-8764-AB93EA9303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38">
              <a:extLst>
                <a:ext uri="{FF2B5EF4-FFF2-40B4-BE49-F238E27FC236}">
                  <a16:creationId xmlns:a16="http://schemas.microsoft.com/office/drawing/2014/main" id="{50411559-C414-4F7C-BC6C-69F87BC9C7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39">
              <a:extLst>
                <a:ext uri="{FF2B5EF4-FFF2-40B4-BE49-F238E27FC236}">
                  <a16:creationId xmlns:a16="http://schemas.microsoft.com/office/drawing/2014/main" id="{64737770-BB27-41C0-95CB-5290545086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40">
              <a:extLst>
                <a:ext uri="{FF2B5EF4-FFF2-40B4-BE49-F238E27FC236}">
                  <a16:creationId xmlns:a16="http://schemas.microsoft.com/office/drawing/2014/main" id="{28929FDB-16CF-4165-B32A-EB673EFB7C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41">
              <a:extLst>
                <a:ext uri="{FF2B5EF4-FFF2-40B4-BE49-F238E27FC236}">
                  <a16:creationId xmlns:a16="http://schemas.microsoft.com/office/drawing/2014/main" id="{D8C82883-237C-4209-9545-E832FEE3A8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42">
              <a:extLst>
                <a:ext uri="{FF2B5EF4-FFF2-40B4-BE49-F238E27FC236}">
                  <a16:creationId xmlns:a16="http://schemas.microsoft.com/office/drawing/2014/main" id="{F1A52653-BD09-4D65-B05C-2AF4A6473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43">
              <a:extLst>
                <a:ext uri="{FF2B5EF4-FFF2-40B4-BE49-F238E27FC236}">
                  <a16:creationId xmlns:a16="http://schemas.microsoft.com/office/drawing/2014/main" id="{30724E80-2FD3-4E4A-A3EA-18A4C8886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44">
              <a:extLst>
                <a:ext uri="{FF2B5EF4-FFF2-40B4-BE49-F238E27FC236}">
                  <a16:creationId xmlns:a16="http://schemas.microsoft.com/office/drawing/2014/main" id="{F1B978C7-7BC5-4F73-8B02-66A3CF67CE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Rectangle 45">
              <a:extLst>
                <a:ext uri="{FF2B5EF4-FFF2-40B4-BE49-F238E27FC236}">
                  <a16:creationId xmlns:a16="http://schemas.microsoft.com/office/drawing/2014/main" id="{799F0CED-DF8F-4350-A036-1981FBE59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46">
              <a:extLst>
                <a:ext uri="{FF2B5EF4-FFF2-40B4-BE49-F238E27FC236}">
                  <a16:creationId xmlns:a16="http://schemas.microsoft.com/office/drawing/2014/main" id="{9F4DD366-0E86-4E99-9557-496E88B42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47">
              <a:extLst>
                <a:ext uri="{FF2B5EF4-FFF2-40B4-BE49-F238E27FC236}">
                  <a16:creationId xmlns:a16="http://schemas.microsoft.com/office/drawing/2014/main" id="{78BB3321-D5DC-4951-AB38-0C54E3D01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48">
              <a:extLst>
                <a:ext uri="{FF2B5EF4-FFF2-40B4-BE49-F238E27FC236}">
                  <a16:creationId xmlns:a16="http://schemas.microsoft.com/office/drawing/2014/main" id="{955E548C-7F86-45B2-A0D2-03EAC578D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49">
              <a:extLst>
                <a:ext uri="{FF2B5EF4-FFF2-40B4-BE49-F238E27FC236}">
                  <a16:creationId xmlns:a16="http://schemas.microsoft.com/office/drawing/2014/main" id="{0013F508-5E69-4911-AD93-4ABE3E7C5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50">
              <a:extLst>
                <a:ext uri="{FF2B5EF4-FFF2-40B4-BE49-F238E27FC236}">
                  <a16:creationId xmlns:a16="http://schemas.microsoft.com/office/drawing/2014/main" id="{A7F86768-93E0-4044-A62A-B11EB18FF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51">
              <a:extLst>
                <a:ext uri="{FF2B5EF4-FFF2-40B4-BE49-F238E27FC236}">
                  <a16:creationId xmlns:a16="http://schemas.microsoft.com/office/drawing/2014/main" id="{BA32A7B4-1DB2-4E4A-B86E-D8DB97B696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52">
              <a:extLst>
                <a:ext uri="{FF2B5EF4-FFF2-40B4-BE49-F238E27FC236}">
                  <a16:creationId xmlns:a16="http://schemas.microsoft.com/office/drawing/2014/main" id="{AB250BD5-076C-4428-B6AF-E9EAE4F65E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53">
              <a:extLst>
                <a:ext uri="{FF2B5EF4-FFF2-40B4-BE49-F238E27FC236}">
                  <a16:creationId xmlns:a16="http://schemas.microsoft.com/office/drawing/2014/main" id="{027DA06A-045F-4711-9307-0508B6ACFA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54">
              <a:extLst>
                <a:ext uri="{FF2B5EF4-FFF2-40B4-BE49-F238E27FC236}">
                  <a16:creationId xmlns:a16="http://schemas.microsoft.com/office/drawing/2014/main" id="{3EB0EDA8-385A-4B2B-97F0-5194F23EB5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55">
              <a:extLst>
                <a:ext uri="{FF2B5EF4-FFF2-40B4-BE49-F238E27FC236}">
                  <a16:creationId xmlns:a16="http://schemas.microsoft.com/office/drawing/2014/main" id="{D6FA258E-AF3F-47C9-9F4E-39ECFD7AC0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56">
              <a:extLst>
                <a:ext uri="{FF2B5EF4-FFF2-40B4-BE49-F238E27FC236}">
                  <a16:creationId xmlns:a16="http://schemas.microsoft.com/office/drawing/2014/main" id="{6E471E73-A9C0-4C68-BD8F-360F2ED7BD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57">
              <a:extLst>
                <a:ext uri="{FF2B5EF4-FFF2-40B4-BE49-F238E27FC236}">
                  <a16:creationId xmlns:a16="http://schemas.microsoft.com/office/drawing/2014/main" id="{C78C3110-8153-4163-B809-0B0C0C9E5C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58">
              <a:extLst>
                <a:ext uri="{FF2B5EF4-FFF2-40B4-BE49-F238E27FC236}">
                  <a16:creationId xmlns:a16="http://schemas.microsoft.com/office/drawing/2014/main" id="{DBC57B9F-0B9B-4EDE-B3B3-7C5D5DB399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B1073BA-CAE4-8E85-D3C4-076DBCB18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6425" y="1113282"/>
            <a:ext cx="3734941" cy="23966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rgbClr val="FFFFFF"/>
                </a:solidFill>
              </a:rPr>
              <a:t>Thank you!</a:t>
            </a:r>
          </a:p>
        </p:txBody>
      </p:sp>
      <p:sp useBgFill="1">
        <p:nvSpPr>
          <p:cNvPr id="126" name="Round Diagonal Corner Rectangle 6">
            <a:extLst>
              <a:ext uri="{FF2B5EF4-FFF2-40B4-BE49-F238E27FC236}">
                <a16:creationId xmlns:a16="http://schemas.microsoft.com/office/drawing/2014/main" id="{62B94F88-FD5B-4053-B143-DFF55CE44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808057"/>
            <a:ext cx="5286376" cy="5234394"/>
          </a:xfrm>
          <a:prstGeom prst="round2DiagRect">
            <a:avLst>
              <a:gd name="adj1" fmla="val 6185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D6B741-6E59-A15A-B86C-61F5A59BC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396" y="1199257"/>
            <a:ext cx="4635583" cy="445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049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3716</TotalTime>
  <Words>950</Words>
  <Application>Microsoft Office PowerPoint</Application>
  <PresentationFormat>Widescreen</PresentationFormat>
  <Paragraphs>136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Arial Unicode MS</vt:lpstr>
      <vt:lpstr>Tw Cen MT</vt:lpstr>
      <vt:lpstr>Tw Cen MT</vt:lpstr>
      <vt:lpstr>Circuit</vt:lpstr>
      <vt:lpstr>Module 4:  Pandas</vt:lpstr>
      <vt:lpstr>AGENDA</vt:lpstr>
      <vt:lpstr>Getting Started with pandas</vt:lpstr>
      <vt:lpstr>Pandas Data Structures: Series and Dataframes</vt:lpstr>
      <vt:lpstr>Introduction to Pandas Series </vt:lpstr>
      <vt:lpstr>Introduction to Pandas Series</vt:lpstr>
      <vt:lpstr>Introduction to Pandas Series</vt:lpstr>
      <vt:lpstr>Introduction to Pandas Series</vt:lpstr>
      <vt:lpstr>Introduction to Pandas Series</vt:lpstr>
      <vt:lpstr>Introduction to Pandas Series</vt:lpstr>
      <vt:lpstr>Introduction to Pandas Series</vt:lpstr>
      <vt:lpstr>Introduction to Pandas Series </vt:lpstr>
      <vt:lpstr>Introduction to Pandas DataFrame</vt:lpstr>
      <vt:lpstr>Introduction to pandas DataFrame</vt:lpstr>
      <vt:lpstr>Introduction to pandas DataFrame</vt:lpstr>
      <vt:lpstr>Introduction to pandas DataFrame </vt:lpstr>
      <vt:lpstr>Introduction to pandas DataFrame</vt:lpstr>
      <vt:lpstr>Introduction to pandas DataFrame </vt:lpstr>
      <vt:lpstr>Pandas  Essential Functionality:</vt:lpstr>
      <vt:lpstr>Reindexing</vt:lpstr>
      <vt:lpstr>Reindexing </vt:lpstr>
      <vt:lpstr>Reindexing</vt:lpstr>
      <vt:lpstr>Dropping Entries</vt:lpstr>
      <vt:lpstr>Dropping Entries </vt:lpstr>
      <vt:lpstr>Indexing, Selection, and Filtering </vt:lpstr>
      <vt:lpstr>Indexing, Selection, and Filtering </vt:lpstr>
      <vt:lpstr>Indexing, Selection, and Filtering </vt:lpstr>
      <vt:lpstr>Indexing, Selection, and Filtering </vt:lpstr>
      <vt:lpstr>Fill Nas and NANs </vt:lpstr>
      <vt:lpstr>application and mapping </vt:lpstr>
      <vt:lpstr>application and mapping </vt:lpstr>
      <vt:lpstr>Sorting and Ranking </vt:lpstr>
      <vt:lpstr>Sorting and Ranking </vt:lpstr>
      <vt:lpstr>References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:  Python Data Structures, Functions, and Files</dc:title>
  <dc:creator>Catherine Ata</dc:creator>
  <cp:lastModifiedBy>Catherine Ata</cp:lastModifiedBy>
  <cp:revision>1630</cp:revision>
  <dcterms:created xsi:type="dcterms:W3CDTF">2024-06-04T16:42:17Z</dcterms:created>
  <dcterms:modified xsi:type="dcterms:W3CDTF">2024-10-25T23:25:28Z</dcterms:modified>
</cp:coreProperties>
</file>