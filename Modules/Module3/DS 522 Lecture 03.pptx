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9" r:id="rId1"/>
  </p:sldMasterIdLst>
  <p:sldIdLst>
    <p:sldId id="256" r:id="rId2"/>
    <p:sldId id="257" r:id="rId3"/>
    <p:sldId id="308" r:id="rId4"/>
    <p:sldId id="282" r:id="rId5"/>
    <p:sldId id="281" r:id="rId6"/>
    <p:sldId id="283" r:id="rId7"/>
    <p:sldId id="285" r:id="rId8"/>
    <p:sldId id="258" r:id="rId9"/>
    <p:sldId id="287" r:id="rId10"/>
    <p:sldId id="309" r:id="rId11"/>
    <p:sldId id="261" r:id="rId12"/>
    <p:sldId id="289" r:id="rId13"/>
    <p:sldId id="288" r:id="rId14"/>
    <p:sldId id="291" r:id="rId15"/>
    <p:sldId id="292" r:id="rId16"/>
    <p:sldId id="293" r:id="rId17"/>
    <p:sldId id="294" r:id="rId18"/>
    <p:sldId id="295" r:id="rId19"/>
    <p:sldId id="263" r:id="rId20"/>
    <p:sldId id="296" r:id="rId21"/>
    <p:sldId id="314" r:id="rId22"/>
    <p:sldId id="315" r:id="rId23"/>
    <p:sldId id="297" r:id="rId24"/>
    <p:sldId id="298" r:id="rId25"/>
    <p:sldId id="316" r:id="rId26"/>
    <p:sldId id="310" r:id="rId27"/>
    <p:sldId id="299" r:id="rId28"/>
    <p:sldId id="300" r:id="rId29"/>
    <p:sldId id="313" r:id="rId30"/>
    <p:sldId id="317" r:id="rId31"/>
    <p:sldId id="301" r:id="rId32"/>
    <p:sldId id="302" r:id="rId33"/>
    <p:sldId id="303" r:id="rId34"/>
    <p:sldId id="304" r:id="rId35"/>
    <p:sldId id="312" r:id="rId36"/>
    <p:sldId id="305" r:id="rId37"/>
    <p:sldId id="318" r:id="rId38"/>
    <p:sldId id="311" r:id="rId39"/>
    <p:sldId id="306" r:id="rId40"/>
    <p:sldId id="307" r:id="rId41"/>
    <p:sldId id="319" r:id="rId42"/>
    <p:sldId id="280" r:id="rId43"/>
    <p:sldId id="279" r:id="rId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9EDE9-916A-49D2-BE05-25204B6EDBF1}" v="49" dt="2024-08-11T01:42:21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26" autoAdjust="0"/>
    <p:restoredTop sz="94660"/>
  </p:normalViewPr>
  <p:slideViewPr>
    <p:cSldViewPr snapToGrid="0">
      <p:cViewPr varScale="1">
        <p:scale>
          <a:sx n="75" d="100"/>
          <a:sy n="75" d="100"/>
        </p:scale>
        <p:origin x="103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therine Ata" userId="4e21e26771b92a65" providerId="LiveId" clId="{7649EDE9-916A-49D2-BE05-25204B6EDBF1}"/>
    <pc:docChg chg="undo custSel addSld delSld modSld sldOrd">
      <pc:chgData name="Catherine Ata" userId="4e21e26771b92a65" providerId="LiveId" clId="{7649EDE9-916A-49D2-BE05-25204B6EDBF1}" dt="2024-08-14T20:08:01.945" v="4792" actId="1076"/>
      <pc:docMkLst>
        <pc:docMk/>
      </pc:docMkLst>
      <pc:sldChg chg="modSp mod">
        <pc:chgData name="Catherine Ata" userId="4e21e26771b92a65" providerId="LiveId" clId="{7649EDE9-916A-49D2-BE05-25204B6EDBF1}" dt="2024-08-10T14:27:59.553" v="140" actId="20577"/>
        <pc:sldMkLst>
          <pc:docMk/>
          <pc:sldMk cId="158767598" sldId="256"/>
        </pc:sldMkLst>
        <pc:spChg chg="mod">
          <ac:chgData name="Catherine Ata" userId="4e21e26771b92a65" providerId="LiveId" clId="{7649EDE9-916A-49D2-BE05-25204B6EDBF1}" dt="2024-08-10T14:27:59.553" v="140" actId="20577"/>
          <ac:spMkLst>
            <pc:docMk/>
            <pc:sldMk cId="158767598" sldId="256"/>
            <ac:spMk id="2" creationId="{6B420F8C-B260-B061-FAEB-456B3F2929EC}"/>
          </ac:spMkLst>
        </pc:spChg>
      </pc:sldChg>
      <pc:sldChg chg="modSp">
        <pc:chgData name="Catherine Ata" userId="4e21e26771b92a65" providerId="LiveId" clId="{7649EDE9-916A-49D2-BE05-25204B6EDBF1}" dt="2024-08-10T14:34:06.436" v="170" actId="255"/>
        <pc:sldMkLst>
          <pc:docMk/>
          <pc:sldMk cId="1316968593" sldId="257"/>
        </pc:sldMkLst>
        <pc:graphicFrameChg chg="mod">
          <ac:chgData name="Catherine Ata" userId="4e21e26771b92a65" providerId="LiveId" clId="{7649EDE9-916A-49D2-BE05-25204B6EDBF1}" dt="2024-08-10T14:34:06.436" v="170" actId="255"/>
          <ac:graphicFrameMkLst>
            <pc:docMk/>
            <pc:sldMk cId="1316968593" sldId="257"/>
            <ac:graphicFrameMk id="53" creationId="{B3529599-F5B4-68D7-C3D3-833636480F09}"/>
          </ac:graphicFrameMkLst>
        </pc:graphicFrameChg>
      </pc:sldChg>
      <pc:sldChg chg="addSp modSp mod">
        <pc:chgData name="Catherine Ata" userId="4e21e26771b92a65" providerId="LiveId" clId="{7649EDE9-916A-49D2-BE05-25204B6EDBF1}" dt="2024-08-10T17:12:13.445" v="1542" actId="14100"/>
        <pc:sldMkLst>
          <pc:docMk/>
          <pc:sldMk cId="2251826545" sldId="258"/>
        </pc:sldMkLst>
        <pc:spChg chg="mod">
          <ac:chgData name="Catherine Ata" userId="4e21e26771b92a65" providerId="LiveId" clId="{7649EDE9-916A-49D2-BE05-25204B6EDBF1}" dt="2024-08-10T15:08:05.081" v="707" actId="14100"/>
          <ac:spMkLst>
            <pc:docMk/>
            <pc:sldMk cId="2251826545" sldId="258"/>
            <ac:spMk id="2" creationId="{D4065369-7529-3EBB-DDFC-7BE7CEFA1D6C}"/>
          </ac:spMkLst>
        </pc:spChg>
        <pc:spChg chg="mod">
          <ac:chgData name="Catherine Ata" userId="4e21e26771b92a65" providerId="LiveId" clId="{7649EDE9-916A-49D2-BE05-25204B6EDBF1}" dt="2024-08-10T17:08:42.987" v="1516" actId="27636"/>
          <ac:spMkLst>
            <pc:docMk/>
            <pc:sldMk cId="2251826545" sldId="258"/>
            <ac:spMk id="3" creationId="{6894B957-7D2F-464C-DB8B-5E3E8F5605E3}"/>
          </ac:spMkLst>
        </pc:spChg>
        <pc:spChg chg="mod">
          <ac:chgData name="Catherine Ata" userId="4e21e26771b92a65" providerId="LiveId" clId="{7649EDE9-916A-49D2-BE05-25204B6EDBF1}" dt="2024-08-10T17:12:13.445" v="1542" actId="14100"/>
          <ac:spMkLst>
            <pc:docMk/>
            <pc:sldMk cId="2251826545" sldId="258"/>
            <ac:spMk id="4" creationId="{008CC66E-255E-8999-4618-8164A7128507}"/>
          </ac:spMkLst>
        </pc:spChg>
        <pc:picChg chg="add mod">
          <ac:chgData name="Catherine Ata" userId="4e21e26771b92a65" providerId="LiveId" clId="{7649EDE9-916A-49D2-BE05-25204B6EDBF1}" dt="2024-08-10T17:08:53.881" v="1518" actId="1076"/>
          <ac:picMkLst>
            <pc:docMk/>
            <pc:sldMk cId="2251826545" sldId="258"/>
            <ac:picMk id="7" creationId="{47AB45E9-2828-B644-52D0-23834DAF84FD}"/>
          </ac:picMkLst>
        </pc:picChg>
        <pc:picChg chg="add mod">
          <ac:chgData name="Catherine Ata" userId="4e21e26771b92a65" providerId="LiveId" clId="{7649EDE9-916A-49D2-BE05-25204B6EDBF1}" dt="2024-08-10T17:08:50.625" v="1517" actId="1076"/>
          <ac:picMkLst>
            <pc:docMk/>
            <pc:sldMk cId="2251826545" sldId="258"/>
            <ac:picMk id="9" creationId="{10561F64-6F88-A663-C3AF-0EEA01E724E8}"/>
          </ac:picMkLst>
        </pc:picChg>
        <pc:picChg chg="add mod">
          <ac:chgData name="Catherine Ata" userId="4e21e26771b92a65" providerId="LiveId" clId="{7649EDE9-916A-49D2-BE05-25204B6EDBF1}" dt="2024-08-10T17:12:05.121" v="1541" actId="1037"/>
          <ac:picMkLst>
            <pc:docMk/>
            <pc:sldMk cId="2251826545" sldId="258"/>
            <ac:picMk id="11" creationId="{85D5AE0E-D0F0-55B1-D408-B53841E18BAA}"/>
          </ac:picMkLst>
        </pc:picChg>
        <pc:picChg chg="add mod">
          <ac:chgData name="Catherine Ata" userId="4e21e26771b92a65" providerId="LiveId" clId="{7649EDE9-916A-49D2-BE05-25204B6EDBF1}" dt="2024-08-10T17:12:05.121" v="1541" actId="1037"/>
          <ac:picMkLst>
            <pc:docMk/>
            <pc:sldMk cId="2251826545" sldId="258"/>
            <ac:picMk id="13" creationId="{A8227686-0450-5CAE-F280-4244B5A5B1CC}"/>
          </ac:picMkLst>
        </pc:picChg>
      </pc:sldChg>
      <pc:sldChg chg="addSp modSp mod">
        <pc:chgData name="Catherine Ata" userId="4e21e26771b92a65" providerId="LiveId" clId="{7649EDE9-916A-49D2-BE05-25204B6EDBF1}" dt="2024-08-14T20:03:30.161" v="4785" actId="207"/>
        <pc:sldMkLst>
          <pc:docMk/>
          <pc:sldMk cId="3392761998" sldId="261"/>
        </pc:sldMkLst>
        <pc:spChg chg="mod">
          <ac:chgData name="Catherine Ata" userId="4e21e26771b92a65" providerId="LiveId" clId="{7649EDE9-916A-49D2-BE05-25204B6EDBF1}" dt="2024-08-10T16:35:38.699" v="1090" actId="122"/>
          <ac:spMkLst>
            <pc:docMk/>
            <pc:sldMk cId="3392761998" sldId="261"/>
            <ac:spMk id="2" creationId="{5529D9A1-5160-0457-CA02-07BC1382FF6E}"/>
          </ac:spMkLst>
        </pc:spChg>
        <pc:spChg chg="mod">
          <ac:chgData name="Catherine Ata" userId="4e21e26771b92a65" providerId="LiveId" clId="{7649EDE9-916A-49D2-BE05-25204B6EDBF1}" dt="2024-08-14T20:03:30.161" v="4785" actId="207"/>
          <ac:spMkLst>
            <pc:docMk/>
            <pc:sldMk cId="3392761998" sldId="261"/>
            <ac:spMk id="3" creationId="{FCE55FD6-D68C-6291-B312-70DC1097A5A1}"/>
          </ac:spMkLst>
        </pc:spChg>
        <pc:picChg chg="add mod">
          <ac:chgData name="Catherine Ata" userId="4e21e26771b92a65" providerId="LiveId" clId="{7649EDE9-916A-49D2-BE05-25204B6EDBF1}" dt="2024-08-10T17:31:10.475" v="1955" actId="1076"/>
          <ac:picMkLst>
            <pc:docMk/>
            <pc:sldMk cId="3392761998" sldId="261"/>
            <ac:picMk id="6" creationId="{B8B2C75A-9DBE-DB1F-9855-58D90BF3B0CD}"/>
          </ac:picMkLst>
        </pc:picChg>
        <pc:picChg chg="add mod">
          <ac:chgData name="Catherine Ata" userId="4e21e26771b92a65" providerId="LiveId" clId="{7649EDE9-916A-49D2-BE05-25204B6EDBF1}" dt="2024-08-10T17:31:16.921" v="1959" actId="1076"/>
          <ac:picMkLst>
            <pc:docMk/>
            <pc:sldMk cId="3392761998" sldId="261"/>
            <ac:picMk id="8" creationId="{94C79D3E-99E5-18AE-62CF-F8A8ED86953C}"/>
          </ac:picMkLst>
        </pc:picChg>
      </pc:sldChg>
      <pc:sldChg chg="addSp delSp modSp mod">
        <pc:chgData name="Catherine Ata" userId="4e21e26771b92a65" providerId="LiveId" clId="{7649EDE9-916A-49D2-BE05-25204B6EDBF1}" dt="2024-08-10T21:42:48.675" v="3180" actId="14100"/>
        <pc:sldMkLst>
          <pc:docMk/>
          <pc:sldMk cId="2972582398" sldId="263"/>
        </pc:sldMkLst>
        <pc:spChg chg="mod">
          <ac:chgData name="Catherine Ata" userId="4e21e26771b92a65" providerId="LiveId" clId="{7649EDE9-916A-49D2-BE05-25204B6EDBF1}" dt="2024-08-10T21:11:36.479" v="3151" actId="14100"/>
          <ac:spMkLst>
            <pc:docMk/>
            <pc:sldMk cId="2972582398" sldId="263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21:14:00.455" v="3158" actId="948"/>
          <ac:spMkLst>
            <pc:docMk/>
            <pc:sldMk cId="2972582398" sldId="263"/>
            <ac:spMk id="6" creationId="{B58AB795-24AF-5BDC-AF9F-0B7F7A5FF4FF}"/>
          </ac:spMkLst>
        </pc:spChg>
        <pc:picChg chg="add mod">
          <ac:chgData name="Catherine Ata" userId="4e21e26771b92a65" providerId="LiveId" clId="{7649EDE9-916A-49D2-BE05-25204B6EDBF1}" dt="2024-08-10T21:14:08.578" v="3160" actId="14100"/>
          <ac:picMkLst>
            <pc:docMk/>
            <pc:sldMk cId="2972582398" sldId="263"/>
            <ac:picMk id="4" creationId="{CA74D753-6D7C-669A-0CC9-EB0B34C5ABB5}"/>
          </ac:picMkLst>
        </pc:picChg>
        <pc:picChg chg="add del mod">
          <ac:chgData name="Catherine Ata" userId="4e21e26771b92a65" providerId="LiveId" clId="{7649EDE9-916A-49D2-BE05-25204B6EDBF1}" dt="2024-08-10T21:41:14.829" v="3164" actId="478"/>
          <ac:picMkLst>
            <pc:docMk/>
            <pc:sldMk cId="2972582398" sldId="263"/>
            <ac:picMk id="8" creationId="{BC922BEC-C836-06FC-3047-A1E15BDCBC48}"/>
          </ac:picMkLst>
        </pc:picChg>
        <pc:picChg chg="add del mod">
          <ac:chgData name="Catherine Ata" userId="4e21e26771b92a65" providerId="LiveId" clId="{7649EDE9-916A-49D2-BE05-25204B6EDBF1}" dt="2024-08-10T21:11:07.141" v="3148" actId="478"/>
          <ac:picMkLst>
            <pc:docMk/>
            <pc:sldMk cId="2972582398" sldId="263"/>
            <ac:picMk id="10" creationId="{4BEFAF59-8F53-56D8-A404-9DD76DDFB18A}"/>
          </ac:picMkLst>
        </pc:picChg>
        <pc:picChg chg="add mod">
          <ac:chgData name="Catherine Ata" userId="4e21e26771b92a65" providerId="LiveId" clId="{7649EDE9-916A-49D2-BE05-25204B6EDBF1}" dt="2024-08-10T21:11:24.744" v="3150" actId="1076"/>
          <ac:picMkLst>
            <pc:docMk/>
            <pc:sldMk cId="2972582398" sldId="263"/>
            <ac:picMk id="12" creationId="{F090942F-4BCF-D295-2FA1-66FB189C76B5}"/>
          </ac:picMkLst>
        </pc:picChg>
        <pc:picChg chg="del mod">
          <ac:chgData name="Catherine Ata" userId="4e21e26771b92a65" providerId="LiveId" clId="{7649EDE9-916A-49D2-BE05-25204B6EDBF1}" dt="2024-08-10T21:10:48.484" v="3144" actId="478"/>
          <ac:picMkLst>
            <pc:docMk/>
            <pc:sldMk cId="2972582398" sldId="263"/>
            <ac:picMk id="14" creationId="{12380E30-29F4-BB4C-C13D-FBCD0670631F}"/>
          </ac:picMkLst>
        </pc:picChg>
        <pc:picChg chg="add mod">
          <ac:chgData name="Catherine Ata" userId="4e21e26771b92a65" providerId="LiveId" clId="{7649EDE9-916A-49D2-BE05-25204B6EDBF1}" dt="2024-08-10T21:42:43.149" v="3179" actId="14100"/>
          <ac:picMkLst>
            <pc:docMk/>
            <pc:sldMk cId="2972582398" sldId="263"/>
            <ac:picMk id="15" creationId="{3F04C4BF-7F1A-EB61-5963-62DA21BE650C}"/>
          </ac:picMkLst>
        </pc:picChg>
        <pc:picChg chg="add mod">
          <ac:chgData name="Catherine Ata" userId="4e21e26771b92a65" providerId="LiveId" clId="{7649EDE9-916A-49D2-BE05-25204B6EDBF1}" dt="2024-08-10T21:42:48.675" v="3180" actId="14100"/>
          <ac:picMkLst>
            <pc:docMk/>
            <pc:sldMk cId="2972582398" sldId="263"/>
            <ac:picMk id="17" creationId="{EDB7D398-303F-2030-65ED-A0F4FEC748C0}"/>
          </ac:picMkLst>
        </pc:picChg>
      </pc:sldChg>
      <pc:sldChg chg="del">
        <pc:chgData name="Catherine Ata" userId="4e21e26771b92a65" providerId="LiveId" clId="{7649EDE9-916A-49D2-BE05-25204B6EDBF1}" dt="2024-08-10T14:26:22.541" v="124" actId="2696"/>
        <pc:sldMkLst>
          <pc:docMk/>
          <pc:sldMk cId="3921166562" sldId="264"/>
        </pc:sldMkLst>
      </pc:sldChg>
      <pc:sldChg chg="addSp modSp mod">
        <pc:chgData name="Catherine Ata" userId="4e21e26771b92a65" providerId="LiveId" clId="{7649EDE9-916A-49D2-BE05-25204B6EDBF1}" dt="2024-08-10T14:33:06.593" v="167" actId="1038"/>
        <pc:sldMkLst>
          <pc:docMk/>
          <pc:sldMk cId="1918334880" sldId="280"/>
        </pc:sldMkLst>
        <pc:spChg chg="add 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4" creationId="{CB7B7A1B-AB69-5A99-0BE2-2B6D4FFE7FF6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7" creationId="{B90E35D1-D9D0-C4B8-763E-DBBDC1338F16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8" creationId="{0E7FF039-5EEE-4898-6692-12F6EA7442B3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9" creationId="{0FFF143B-A775-5676-67DC-3FABDD654FCC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0" creationId="{13430185-23F9-D91A-415F-ECC4EDEF509A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1" creationId="{D3DC5201-4A0A-3EAA-DCC5-5620B3691AD5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2" creationId="{A6FF2FDD-4A57-680E-2FE8-F836C1E41E00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3" creationId="{AEFD2E6D-B575-041A-1F8A-7AAEA1B01CF5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4" creationId="{DF653D84-397C-DBF0-C512-134937A2A9A1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5" creationId="{08726EF2-2E79-BADA-ACE4-4DEE555787A2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6" creationId="{ADE9589D-437C-42E3-06FE-E160D02FEBF3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7" creationId="{EE1F7C4F-B9DF-DF3D-6D75-B829EE6CFE4A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8" creationId="{5FA5D378-4CE9-FA89-4FF9-E7DB11454909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19" creationId="{B5B63901-52C3-1CCA-3A39-546331DC40BA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0" creationId="{E544BBC9-09CD-48D9-A7B3-218DCAB3ACE1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1" creationId="{662FE91B-B1E9-3AC4-4C66-299D5B7773A3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2" creationId="{8854B306-1FE2-2330-D0C3-01A449B425AA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3" creationId="{C11C3B90-C0EB-CF4A-D873-E47303EAAAFB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4" creationId="{E1F43475-C4BF-565B-BBFF-DF59388E1C56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5" creationId="{2C0252AA-EB39-B915-3767-E2D722AE2DC9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6" creationId="{9EA57AC4-1A3C-2EE2-DCE4-556418D19661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7" creationId="{04A3E516-A5E6-7061-FCDB-425052AFC9F7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8" creationId="{83D958F1-322E-6A7B-897D-DE089F7DE174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29" creationId="{0E34CF8F-75DE-5924-CEC0-B840C556CDBD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30" creationId="{9BB41624-3F4D-8C34-CBA7-2EF6A8D62FB9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31" creationId="{4352AE03-7918-140F-9401-7FF5D67D8B33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32" creationId="{69B4C85B-F320-3F8A-BE2D-CF0A7667C9FA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33" creationId="{45A60BAD-D52F-C638-6C5B-A1CF26A67DC7}"/>
          </ac:spMkLst>
        </pc:spChg>
        <pc:spChg chg="add 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34" creationId="{E0073B36-B464-1CD6-9FCF-01C22BEDEC28}"/>
          </ac:spMkLst>
        </pc:spChg>
        <pc:spChg chg="add mod">
          <ac:chgData name="Catherine Ata" userId="4e21e26771b92a65" providerId="LiveId" clId="{7649EDE9-916A-49D2-BE05-25204B6EDBF1}" dt="2024-08-10T14:32:19.690" v="144" actId="255"/>
          <ac:spMkLst>
            <pc:docMk/>
            <pc:sldMk cId="1918334880" sldId="280"/>
            <ac:spMk id="36" creationId="{423A067E-FD76-2448-997B-D46C5711A252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38" creationId="{301FAAE9-B1A1-AE4B-4A90-B0C36A6D65FB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39" creationId="{8EC2DF1E-C826-63BD-5BA8-5B24DC7F326F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40" creationId="{94DA2DFD-CBFA-FCA9-23C5-D556EF887BFF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41" creationId="{8E47D969-0B5B-ACA2-BFC2-C7C34C230862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42" creationId="{75CCD18B-879A-4B43-911C-30CCD21D2D81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43" creationId="{2CB1B7BF-076D-7548-78A2-4293AFEF9333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44" creationId="{6CAAEBCB-28A1-4AF5-EC91-19D8CD8C73CE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45" creationId="{ED9907C3-F2C5-E585-607A-42A7945F2266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46" creationId="{D35C3EE3-671A-1791-FEBE-A48BE238706B}"/>
          </ac:spMkLst>
        </pc:spChg>
        <pc:spChg chg="mod">
          <ac:chgData name="Catherine Ata" userId="4e21e26771b92a65" providerId="LiveId" clId="{7649EDE9-916A-49D2-BE05-25204B6EDBF1}" dt="2024-08-10T14:29:51.448" v="141"/>
          <ac:spMkLst>
            <pc:docMk/>
            <pc:sldMk cId="1918334880" sldId="280"/>
            <ac:spMk id="47" creationId="{10DBA37D-A179-A764-078A-3FB888621E04}"/>
          </ac:spMkLst>
        </pc:spChg>
        <pc:grpChg chg="add mod">
          <ac:chgData name="Catherine Ata" userId="4e21e26771b92a65" providerId="LiveId" clId="{7649EDE9-916A-49D2-BE05-25204B6EDBF1}" dt="2024-08-10T14:29:51.448" v="141"/>
          <ac:grpSpMkLst>
            <pc:docMk/>
            <pc:sldMk cId="1918334880" sldId="280"/>
            <ac:grpSpMk id="6" creationId="{389541A8-453B-B99B-4929-D9220B0BC156}"/>
          </ac:grpSpMkLst>
        </pc:grpChg>
        <pc:grpChg chg="add mod">
          <ac:chgData name="Catherine Ata" userId="4e21e26771b92a65" providerId="LiveId" clId="{7649EDE9-916A-49D2-BE05-25204B6EDBF1}" dt="2024-08-10T14:29:51.448" v="141"/>
          <ac:grpSpMkLst>
            <pc:docMk/>
            <pc:sldMk cId="1918334880" sldId="280"/>
            <ac:grpSpMk id="37" creationId="{9B5256A2-E51E-6681-A0F8-8226E206F7AA}"/>
          </ac:grpSpMkLst>
        </pc:grpChg>
        <pc:picChg chg="add mod">
          <ac:chgData name="Catherine Ata" userId="4e21e26771b92a65" providerId="LiveId" clId="{7649EDE9-916A-49D2-BE05-25204B6EDBF1}" dt="2024-08-10T14:33:06.593" v="167" actId="1038"/>
          <ac:picMkLst>
            <pc:docMk/>
            <pc:sldMk cId="1918334880" sldId="280"/>
            <ac:picMk id="48" creationId="{2D793D7D-0A26-74BF-E441-D356B9B09A69}"/>
          </ac:picMkLst>
        </pc:picChg>
        <pc:cxnChg chg="add mod">
          <ac:chgData name="Catherine Ata" userId="4e21e26771b92a65" providerId="LiveId" clId="{7649EDE9-916A-49D2-BE05-25204B6EDBF1}" dt="2024-08-10T14:29:51.448" v="141"/>
          <ac:cxnSpMkLst>
            <pc:docMk/>
            <pc:sldMk cId="1918334880" sldId="280"/>
            <ac:cxnSpMk id="35" creationId="{B73B9046-E492-E8E2-CA1A-B5F4C8BDED2A}"/>
          </ac:cxnSpMkLst>
        </pc:cxnChg>
      </pc:sldChg>
      <pc:sldChg chg="addSp delSp modSp mod">
        <pc:chgData name="Catherine Ata" userId="4e21e26771b92a65" providerId="LiveId" clId="{7649EDE9-916A-49D2-BE05-25204B6EDBF1}" dt="2024-08-10T14:54:23.797" v="447" actId="20577"/>
        <pc:sldMkLst>
          <pc:docMk/>
          <pc:sldMk cId="1765310388" sldId="281"/>
        </pc:sldMkLst>
        <pc:spChg chg="mod">
          <ac:chgData name="Catherine Ata" userId="4e21e26771b92a65" providerId="LiveId" clId="{7649EDE9-916A-49D2-BE05-25204B6EDBF1}" dt="2024-08-10T14:35:09.674" v="174" actId="122"/>
          <ac:spMkLst>
            <pc:docMk/>
            <pc:sldMk cId="1765310388" sldId="281"/>
            <ac:spMk id="2" creationId="{3B3F58F4-F002-0A63-FDA5-2FE8E17AB734}"/>
          </ac:spMkLst>
        </pc:spChg>
        <pc:spChg chg="mod">
          <ac:chgData name="Catherine Ata" userId="4e21e26771b92a65" providerId="LiveId" clId="{7649EDE9-916A-49D2-BE05-25204B6EDBF1}" dt="2024-08-10T14:48:04.910" v="339" actId="20577"/>
          <ac:spMkLst>
            <pc:docMk/>
            <pc:sldMk cId="1765310388" sldId="281"/>
            <ac:spMk id="3" creationId="{D5F6E532-AE31-6638-6706-F28020FFB312}"/>
          </ac:spMkLst>
        </pc:spChg>
        <pc:spChg chg="mod">
          <ac:chgData name="Catherine Ata" userId="4e21e26771b92a65" providerId="LiveId" clId="{7649EDE9-916A-49D2-BE05-25204B6EDBF1}" dt="2024-08-10T14:51:40.733" v="406" actId="14100"/>
          <ac:spMkLst>
            <pc:docMk/>
            <pc:sldMk cId="1765310388" sldId="281"/>
            <ac:spMk id="4" creationId="{CCE1343B-D448-0F3D-2A82-B1953503574C}"/>
          </ac:spMkLst>
        </pc:spChg>
        <pc:spChg chg="del">
          <ac:chgData name="Catherine Ata" userId="4e21e26771b92a65" providerId="LiveId" clId="{7649EDE9-916A-49D2-BE05-25204B6EDBF1}" dt="2024-08-10T14:51:04.128" v="399" actId="478"/>
          <ac:spMkLst>
            <pc:docMk/>
            <pc:sldMk cId="1765310388" sldId="281"/>
            <ac:spMk id="5" creationId="{954B03E9-2A8B-A6A6-E3A9-FC4D6FEA1985}"/>
          </ac:spMkLst>
        </pc:spChg>
        <pc:spChg chg="mod">
          <ac:chgData name="Catherine Ata" userId="4e21e26771b92a65" providerId="LiveId" clId="{7649EDE9-916A-49D2-BE05-25204B6EDBF1}" dt="2024-08-10T14:54:23.797" v="447" actId="20577"/>
          <ac:spMkLst>
            <pc:docMk/>
            <pc:sldMk cId="1765310388" sldId="281"/>
            <ac:spMk id="6" creationId="{11976326-1AFF-02CA-58FF-22A4B1856CFF}"/>
          </ac:spMkLst>
        </pc:spChg>
        <pc:spChg chg="add del mod">
          <ac:chgData name="Catherine Ata" userId="4e21e26771b92a65" providerId="LiveId" clId="{7649EDE9-916A-49D2-BE05-25204B6EDBF1}" dt="2024-08-10T14:51:11.036" v="400" actId="478"/>
          <ac:spMkLst>
            <pc:docMk/>
            <pc:sldMk cId="1765310388" sldId="281"/>
            <ac:spMk id="9" creationId="{7417AC87-D905-DEB7-779F-3F645C52F55C}"/>
          </ac:spMkLst>
        </pc:spChg>
      </pc:sldChg>
      <pc:sldChg chg="addSp delSp modSp mod">
        <pc:chgData name="Catherine Ata" userId="4e21e26771b92a65" providerId="LiveId" clId="{7649EDE9-916A-49D2-BE05-25204B6EDBF1}" dt="2024-08-10T14:34:58.373" v="173" actId="14100"/>
        <pc:sldMkLst>
          <pc:docMk/>
          <pc:sldMk cId="3804984846" sldId="282"/>
        </pc:sldMkLst>
        <pc:spChg chg="mod">
          <ac:chgData name="Catherine Ata" userId="4e21e26771b92a65" providerId="LiveId" clId="{7649EDE9-916A-49D2-BE05-25204B6EDBF1}" dt="2024-08-10T14:34:58.373" v="173" actId="14100"/>
          <ac:spMkLst>
            <pc:docMk/>
            <pc:sldMk cId="3804984846" sldId="282"/>
            <ac:spMk id="2" creationId="{46CAA7C7-1B21-E4DE-A30C-992523F350E2}"/>
          </ac:spMkLst>
        </pc:spChg>
        <pc:spChg chg="del">
          <ac:chgData name="Catherine Ata" userId="4e21e26771b92a65" providerId="LiveId" clId="{7649EDE9-916A-49D2-BE05-25204B6EDBF1}" dt="2024-08-10T14:34:44.256" v="171" actId="478"/>
          <ac:spMkLst>
            <pc:docMk/>
            <pc:sldMk cId="3804984846" sldId="282"/>
            <ac:spMk id="3" creationId="{2BF052D2-6CF3-75C7-9876-A8F3EBAC7DCC}"/>
          </ac:spMkLst>
        </pc:spChg>
        <pc:spChg chg="add del mod">
          <ac:chgData name="Catherine Ata" userId="4e21e26771b92a65" providerId="LiveId" clId="{7649EDE9-916A-49D2-BE05-25204B6EDBF1}" dt="2024-08-10T14:34:49.337" v="172" actId="478"/>
          <ac:spMkLst>
            <pc:docMk/>
            <pc:sldMk cId="3804984846" sldId="282"/>
            <ac:spMk id="6" creationId="{56776FB9-491F-0AD4-6E33-5E8630D11895}"/>
          </ac:spMkLst>
        </pc:spChg>
      </pc:sldChg>
      <pc:sldChg chg="addSp delSp modSp mod">
        <pc:chgData name="Catherine Ata" userId="4e21e26771b92a65" providerId="LiveId" clId="{7649EDE9-916A-49D2-BE05-25204B6EDBF1}" dt="2024-08-10T16:57:47.637" v="1332" actId="1076"/>
        <pc:sldMkLst>
          <pc:docMk/>
          <pc:sldMk cId="1439247380" sldId="283"/>
        </pc:sldMkLst>
        <pc:spChg chg="mod">
          <ac:chgData name="Catherine Ata" userId="4e21e26771b92a65" providerId="LiveId" clId="{7649EDE9-916A-49D2-BE05-25204B6EDBF1}" dt="2024-08-10T14:40:51.539" v="225" actId="14100"/>
          <ac:spMkLst>
            <pc:docMk/>
            <pc:sldMk cId="1439247380" sldId="283"/>
            <ac:spMk id="2" creationId="{3B3F58F4-F002-0A63-FDA5-2FE8E17AB734}"/>
          </ac:spMkLst>
        </pc:spChg>
        <pc:spChg chg="del mod">
          <ac:chgData name="Catherine Ata" userId="4e21e26771b92a65" providerId="LiveId" clId="{7649EDE9-916A-49D2-BE05-25204B6EDBF1}" dt="2024-08-10T14:39:46.959" v="216" actId="478"/>
          <ac:spMkLst>
            <pc:docMk/>
            <pc:sldMk cId="1439247380" sldId="283"/>
            <ac:spMk id="3" creationId="{D5F6E532-AE31-6638-6706-F28020FFB312}"/>
          </ac:spMkLst>
        </pc:spChg>
        <pc:spChg chg="mod">
          <ac:chgData name="Catherine Ata" userId="4e21e26771b92a65" providerId="LiveId" clId="{7649EDE9-916A-49D2-BE05-25204B6EDBF1}" dt="2024-08-10T16:55:40.358" v="1310" actId="6549"/>
          <ac:spMkLst>
            <pc:docMk/>
            <pc:sldMk cId="1439247380" sldId="283"/>
            <ac:spMk id="4" creationId="{CCE1343B-D448-0F3D-2A82-B1953503574C}"/>
          </ac:spMkLst>
        </pc:spChg>
        <pc:spChg chg="del mod">
          <ac:chgData name="Catherine Ata" userId="4e21e26771b92a65" providerId="LiveId" clId="{7649EDE9-916A-49D2-BE05-25204B6EDBF1}" dt="2024-08-10T14:39:53.974" v="218" actId="478"/>
          <ac:spMkLst>
            <pc:docMk/>
            <pc:sldMk cId="1439247380" sldId="283"/>
            <ac:spMk id="5" creationId="{954B03E9-2A8B-A6A6-E3A9-FC4D6FEA1985}"/>
          </ac:spMkLst>
        </pc:spChg>
        <pc:spChg chg="del mod">
          <ac:chgData name="Catherine Ata" userId="4e21e26771b92a65" providerId="LiveId" clId="{7649EDE9-916A-49D2-BE05-25204B6EDBF1}" dt="2024-08-10T16:57:14.364" v="1323" actId="478"/>
          <ac:spMkLst>
            <pc:docMk/>
            <pc:sldMk cId="1439247380" sldId="283"/>
            <ac:spMk id="6" creationId="{11976326-1AFF-02CA-58FF-22A4B1856CFF}"/>
          </ac:spMkLst>
        </pc:spChg>
        <pc:picChg chg="add mod">
          <ac:chgData name="Catherine Ata" userId="4e21e26771b92a65" providerId="LiveId" clId="{7649EDE9-916A-49D2-BE05-25204B6EDBF1}" dt="2024-08-10T16:55:48.848" v="1313" actId="1076"/>
          <ac:picMkLst>
            <pc:docMk/>
            <pc:sldMk cId="1439247380" sldId="283"/>
            <ac:picMk id="9" creationId="{4C8C0F56-5C04-BA8F-3FCB-6DDE7FA44E19}"/>
          </ac:picMkLst>
        </pc:picChg>
        <pc:picChg chg="add mod">
          <ac:chgData name="Catherine Ata" userId="4e21e26771b92a65" providerId="LiveId" clId="{7649EDE9-916A-49D2-BE05-25204B6EDBF1}" dt="2024-08-10T16:57:45.992" v="1331" actId="1076"/>
          <ac:picMkLst>
            <pc:docMk/>
            <pc:sldMk cId="1439247380" sldId="283"/>
            <ac:picMk id="11" creationId="{D852E14A-E1F5-F9E2-4CD4-1CEFFEF4133A}"/>
          </ac:picMkLst>
        </pc:picChg>
        <pc:picChg chg="add mod">
          <ac:chgData name="Catherine Ata" userId="4e21e26771b92a65" providerId="LiveId" clId="{7649EDE9-916A-49D2-BE05-25204B6EDBF1}" dt="2024-08-10T16:57:47.637" v="1332" actId="1076"/>
          <ac:picMkLst>
            <pc:docMk/>
            <pc:sldMk cId="1439247380" sldId="283"/>
            <ac:picMk id="13" creationId="{F9583CDF-693D-3065-4A95-043219623839}"/>
          </ac:picMkLst>
        </pc:picChg>
      </pc:sldChg>
      <pc:sldChg chg="modSp del mod">
        <pc:chgData name="Catherine Ata" userId="4e21e26771b92a65" providerId="LiveId" clId="{7649EDE9-916A-49D2-BE05-25204B6EDBF1}" dt="2024-08-10T14:57:10.644" v="479" actId="2696"/>
        <pc:sldMkLst>
          <pc:docMk/>
          <pc:sldMk cId="2483628239" sldId="284"/>
        </pc:sldMkLst>
        <pc:spChg chg="mod">
          <ac:chgData name="Catherine Ata" userId="4e21e26771b92a65" providerId="LiveId" clId="{7649EDE9-916A-49D2-BE05-25204B6EDBF1}" dt="2024-08-10T14:45:59.634" v="303" actId="122"/>
          <ac:spMkLst>
            <pc:docMk/>
            <pc:sldMk cId="2483628239" sldId="284"/>
            <ac:spMk id="2" creationId="{37C1921E-EC87-3861-32D6-1C146BF8C53F}"/>
          </ac:spMkLst>
        </pc:spChg>
        <pc:spChg chg="mod">
          <ac:chgData name="Catherine Ata" userId="4e21e26771b92a65" providerId="LiveId" clId="{7649EDE9-916A-49D2-BE05-25204B6EDBF1}" dt="2024-08-10T14:38:49.132" v="203"/>
          <ac:spMkLst>
            <pc:docMk/>
            <pc:sldMk cId="2483628239" sldId="284"/>
            <ac:spMk id="8" creationId="{1E6B4726-B887-AE65-79C3-09810318F35C}"/>
          </ac:spMkLst>
        </pc:spChg>
      </pc:sldChg>
      <pc:sldChg chg="addSp modSp mod">
        <pc:chgData name="Catherine Ata" userId="4e21e26771b92a65" providerId="LiveId" clId="{7649EDE9-916A-49D2-BE05-25204B6EDBF1}" dt="2024-08-10T17:04:03.481" v="1431" actId="14100"/>
        <pc:sldMkLst>
          <pc:docMk/>
          <pc:sldMk cId="1267315013" sldId="285"/>
        </pc:sldMkLst>
        <pc:spChg chg="mod">
          <ac:chgData name="Catherine Ata" userId="4e21e26771b92a65" providerId="LiveId" clId="{7649EDE9-916A-49D2-BE05-25204B6EDBF1}" dt="2024-08-10T14:57:37.348" v="482" actId="122"/>
          <ac:spMkLst>
            <pc:docMk/>
            <pc:sldMk cId="1267315013" sldId="285"/>
            <ac:spMk id="2" creationId="{5F53288F-D697-1CA2-B76D-F82174DE241A}"/>
          </ac:spMkLst>
        </pc:spChg>
        <pc:spChg chg="mod">
          <ac:chgData name="Catherine Ata" userId="4e21e26771b92a65" providerId="LiveId" clId="{7649EDE9-916A-49D2-BE05-25204B6EDBF1}" dt="2024-08-10T17:03:45.642" v="1426" actId="255"/>
          <ac:spMkLst>
            <pc:docMk/>
            <pc:sldMk cId="1267315013" sldId="285"/>
            <ac:spMk id="3" creationId="{9EA36228-3E20-D0B6-5905-F8B95DA20F9F}"/>
          </ac:spMkLst>
        </pc:spChg>
        <pc:spChg chg="mod">
          <ac:chgData name="Catherine Ata" userId="4e21e26771b92a65" providerId="LiveId" clId="{7649EDE9-916A-49D2-BE05-25204B6EDBF1}" dt="2024-08-10T17:03:53.972" v="1430" actId="20577"/>
          <ac:spMkLst>
            <pc:docMk/>
            <pc:sldMk cId="1267315013" sldId="285"/>
            <ac:spMk id="4" creationId="{D98D57D9-8B39-B36A-7BD4-957C49BECAD3}"/>
          </ac:spMkLst>
        </pc:spChg>
        <pc:picChg chg="add mod">
          <ac:chgData name="Catherine Ata" userId="4e21e26771b92a65" providerId="LiveId" clId="{7649EDE9-916A-49D2-BE05-25204B6EDBF1}" dt="2024-08-10T17:02:28.675" v="1401" actId="14100"/>
          <ac:picMkLst>
            <pc:docMk/>
            <pc:sldMk cId="1267315013" sldId="285"/>
            <ac:picMk id="7" creationId="{FE15825C-4C65-97BF-1432-2B712B0F57BC}"/>
          </ac:picMkLst>
        </pc:picChg>
        <pc:picChg chg="add mod">
          <ac:chgData name="Catherine Ata" userId="4e21e26771b92a65" providerId="LiveId" clId="{7649EDE9-916A-49D2-BE05-25204B6EDBF1}" dt="2024-08-10T17:04:03.481" v="1431" actId="14100"/>
          <ac:picMkLst>
            <pc:docMk/>
            <pc:sldMk cId="1267315013" sldId="285"/>
            <ac:picMk id="9" creationId="{7D6F4CB1-DE19-2999-1D2F-A98A14E650BE}"/>
          </ac:picMkLst>
        </pc:picChg>
      </pc:sldChg>
      <pc:sldChg chg="addSp modSp mod">
        <pc:chgData name="Catherine Ata" userId="4e21e26771b92a65" providerId="LiveId" clId="{7649EDE9-916A-49D2-BE05-25204B6EDBF1}" dt="2024-08-10T17:22:19.615" v="1750" actId="14100"/>
        <pc:sldMkLst>
          <pc:docMk/>
          <pc:sldMk cId="1269482941" sldId="287"/>
        </pc:sldMkLst>
        <pc:spChg chg="mod">
          <ac:chgData name="Catherine Ata" userId="4e21e26771b92a65" providerId="LiveId" clId="{7649EDE9-916A-49D2-BE05-25204B6EDBF1}" dt="2024-08-10T16:21:54.458" v="868" actId="122"/>
          <ac:spMkLst>
            <pc:docMk/>
            <pc:sldMk cId="1269482941" sldId="287"/>
            <ac:spMk id="2" creationId="{D4065369-7529-3EBB-DDFC-7BE7CEFA1D6C}"/>
          </ac:spMkLst>
        </pc:spChg>
        <pc:spChg chg="mod">
          <ac:chgData name="Catherine Ata" userId="4e21e26771b92a65" providerId="LiveId" clId="{7649EDE9-916A-49D2-BE05-25204B6EDBF1}" dt="2024-08-10T17:22:05.058" v="1747" actId="27636"/>
          <ac:spMkLst>
            <pc:docMk/>
            <pc:sldMk cId="1269482941" sldId="287"/>
            <ac:spMk id="3" creationId="{6894B957-7D2F-464C-DB8B-5E3E8F5605E3}"/>
          </ac:spMkLst>
        </pc:spChg>
        <pc:spChg chg="mod">
          <ac:chgData name="Catherine Ata" userId="4e21e26771b92a65" providerId="LiveId" clId="{7649EDE9-916A-49D2-BE05-25204B6EDBF1}" dt="2024-08-10T17:22:05.059" v="1748" actId="27636"/>
          <ac:spMkLst>
            <pc:docMk/>
            <pc:sldMk cId="1269482941" sldId="287"/>
            <ac:spMk id="4" creationId="{008CC66E-255E-8999-4618-8164A7128507}"/>
          </ac:spMkLst>
        </pc:spChg>
        <pc:spChg chg="add mod">
          <ac:chgData name="Catherine Ata" userId="4e21e26771b92a65" providerId="LiveId" clId="{7649EDE9-916A-49D2-BE05-25204B6EDBF1}" dt="2024-08-10T17:20:58.344" v="1722" actId="1036"/>
          <ac:spMkLst>
            <pc:docMk/>
            <pc:sldMk cId="1269482941" sldId="287"/>
            <ac:spMk id="10" creationId="{8D7C9640-0483-2871-542E-0CBDA102DE1C}"/>
          </ac:spMkLst>
        </pc:spChg>
        <pc:picChg chg="add mod">
          <ac:chgData name="Catherine Ata" userId="4e21e26771b92a65" providerId="LiveId" clId="{7649EDE9-916A-49D2-BE05-25204B6EDBF1}" dt="2024-08-10T17:22:19.615" v="1750" actId="14100"/>
          <ac:picMkLst>
            <pc:docMk/>
            <pc:sldMk cId="1269482941" sldId="287"/>
            <ac:picMk id="7" creationId="{BC036BAA-60E7-B4A1-EC10-A9B4096A96AE}"/>
          </ac:picMkLst>
        </pc:picChg>
        <pc:picChg chg="add mod">
          <ac:chgData name="Catherine Ata" userId="4e21e26771b92a65" providerId="LiveId" clId="{7649EDE9-916A-49D2-BE05-25204B6EDBF1}" dt="2024-08-10T17:21:27.868" v="1732" actId="1076"/>
          <ac:picMkLst>
            <pc:docMk/>
            <pc:sldMk cId="1269482941" sldId="287"/>
            <ac:picMk id="9" creationId="{D34B5A60-8A97-14B9-007F-7A21853742AA}"/>
          </ac:picMkLst>
        </pc:picChg>
      </pc:sldChg>
      <pc:sldChg chg="addSp delSp modSp mod">
        <pc:chgData name="Catherine Ata" userId="4e21e26771b92a65" providerId="LiveId" clId="{7649EDE9-916A-49D2-BE05-25204B6EDBF1}" dt="2024-08-10T18:11:43.831" v="2563" actId="14100"/>
        <pc:sldMkLst>
          <pc:docMk/>
          <pc:sldMk cId="3894976984" sldId="288"/>
        </pc:sldMkLst>
        <pc:spChg chg="mod">
          <ac:chgData name="Catherine Ata" userId="4e21e26771b92a65" providerId="LiveId" clId="{7649EDE9-916A-49D2-BE05-25204B6EDBF1}" dt="2024-08-10T17:42:20.247" v="2048" actId="14100"/>
          <ac:spMkLst>
            <pc:docMk/>
            <pc:sldMk cId="3894976984" sldId="288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18:04:35.136" v="2504" actId="20577"/>
          <ac:spMkLst>
            <pc:docMk/>
            <pc:sldMk cId="3894976984" sldId="288"/>
            <ac:spMk id="4" creationId="{AE510471-877D-E8CD-62A0-16E26F909B3A}"/>
          </ac:spMkLst>
        </pc:spChg>
        <pc:spChg chg="add mod ord">
          <ac:chgData name="Catherine Ata" userId="4e21e26771b92a65" providerId="LiveId" clId="{7649EDE9-916A-49D2-BE05-25204B6EDBF1}" dt="2024-08-10T18:07:27.118" v="2544" actId="14100"/>
          <ac:spMkLst>
            <pc:docMk/>
            <pc:sldMk cId="3894976984" sldId="288"/>
            <ac:spMk id="13" creationId="{74959CB1-EF28-EE0B-9476-D7F3ED8784DF}"/>
          </ac:spMkLst>
        </pc:spChg>
        <pc:spChg chg="add mod">
          <ac:chgData name="Catherine Ata" userId="4e21e26771b92a65" providerId="LiveId" clId="{7649EDE9-916A-49D2-BE05-25204B6EDBF1}" dt="2024-08-10T18:11:43.831" v="2563" actId="14100"/>
          <ac:spMkLst>
            <pc:docMk/>
            <pc:sldMk cId="3894976984" sldId="288"/>
            <ac:spMk id="16" creationId="{18B12CEC-40AB-EF0D-9CE5-14C728C1952A}"/>
          </ac:spMkLst>
        </pc:spChg>
        <pc:picChg chg="add mod modCrop">
          <ac:chgData name="Catherine Ata" userId="4e21e26771b92a65" providerId="LiveId" clId="{7649EDE9-916A-49D2-BE05-25204B6EDBF1}" dt="2024-08-10T18:04:09.735" v="2489" actId="1076"/>
          <ac:picMkLst>
            <pc:docMk/>
            <pc:sldMk cId="3894976984" sldId="288"/>
            <ac:picMk id="5" creationId="{66487C31-28F4-8EC8-93D7-E3BC0497BCC0}"/>
          </ac:picMkLst>
        </pc:picChg>
        <pc:picChg chg="add mod modCrop">
          <ac:chgData name="Catherine Ata" userId="4e21e26771b92a65" providerId="LiveId" clId="{7649EDE9-916A-49D2-BE05-25204B6EDBF1}" dt="2024-08-10T18:04:40.476" v="2507" actId="1076"/>
          <ac:picMkLst>
            <pc:docMk/>
            <pc:sldMk cId="3894976984" sldId="288"/>
            <ac:picMk id="8" creationId="{AD659BF1-871D-3EBA-10E3-D2C6806CB1D7}"/>
          </ac:picMkLst>
        </pc:picChg>
        <pc:picChg chg="add del mod">
          <ac:chgData name="Catherine Ata" userId="4e21e26771b92a65" providerId="LiveId" clId="{7649EDE9-916A-49D2-BE05-25204B6EDBF1}" dt="2024-08-10T18:06:37.551" v="2514" actId="478"/>
          <ac:picMkLst>
            <pc:docMk/>
            <pc:sldMk cId="3894976984" sldId="288"/>
            <ac:picMk id="10" creationId="{0C9E3168-E6A3-1923-60CE-B2425439BA00}"/>
          </ac:picMkLst>
        </pc:picChg>
        <pc:picChg chg="add mod">
          <ac:chgData name="Catherine Ata" userId="4e21e26771b92a65" providerId="LiveId" clId="{7649EDE9-916A-49D2-BE05-25204B6EDBF1}" dt="2024-08-10T18:04:43.473" v="2508" actId="1076"/>
          <ac:picMkLst>
            <pc:docMk/>
            <pc:sldMk cId="3894976984" sldId="288"/>
            <ac:picMk id="12" creationId="{645D14C8-470C-9A64-647C-005509BEC37D}"/>
          </ac:picMkLst>
        </pc:picChg>
        <pc:picChg chg="add mod">
          <ac:chgData name="Catherine Ata" userId="4e21e26771b92a65" providerId="LiveId" clId="{7649EDE9-916A-49D2-BE05-25204B6EDBF1}" dt="2024-08-10T18:07:18.307" v="2542" actId="14100"/>
          <ac:picMkLst>
            <pc:docMk/>
            <pc:sldMk cId="3894976984" sldId="288"/>
            <ac:picMk id="15" creationId="{7A9DF525-C525-FF7F-9E05-C85F6A7950FD}"/>
          </ac:picMkLst>
        </pc:picChg>
      </pc:sldChg>
      <pc:sldChg chg="addSp modSp mod">
        <pc:chgData name="Catherine Ata" userId="4e21e26771b92a65" providerId="LiveId" clId="{7649EDE9-916A-49D2-BE05-25204B6EDBF1}" dt="2024-08-10T17:41:45.061" v="2043" actId="14100"/>
        <pc:sldMkLst>
          <pc:docMk/>
          <pc:sldMk cId="1766831829" sldId="289"/>
        </pc:sldMkLst>
        <pc:spChg chg="mod">
          <ac:chgData name="Catherine Ata" userId="4e21e26771b92a65" providerId="LiveId" clId="{7649EDE9-916A-49D2-BE05-25204B6EDBF1}" dt="2024-08-10T17:26:39.246" v="1780" actId="14100"/>
          <ac:spMkLst>
            <pc:docMk/>
            <pc:sldMk cId="1766831829" sldId="289"/>
            <ac:spMk id="2" creationId="{3B3F58F4-F002-0A63-FDA5-2FE8E17AB734}"/>
          </ac:spMkLst>
        </pc:spChg>
        <pc:spChg chg="mod">
          <ac:chgData name="Catherine Ata" userId="4e21e26771b92a65" providerId="LiveId" clId="{7649EDE9-916A-49D2-BE05-25204B6EDBF1}" dt="2024-08-10T17:38:08.745" v="2013" actId="14100"/>
          <ac:spMkLst>
            <pc:docMk/>
            <pc:sldMk cId="1766831829" sldId="289"/>
            <ac:spMk id="4" creationId="{CCE1343B-D448-0F3D-2A82-B1953503574C}"/>
          </ac:spMkLst>
        </pc:spChg>
        <pc:spChg chg="mod">
          <ac:chgData name="Catherine Ata" userId="4e21e26771b92a65" providerId="LiveId" clId="{7649EDE9-916A-49D2-BE05-25204B6EDBF1}" dt="2024-08-10T17:41:35.529" v="2040" actId="6549"/>
          <ac:spMkLst>
            <pc:docMk/>
            <pc:sldMk cId="1766831829" sldId="289"/>
            <ac:spMk id="8" creationId="{1E6B4726-B887-AE65-79C3-09810318F35C}"/>
          </ac:spMkLst>
        </pc:spChg>
        <pc:picChg chg="add mod">
          <ac:chgData name="Catherine Ata" userId="4e21e26771b92a65" providerId="LiveId" clId="{7649EDE9-916A-49D2-BE05-25204B6EDBF1}" dt="2024-08-10T17:38:24.552" v="2016" actId="14100"/>
          <ac:picMkLst>
            <pc:docMk/>
            <pc:sldMk cId="1766831829" sldId="289"/>
            <ac:picMk id="6" creationId="{27F2A4DF-BB4C-F689-FB76-50EBCB5C97EE}"/>
          </ac:picMkLst>
        </pc:picChg>
        <pc:picChg chg="add mod">
          <ac:chgData name="Catherine Ata" userId="4e21e26771b92a65" providerId="LiveId" clId="{7649EDE9-916A-49D2-BE05-25204B6EDBF1}" dt="2024-08-10T17:38:20.656" v="2015" actId="14100"/>
          <ac:picMkLst>
            <pc:docMk/>
            <pc:sldMk cId="1766831829" sldId="289"/>
            <ac:picMk id="9" creationId="{6EED53C0-DE39-AFB0-C004-A8EDDAB2D6FD}"/>
          </ac:picMkLst>
        </pc:picChg>
        <pc:picChg chg="add mod">
          <ac:chgData name="Catherine Ata" userId="4e21e26771b92a65" providerId="LiveId" clId="{7649EDE9-916A-49D2-BE05-25204B6EDBF1}" dt="2024-08-10T17:41:45.061" v="2043" actId="14100"/>
          <ac:picMkLst>
            <pc:docMk/>
            <pc:sldMk cId="1766831829" sldId="289"/>
            <ac:picMk id="11" creationId="{42A46313-51A4-8C0A-5899-7E10D448F01E}"/>
          </ac:picMkLst>
        </pc:picChg>
      </pc:sldChg>
      <pc:sldChg chg="modSp del mod">
        <pc:chgData name="Catherine Ata" userId="4e21e26771b92a65" providerId="LiveId" clId="{7649EDE9-916A-49D2-BE05-25204B6EDBF1}" dt="2024-08-10T18:16:08.170" v="2564" actId="2696"/>
        <pc:sldMkLst>
          <pc:docMk/>
          <pc:sldMk cId="570267780" sldId="290"/>
        </pc:sldMkLst>
        <pc:spChg chg="mod">
          <ac:chgData name="Catherine Ata" userId="4e21e26771b92a65" providerId="LiveId" clId="{7649EDE9-916A-49D2-BE05-25204B6EDBF1}" dt="2024-08-10T17:47:55.166" v="2086" actId="14100"/>
          <ac:spMkLst>
            <pc:docMk/>
            <pc:sldMk cId="570267780" sldId="290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18:10:35.174" v="2550" actId="21"/>
          <ac:spMkLst>
            <pc:docMk/>
            <pc:sldMk cId="570267780" sldId="290"/>
            <ac:spMk id="4" creationId="{AE510471-877D-E8CD-62A0-16E26F909B3A}"/>
          </ac:spMkLst>
        </pc:spChg>
        <pc:spChg chg="mod">
          <ac:chgData name="Catherine Ata" userId="4e21e26771b92a65" providerId="LiveId" clId="{7649EDE9-916A-49D2-BE05-25204B6EDBF1}" dt="2024-08-10T18:08:11.385" v="2545" actId="6549"/>
          <ac:spMkLst>
            <pc:docMk/>
            <pc:sldMk cId="570267780" sldId="290"/>
            <ac:spMk id="6" creationId="{B58AB795-24AF-5BDC-AF9F-0B7F7A5FF4FF}"/>
          </ac:spMkLst>
        </pc:spChg>
      </pc:sldChg>
      <pc:sldChg chg="addSp modSp mod">
        <pc:chgData name="Catherine Ata" userId="4e21e26771b92a65" providerId="LiveId" clId="{7649EDE9-916A-49D2-BE05-25204B6EDBF1}" dt="2024-08-10T18:56:10.430" v="2630" actId="1076"/>
        <pc:sldMkLst>
          <pc:docMk/>
          <pc:sldMk cId="3773754648" sldId="291"/>
        </pc:sldMkLst>
        <pc:spChg chg="mod">
          <ac:chgData name="Catherine Ata" userId="4e21e26771b92a65" providerId="LiveId" clId="{7649EDE9-916A-49D2-BE05-25204B6EDBF1}" dt="2024-08-10T18:16:50.349" v="2567" actId="14100"/>
          <ac:spMkLst>
            <pc:docMk/>
            <pc:sldMk cId="3773754648" sldId="291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18:23:49.853" v="2612" actId="20577"/>
          <ac:spMkLst>
            <pc:docMk/>
            <pc:sldMk cId="3773754648" sldId="291"/>
            <ac:spMk id="4" creationId="{AE510471-877D-E8CD-62A0-16E26F909B3A}"/>
          </ac:spMkLst>
        </pc:spChg>
        <pc:spChg chg="mod">
          <ac:chgData name="Catherine Ata" userId="4e21e26771b92a65" providerId="LiveId" clId="{7649EDE9-916A-49D2-BE05-25204B6EDBF1}" dt="2024-08-10T18:53:16.379" v="2623" actId="21"/>
          <ac:spMkLst>
            <pc:docMk/>
            <pc:sldMk cId="3773754648" sldId="291"/>
            <ac:spMk id="12" creationId="{07310B4C-2FFE-037A-F3D5-1AA439EF61A7}"/>
          </ac:spMkLst>
        </pc:spChg>
        <pc:picChg chg="add mod">
          <ac:chgData name="Catherine Ata" userId="4e21e26771b92a65" providerId="LiveId" clId="{7649EDE9-916A-49D2-BE05-25204B6EDBF1}" dt="2024-08-10T18:56:03.314" v="2629" actId="14100"/>
          <ac:picMkLst>
            <pc:docMk/>
            <pc:sldMk cId="3773754648" sldId="291"/>
            <ac:picMk id="5" creationId="{A2845170-2DBF-9E3D-A296-B6C3F0674313}"/>
          </ac:picMkLst>
        </pc:picChg>
        <pc:picChg chg="add mod">
          <ac:chgData name="Catherine Ata" userId="4e21e26771b92a65" providerId="LiveId" clId="{7649EDE9-916A-49D2-BE05-25204B6EDBF1}" dt="2024-08-10T18:22:32.040" v="2589" actId="14100"/>
          <ac:picMkLst>
            <pc:docMk/>
            <pc:sldMk cId="3773754648" sldId="291"/>
            <ac:picMk id="8" creationId="{7D0A5C19-C3D3-FD46-2CC1-7C331AE6405B}"/>
          </ac:picMkLst>
        </pc:picChg>
        <pc:picChg chg="add mod">
          <ac:chgData name="Catherine Ata" userId="4e21e26771b92a65" providerId="LiveId" clId="{7649EDE9-916A-49D2-BE05-25204B6EDBF1}" dt="2024-08-10T18:56:10.430" v="2630" actId="1076"/>
          <ac:picMkLst>
            <pc:docMk/>
            <pc:sldMk cId="3773754648" sldId="291"/>
            <ac:picMk id="10" creationId="{E695C095-9367-0835-FA65-75D7FCE8A0E2}"/>
          </ac:picMkLst>
        </pc:picChg>
      </pc:sldChg>
      <pc:sldChg chg="addSp delSp modSp mod">
        <pc:chgData name="Catherine Ata" userId="4e21e26771b92a65" providerId="LiveId" clId="{7649EDE9-916A-49D2-BE05-25204B6EDBF1}" dt="2024-08-10T19:22:17.506" v="2718" actId="14100"/>
        <pc:sldMkLst>
          <pc:docMk/>
          <pc:sldMk cId="799708198" sldId="292"/>
        </pc:sldMkLst>
        <pc:spChg chg="mod">
          <ac:chgData name="Catherine Ata" userId="4e21e26771b92a65" providerId="LiveId" clId="{7649EDE9-916A-49D2-BE05-25204B6EDBF1}" dt="2024-08-10T19:22:17.506" v="2718" actId="14100"/>
          <ac:spMkLst>
            <pc:docMk/>
            <pc:sldMk cId="799708198" sldId="292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19:20:59.103" v="2712" actId="20577"/>
          <ac:spMkLst>
            <pc:docMk/>
            <pc:sldMk cId="799708198" sldId="292"/>
            <ac:spMk id="4" creationId="{AE510471-877D-E8CD-62A0-16E26F909B3A}"/>
          </ac:spMkLst>
        </pc:spChg>
        <pc:spChg chg="add del mod">
          <ac:chgData name="Catherine Ata" userId="4e21e26771b92a65" providerId="LiveId" clId="{7649EDE9-916A-49D2-BE05-25204B6EDBF1}" dt="2024-08-10T19:17:59.773" v="2681" actId="478"/>
          <ac:spMkLst>
            <pc:docMk/>
            <pc:sldMk cId="799708198" sldId="292"/>
            <ac:spMk id="14" creationId="{F1867E96-EBAA-968C-A481-44B5304AA85C}"/>
          </ac:spMkLst>
        </pc:spChg>
        <pc:spChg chg="add mod">
          <ac:chgData name="Catherine Ata" userId="4e21e26771b92a65" providerId="LiveId" clId="{7649EDE9-916A-49D2-BE05-25204B6EDBF1}" dt="2024-08-10T19:20:37.434" v="2704" actId="1076"/>
          <ac:spMkLst>
            <pc:docMk/>
            <pc:sldMk cId="799708198" sldId="292"/>
            <ac:spMk id="15" creationId="{0A8E4143-3C85-8BEB-B26E-8BB0B88C337F}"/>
          </ac:spMkLst>
        </pc:spChg>
        <pc:picChg chg="add mod">
          <ac:chgData name="Catherine Ata" userId="4e21e26771b92a65" providerId="LiveId" clId="{7649EDE9-916A-49D2-BE05-25204B6EDBF1}" dt="2024-08-10T19:18:17.855" v="2683" actId="1076"/>
          <ac:picMkLst>
            <pc:docMk/>
            <pc:sldMk cId="799708198" sldId="292"/>
            <ac:picMk id="5" creationId="{3C661248-D45B-1EFD-FF77-E5A284BC269C}"/>
          </ac:picMkLst>
        </pc:picChg>
        <pc:picChg chg="del mod">
          <ac:chgData name="Catherine Ata" userId="4e21e26771b92a65" providerId="LiveId" clId="{7649EDE9-916A-49D2-BE05-25204B6EDBF1}" dt="2024-08-10T19:12:21.731" v="2636" actId="478"/>
          <ac:picMkLst>
            <pc:docMk/>
            <pc:sldMk cId="799708198" sldId="292"/>
            <ac:picMk id="8" creationId="{C2D07CBD-88E9-5C42-38AD-EA0EABF33F3C}"/>
          </ac:picMkLst>
        </pc:picChg>
        <pc:picChg chg="add mod">
          <ac:chgData name="Catherine Ata" userId="4e21e26771b92a65" providerId="LiveId" clId="{7649EDE9-916A-49D2-BE05-25204B6EDBF1}" dt="2024-08-10T19:19:14.057" v="2695" actId="1076"/>
          <ac:picMkLst>
            <pc:docMk/>
            <pc:sldMk cId="799708198" sldId="292"/>
            <ac:picMk id="9" creationId="{7C4BE20B-3982-5928-6E96-F9168CB7710D}"/>
          </ac:picMkLst>
        </pc:picChg>
        <pc:picChg chg="add mod">
          <ac:chgData name="Catherine Ata" userId="4e21e26771b92a65" providerId="LiveId" clId="{7649EDE9-916A-49D2-BE05-25204B6EDBF1}" dt="2024-08-10T19:19:11.370" v="2694" actId="1076"/>
          <ac:picMkLst>
            <pc:docMk/>
            <pc:sldMk cId="799708198" sldId="292"/>
            <ac:picMk id="11" creationId="{7E8B5905-449E-0FE1-E211-5B451D42E19B}"/>
          </ac:picMkLst>
        </pc:picChg>
        <pc:picChg chg="add mod">
          <ac:chgData name="Catherine Ata" userId="4e21e26771b92a65" providerId="LiveId" clId="{7649EDE9-916A-49D2-BE05-25204B6EDBF1}" dt="2024-08-10T19:19:09.255" v="2693" actId="1076"/>
          <ac:picMkLst>
            <pc:docMk/>
            <pc:sldMk cId="799708198" sldId="292"/>
            <ac:picMk id="13" creationId="{5724CD08-1A9C-0BEA-12DB-411FE695618B}"/>
          </ac:picMkLst>
        </pc:picChg>
      </pc:sldChg>
      <pc:sldChg chg="addSp delSp modSp mod">
        <pc:chgData name="Catherine Ata" userId="4e21e26771b92a65" providerId="LiveId" clId="{7649EDE9-916A-49D2-BE05-25204B6EDBF1}" dt="2024-08-10T19:34:41.548" v="2811" actId="1076"/>
        <pc:sldMkLst>
          <pc:docMk/>
          <pc:sldMk cId="4183094101" sldId="293"/>
        </pc:sldMkLst>
        <pc:spChg chg="mod">
          <ac:chgData name="Catherine Ata" userId="4e21e26771b92a65" providerId="LiveId" clId="{7649EDE9-916A-49D2-BE05-25204B6EDBF1}" dt="2024-08-10T19:27:25.183" v="2758" actId="14100"/>
          <ac:spMkLst>
            <pc:docMk/>
            <pc:sldMk cId="4183094101" sldId="293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19:29:00.567" v="2792" actId="6549"/>
          <ac:spMkLst>
            <pc:docMk/>
            <pc:sldMk cId="4183094101" sldId="293"/>
            <ac:spMk id="4" creationId="{AE510471-877D-E8CD-62A0-16E26F909B3A}"/>
          </ac:spMkLst>
        </pc:spChg>
        <pc:spChg chg="mod">
          <ac:chgData name="Catherine Ata" userId="4e21e26771b92a65" providerId="LiveId" clId="{7649EDE9-916A-49D2-BE05-25204B6EDBF1}" dt="2024-08-10T19:25:24.795" v="2739" actId="1076"/>
          <ac:spMkLst>
            <pc:docMk/>
            <pc:sldMk cId="4183094101" sldId="293"/>
            <ac:spMk id="12" creationId="{07310B4C-2FFE-037A-F3D5-1AA439EF61A7}"/>
          </ac:spMkLst>
        </pc:spChg>
        <pc:spChg chg="add mod">
          <ac:chgData name="Catherine Ata" userId="4e21e26771b92a65" providerId="LiveId" clId="{7649EDE9-916A-49D2-BE05-25204B6EDBF1}" dt="2024-08-10T19:34:32.674" v="2810" actId="1076"/>
          <ac:spMkLst>
            <pc:docMk/>
            <pc:sldMk cId="4183094101" sldId="293"/>
            <ac:spMk id="14" creationId="{8B366914-7291-6717-0AC1-4BAB270C84AC}"/>
          </ac:spMkLst>
        </pc:spChg>
        <pc:picChg chg="add mod">
          <ac:chgData name="Catherine Ata" userId="4e21e26771b92a65" providerId="LiveId" clId="{7649EDE9-916A-49D2-BE05-25204B6EDBF1}" dt="2024-08-10T19:29:32.931" v="2798" actId="1076"/>
          <ac:picMkLst>
            <pc:docMk/>
            <pc:sldMk cId="4183094101" sldId="293"/>
            <ac:picMk id="5" creationId="{4981B59C-DF2C-38E6-8CAB-3E0C534091E6}"/>
          </ac:picMkLst>
        </pc:picChg>
        <pc:picChg chg="add mod">
          <ac:chgData name="Catherine Ata" userId="4e21e26771b92a65" providerId="LiveId" clId="{7649EDE9-916A-49D2-BE05-25204B6EDBF1}" dt="2024-08-10T19:34:41.548" v="2811" actId="1076"/>
          <ac:picMkLst>
            <pc:docMk/>
            <pc:sldMk cId="4183094101" sldId="293"/>
            <ac:picMk id="8" creationId="{596CD30E-EA7F-CA21-415C-D939AD5E1D23}"/>
          </ac:picMkLst>
        </pc:picChg>
        <pc:cxnChg chg="add del mod">
          <ac:chgData name="Catherine Ata" userId="4e21e26771b92a65" providerId="LiveId" clId="{7649EDE9-916A-49D2-BE05-25204B6EDBF1}" dt="2024-08-10T19:33:23.179" v="2803" actId="478"/>
          <ac:cxnSpMkLst>
            <pc:docMk/>
            <pc:sldMk cId="4183094101" sldId="293"/>
            <ac:cxnSpMk id="10" creationId="{CA0021DC-B126-991A-65A0-7B82B581A5A4}"/>
          </ac:cxnSpMkLst>
        </pc:cxnChg>
      </pc:sldChg>
      <pc:sldChg chg="addSp delSp modSp mod">
        <pc:chgData name="Catherine Ata" userId="4e21e26771b92a65" providerId="LiveId" clId="{7649EDE9-916A-49D2-BE05-25204B6EDBF1}" dt="2024-08-10T20:34:32.094" v="2964" actId="14100"/>
        <pc:sldMkLst>
          <pc:docMk/>
          <pc:sldMk cId="3366650810" sldId="294"/>
        </pc:sldMkLst>
        <pc:spChg chg="mod">
          <ac:chgData name="Catherine Ata" userId="4e21e26771b92a65" providerId="LiveId" clId="{7649EDE9-916A-49D2-BE05-25204B6EDBF1}" dt="2024-08-10T20:14:03.577" v="2815" actId="27636"/>
          <ac:spMkLst>
            <pc:docMk/>
            <pc:sldMk cId="3366650810" sldId="294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20:26:03.162" v="2880" actId="255"/>
          <ac:spMkLst>
            <pc:docMk/>
            <pc:sldMk cId="3366650810" sldId="294"/>
            <ac:spMk id="4" creationId="{AE510471-877D-E8CD-62A0-16E26F909B3A}"/>
          </ac:spMkLst>
        </pc:spChg>
        <pc:spChg chg="add del mod">
          <ac:chgData name="Catherine Ata" userId="4e21e26771b92a65" providerId="LiveId" clId="{7649EDE9-916A-49D2-BE05-25204B6EDBF1}" dt="2024-08-10T20:34:16.324" v="2963" actId="14100"/>
          <ac:spMkLst>
            <pc:docMk/>
            <pc:sldMk cId="3366650810" sldId="294"/>
            <ac:spMk id="5" creationId="{ACFF8F32-C780-4169-2CEA-0A3FACE998FD}"/>
          </ac:spMkLst>
        </pc:spChg>
        <pc:picChg chg="add del mod">
          <ac:chgData name="Catherine Ata" userId="4e21e26771b92a65" providerId="LiveId" clId="{7649EDE9-916A-49D2-BE05-25204B6EDBF1}" dt="2024-08-10T20:23:03.285" v="2871" actId="478"/>
          <ac:picMkLst>
            <pc:docMk/>
            <pc:sldMk cId="3366650810" sldId="294"/>
            <ac:picMk id="6" creationId="{CD9AB592-ABE6-B64E-B2F1-13E991D202FF}"/>
          </ac:picMkLst>
        </pc:picChg>
        <pc:picChg chg="add del mod">
          <ac:chgData name="Catherine Ata" userId="4e21e26771b92a65" providerId="LiveId" clId="{7649EDE9-916A-49D2-BE05-25204B6EDBF1}" dt="2024-08-10T20:23:26.125" v="2875" actId="478"/>
          <ac:picMkLst>
            <pc:docMk/>
            <pc:sldMk cId="3366650810" sldId="294"/>
            <ac:picMk id="9" creationId="{F8263A1E-C65A-1F99-D0BA-6E564E1423FD}"/>
          </ac:picMkLst>
        </pc:picChg>
        <pc:picChg chg="add del">
          <ac:chgData name="Catherine Ata" userId="4e21e26771b92a65" providerId="LiveId" clId="{7649EDE9-916A-49D2-BE05-25204B6EDBF1}" dt="2024-08-10T20:22:58.525" v="2869" actId="22"/>
          <ac:picMkLst>
            <pc:docMk/>
            <pc:sldMk cId="3366650810" sldId="294"/>
            <ac:picMk id="11" creationId="{77FB6A71-3201-A61E-62E4-094E759797B9}"/>
          </ac:picMkLst>
        </pc:picChg>
        <pc:picChg chg="add mod">
          <ac:chgData name="Catherine Ata" userId="4e21e26771b92a65" providerId="LiveId" clId="{7649EDE9-916A-49D2-BE05-25204B6EDBF1}" dt="2024-08-10T20:23:20.901" v="2874" actId="14100"/>
          <ac:picMkLst>
            <pc:docMk/>
            <pc:sldMk cId="3366650810" sldId="294"/>
            <ac:picMk id="13" creationId="{8D2504A3-32D5-9CEE-8464-73221505241A}"/>
          </ac:picMkLst>
        </pc:picChg>
        <pc:picChg chg="add mod">
          <ac:chgData name="Catherine Ata" userId="4e21e26771b92a65" providerId="LiveId" clId="{7649EDE9-916A-49D2-BE05-25204B6EDBF1}" dt="2024-08-10T20:26:15.061" v="2883" actId="14100"/>
          <ac:picMkLst>
            <pc:docMk/>
            <pc:sldMk cId="3366650810" sldId="294"/>
            <ac:picMk id="15" creationId="{6AE8B199-9315-80B4-D924-8B6C26D6D15D}"/>
          </ac:picMkLst>
        </pc:picChg>
        <pc:picChg chg="add mod">
          <ac:chgData name="Catherine Ata" userId="4e21e26771b92a65" providerId="LiveId" clId="{7649EDE9-916A-49D2-BE05-25204B6EDBF1}" dt="2024-08-10T20:34:32.094" v="2964" actId="14100"/>
          <ac:picMkLst>
            <pc:docMk/>
            <pc:sldMk cId="3366650810" sldId="294"/>
            <ac:picMk id="17" creationId="{DAD9CCE8-B54D-5068-A4A6-7B279CE17FEC}"/>
          </ac:picMkLst>
        </pc:picChg>
      </pc:sldChg>
      <pc:sldChg chg="addSp modSp mod">
        <pc:chgData name="Catherine Ata" userId="4e21e26771b92a65" providerId="LiveId" clId="{7649EDE9-916A-49D2-BE05-25204B6EDBF1}" dt="2024-08-10T20:51:24.182" v="3027" actId="14100"/>
        <pc:sldMkLst>
          <pc:docMk/>
          <pc:sldMk cId="3711437500" sldId="295"/>
        </pc:sldMkLst>
        <pc:spChg chg="mod">
          <ac:chgData name="Catherine Ata" userId="4e21e26771b92a65" providerId="LiveId" clId="{7649EDE9-916A-49D2-BE05-25204B6EDBF1}" dt="2024-08-10T20:34:57.056" v="2967" actId="14100"/>
          <ac:spMkLst>
            <pc:docMk/>
            <pc:sldMk cId="3711437500" sldId="295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20:46:49.233" v="2993" actId="21"/>
          <ac:spMkLst>
            <pc:docMk/>
            <pc:sldMk cId="3711437500" sldId="295"/>
            <ac:spMk id="4" creationId="{AE510471-877D-E8CD-62A0-16E26F909B3A}"/>
          </ac:spMkLst>
        </pc:spChg>
        <pc:spChg chg="add mod">
          <ac:chgData name="Catherine Ata" userId="4e21e26771b92a65" providerId="LiveId" clId="{7649EDE9-916A-49D2-BE05-25204B6EDBF1}" dt="2024-08-10T20:51:24.182" v="3027" actId="14100"/>
          <ac:spMkLst>
            <pc:docMk/>
            <pc:sldMk cId="3711437500" sldId="295"/>
            <ac:spMk id="6" creationId="{E5C94227-0034-6803-5A83-9F8AF0366355}"/>
          </ac:spMkLst>
        </pc:spChg>
        <pc:spChg chg="mod">
          <ac:chgData name="Catherine Ata" userId="4e21e26771b92a65" providerId="LiveId" clId="{7649EDE9-916A-49D2-BE05-25204B6EDBF1}" dt="2024-08-10T20:48:53.559" v="3004" actId="1076"/>
          <ac:spMkLst>
            <pc:docMk/>
            <pc:sldMk cId="3711437500" sldId="295"/>
            <ac:spMk id="12" creationId="{07310B4C-2FFE-037A-F3D5-1AA439EF61A7}"/>
          </ac:spMkLst>
        </pc:spChg>
        <pc:picChg chg="add mod">
          <ac:chgData name="Catherine Ata" userId="4e21e26771b92a65" providerId="LiveId" clId="{7649EDE9-916A-49D2-BE05-25204B6EDBF1}" dt="2024-08-10T20:48:46.513" v="3003" actId="1076"/>
          <ac:picMkLst>
            <pc:docMk/>
            <pc:sldMk cId="3711437500" sldId="295"/>
            <ac:picMk id="5" creationId="{D342BBFA-3523-3603-9F32-A68D65B6D622}"/>
          </ac:picMkLst>
        </pc:picChg>
      </pc:sldChg>
      <pc:sldChg chg="addSp modSp mod">
        <pc:chgData name="Catherine Ata" userId="4e21e26771b92a65" providerId="LiveId" clId="{7649EDE9-916A-49D2-BE05-25204B6EDBF1}" dt="2024-08-10T22:12:23.041" v="3287" actId="20577"/>
        <pc:sldMkLst>
          <pc:docMk/>
          <pc:sldMk cId="244083340" sldId="296"/>
        </pc:sldMkLst>
        <pc:spChg chg="mod">
          <ac:chgData name="Catherine Ata" userId="4e21e26771b92a65" providerId="LiveId" clId="{7649EDE9-916A-49D2-BE05-25204B6EDBF1}" dt="2024-08-10T21:43:09.252" v="3182" actId="14100"/>
          <ac:spMkLst>
            <pc:docMk/>
            <pc:sldMk cId="244083340" sldId="296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21:59:03.363" v="3250" actId="20577"/>
          <ac:spMkLst>
            <pc:docMk/>
            <pc:sldMk cId="244083340" sldId="296"/>
            <ac:spMk id="4" creationId="{AE510471-877D-E8CD-62A0-16E26F909B3A}"/>
          </ac:spMkLst>
        </pc:spChg>
        <pc:spChg chg="mod">
          <ac:chgData name="Catherine Ata" userId="4e21e26771b92a65" providerId="LiveId" clId="{7649EDE9-916A-49D2-BE05-25204B6EDBF1}" dt="2024-08-10T22:12:23.041" v="3287" actId="20577"/>
          <ac:spMkLst>
            <pc:docMk/>
            <pc:sldMk cId="244083340" sldId="296"/>
            <ac:spMk id="6" creationId="{B58AB795-24AF-5BDC-AF9F-0B7F7A5FF4FF}"/>
          </ac:spMkLst>
        </pc:spChg>
        <pc:picChg chg="add mod">
          <ac:chgData name="Catherine Ata" userId="4e21e26771b92a65" providerId="LiveId" clId="{7649EDE9-916A-49D2-BE05-25204B6EDBF1}" dt="2024-08-10T21:59:52.751" v="3261" actId="1076"/>
          <ac:picMkLst>
            <pc:docMk/>
            <pc:sldMk cId="244083340" sldId="296"/>
            <ac:picMk id="5" creationId="{B53ECF33-41D7-19B9-7E8B-5CEF8F4D2D63}"/>
          </ac:picMkLst>
        </pc:picChg>
        <pc:picChg chg="add mod">
          <ac:chgData name="Catherine Ata" userId="4e21e26771b92a65" providerId="LiveId" clId="{7649EDE9-916A-49D2-BE05-25204B6EDBF1}" dt="2024-08-10T22:00:04.531" v="3264" actId="14100"/>
          <ac:picMkLst>
            <pc:docMk/>
            <pc:sldMk cId="244083340" sldId="296"/>
            <ac:picMk id="9" creationId="{FA42627C-AC80-D8E9-D070-ADA7AE49C635}"/>
          </ac:picMkLst>
        </pc:picChg>
        <pc:picChg chg="add mod">
          <ac:chgData name="Catherine Ata" userId="4e21e26771b92a65" providerId="LiveId" clId="{7649EDE9-916A-49D2-BE05-25204B6EDBF1}" dt="2024-08-10T22:00:16.636" v="3267" actId="14100"/>
          <ac:picMkLst>
            <pc:docMk/>
            <pc:sldMk cId="244083340" sldId="296"/>
            <ac:picMk id="11" creationId="{834BE0DD-FEFF-8C25-48A2-4AAB4A56DF68}"/>
          </ac:picMkLst>
        </pc:picChg>
      </pc:sldChg>
      <pc:sldChg chg="addSp modSp mod">
        <pc:chgData name="Catherine Ata" userId="4e21e26771b92a65" providerId="LiveId" clId="{7649EDE9-916A-49D2-BE05-25204B6EDBF1}" dt="2024-08-10T22:53:54.405" v="3627" actId="15"/>
        <pc:sldMkLst>
          <pc:docMk/>
          <pc:sldMk cId="1972997762" sldId="297"/>
        </pc:sldMkLst>
        <pc:spChg chg="mod">
          <ac:chgData name="Catherine Ata" userId="4e21e26771b92a65" providerId="LiveId" clId="{7649EDE9-916A-49D2-BE05-25204B6EDBF1}" dt="2024-08-10T22:49:30.576" v="3560" actId="14100"/>
          <ac:spMkLst>
            <pc:docMk/>
            <pc:sldMk cId="1972997762" sldId="297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22:53:54.405" v="3627" actId="15"/>
          <ac:spMkLst>
            <pc:docMk/>
            <pc:sldMk cId="1972997762" sldId="297"/>
            <ac:spMk id="4" creationId="{AE510471-877D-E8CD-62A0-16E26F909B3A}"/>
          </ac:spMkLst>
        </pc:spChg>
        <pc:picChg chg="add mod">
          <ac:chgData name="Catherine Ata" userId="4e21e26771b92a65" providerId="LiveId" clId="{7649EDE9-916A-49D2-BE05-25204B6EDBF1}" dt="2024-08-10T22:53:35.543" v="3609" actId="1076"/>
          <ac:picMkLst>
            <pc:docMk/>
            <pc:sldMk cId="1972997762" sldId="297"/>
            <ac:picMk id="5" creationId="{1D4AB369-9F5B-7707-6AB1-BE489A52AC96}"/>
          </ac:picMkLst>
        </pc:picChg>
        <pc:picChg chg="add mod">
          <ac:chgData name="Catherine Ata" userId="4e21e26771b92a65" providerId="LiveId" clId="{7649EDE9-916A-49D2-BE05-25204B6EDBF1}" dt="2024-08-10T22:53:25.101" v="3607" actId="1076"/>
          <ac:picMkLst>
            <pc:docMk/>
            <pc:sldMk cId="1972997762" sldId="297"/>
            <ac:picMk id="8" creationId="{B83DA993-2D88-C0BD-25CF-414C26D6455C}"/>
          </ac:picMkLst>
        </pc:picChg>
      </pc:sldChg>
      <pc:sldChg chg="addSp delSp modSp mod">
        <pc:chgData name="Catherine Ata" userId="4e21e26771b92a65" providerId="LiveId" clId="{7649EDE9-916A-49D2-BE05-25204B6EDBF1}" dt="2024-08-10T23:04:49.675" v="3742" actId="1076"/>
        <pc:sldMkLst>
          <pc:docMk/>
          <pc:sldMk cId="1678274442" sldId="298"/>
        </pc:sldMkLst>
        <pc:spChg chg="mod">
          <ac:chgData name="Catherine Ata" userId="4e21e26771b92a65" providerId="LiveId" clId="{7649EDE9-916A-49D2-BE05-25204B6EDBF1}" dt="2024-08-10T22:54:18.081" v="3629" actId="14100"/>
          <ac:spMkLst>
            <pc:docMk/>
            <pc:sldMk cId="1678274442" sldId="298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23:04:43.104" v="3740" actId="255"/>
          <ac:spMkLst>
            <pc:docMk/>
            <pc:sldMk cId="1678274442" sldId="298"/>
            <ac:spMk id="4" creationId="{AE510471-877D-E8CD-62A0-16E26F909B3A}"/>
          </ac:spMkLst>
        </pc:spChg>
        <pc:picChg chg="add del mod">
          <ac:chgData name="Catherine Ata" userId="4e21e26771b92a65" providerId="LiveId" clId="{7649EDE9-916A-49D2-BE05-25204B6EDBF1}" dt="2024-08-10T23:01:46.269" v="3727" actId="22"/>
          <ac:picMkLst>
            <pc:docMk/>
            <pc:sldMk cId="1678274442" sldId="298"/>
            <ac:picMk id="5" creationId="{51C5C884-A783-077B-B629-003046DADFFE}"/>
          </ac:picMkLst>
        </pc:picChg>
        <pc:picChg chg="mod">
          <ac:chgData name="Catherine Ata" userId="4e21e26771b92a65" providerId="LiveId" clId="{7649EDE9-916A-49D2-BE05-25204B6EDBF1}" dt="2024-08-10T23:04:47.601" v="3741" actId="1076"/>
          <ac:picMkLst>
            <pc:docMk/>
            <pc:sldMk cId="1678274442" sldId="298"/>
            <ac:picMk id="8" creationId="{FCDF50E5-D242-4A71-72D5-3C2BE227D319}"/>
          </ac:picMkLst>
        </pc:picChg>
        <pc:picChg chg="add mod">
          <ac:chgData name="Catherine Ata" userId="4e21e26771b92a65" providerId="LiveId" clId="{7649EDE9-916A-49D2-BE05-25204B6EDBF1}" dt="2024-08-10T23:04:49.675" v="3742" actId="1076"/>
          <ac:picMkLst>
            <pc:docMk/>
            <pc:sldMk cId="1678274442" sldId="298"/>
            <ac:picMk id="9" creationId="{4E5184C9-C56A-E6C5-6419-C3693DD5DD71}"/>
          </ac:picMkLst>
        </pc:picChg>
      </pc:sldChg>
      <pc:sldChg chg="addSp modSp mod">
        <pc:chgData name="Catherine Ata" userId="4e21e26771b92a65" providerId="LiveId" clId="{7649EDE9-916A-49D2-BE05-25204B6EDBF1}" dt="2024-08-10T23:14:23.497" v="3903" actId="1076"/>
        <pc:sldMkLst>
          <pc:docMk/>
          <pc:sldMk cId="2413278030" sldId="299"/>
        </pc:sldMkLst>
        <pc:spChg chg="mod">
          <ac:chgData name="Catherine Ata" userId="4e21e26771b92a65" providerId="LiveId" clId="{7649EDE9-916A-49D2-BE05-25204B6EDBF1}" dt="2024-08-10T20:57:33.440" v="3080" actId="14100"/>
          <ac:spMkLst>
            <pc:docMk/>
            <pc:sldMk cId="2413278030" sldId="299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23:14:10.800" v="3900" actId="14100"/>
          <ac:spMkLst>
            <pc:docMk/>
            <pc:sldMk cId="2413278030" sldId="299"/>
            <ac:spMk id="4" creationId="{AE510471-877D-E8CD-62A0-16E26F909B3A}"/>
          </ac:spMkLst>
        </pc:spChg>
        <pc:picChg chg="add mod">
          <ac:chgData name="Catherine Ata" userId="4e21e26771b92a65" providerId="LiveId" clId="{7649EDE9-916A-49D2-BE05-25204B6EDBF1}" dt="2024-08-10T23:14:23.497" v="3903" actId="1076"/>
          <ac:picMkLst>
            <pc:docMk/>
            <pc:sldMk cId="2413278030" sldId="299"/>
            <ac:picMk id="5" creationId="{C9C9A401-0388-48BD-8E38-A38ABD146442}"/>
          </ac:picMkLst>
        </pc:picChg>
        <pc:picChg chg="add mod">
          <ac:chgData name="Catherine Ata" userId="4e21e26771b92a65" providerId="LiveId" clId="{7649EDE9-916A-49D2-BE05-25204B6EDBF1}" dt="2024-08-10T23:14:13.337" v="3901" actId="1076"/>
          <ac:picMkLst>
            <pc:docMk/>
            <pc:sldMk cId="2413278030" sldId="299"/>
            <ac:picMk id="8" creationId="{A64EC64D-6987-C875-B1FC-3ACFFB35D288}"/>
          </ac:picMkLst>
        </pc:picChg>
        <pc:picChg chg="add mod">
          <ac:chgData name="Catherine Ata" userId="4e21e26771b92a65" providerId="LiveId" clId="{7649EDE9-916A-49D2-BE05-25204B6EDBF1}" dt="2024-08-10T23:14:15.955" v="3902" actId="1076"/>
          <ac:picMkLst>
            <pc:docMk/>
            <pc:sldMk cId="2413278030" sldId="299"/>
            <ac:picMk id="10" creationId="{EFE03EA1-1E5E-8691-D0B7-3DC92118AF44}"/>
          </ac:picMkLst>
        </pc:picChg>
      </pc:sldChg>
      <pc:sldChg chg="addSp modSp mod">
        <pc:chgData name="Catherine Ata" userId="4e21e26771b92a65" providerId="LiveId" clId="{7649EDE9-916A-49D2-BE05-25204B6EDBF1}" dt="2024-08-10T23:29:49.443" v="3969" actId="20577"/>
        <pc:sldMkLst>
          <pc:docMk/>
          <pc:sldMk cId="3534905347" sldId="300"/>
        </pc:sldMkLst>
        <pc:spChg chg="mod">
          <ac:chgData name="Catherine Ata" userId="4e21e26771b92a65" providerId="LiveId" clId="{7649EDE9-916A-49D2-BE05-25204B6EDBF1}" dt="2024-08-10T23:29:15.532" v="3960" actId="14100"/>
          <ac:spMkLst>
            <pc:docMk/>
            <pc:sldMk cId="3534905347" sldId="300"/>
            <ac:spMk id="2" creationId="{015A9661-FF9D-69C5-F671-F0E425108EDF}"/>
          </ac:spMkLst>
        </pc:spChg>
        <pc:spChg chg="mod">
          <ac:chgData name="Catherine Ata" userId="4e21e26771b92a65" providerId="LiveId" clId="{7649EDE9-916A-49D2-BE05-25204B6EDBF1}" dt="2024-08-10T23:29:49.443" v="3969" actId="20577"/>
          <ac:spMkLst>
            <pc:docMk/>
            <pc:sldMk cId="3534905347" sldId="300"/>
            <ac:spMk id="4" creationId="{84575A5B-3415-C498-5584-CD2C8D2E36A6}"/>
          </ac:spMkLst>
        </pc:spChg>
        <pc:picChg chg="add mod">
          <ac:chgData name="Catherine Ata" userId="4e21e26771b92a65" providerId="LiveId" clId="{7649EDE9-916A-49D2-BE05-25204B6EDBF1}" dt="2024-08-10T23:29:12.315" v="3959" actId="1076"/>
          <ac:picMkLst>
            <pc:docMk/>
            <pc:sldMk cId="3534905347" sldId="300"/>
            <ac:picMk id="6" creationId="{D4A6D484-1008-DF40-C671-02BFC2CBF7B1}"/>
          </ac:picMkLst>
        </pc:picChg>
        <pc:picChg chg="add mod">
          <ac:chgData name="Catherine Ata" userId="4e21e26771b92a65" providerId="LiveId" clId="{7649EDE9-916A-49D2-BE05-25204B6EDBF1}" dt="2024-08-10T23:28:58.693" v="3958" actId="1076"/>
          <ac:picMkLst>
            <pc:docMk/>
            <pc:sldMk cId="3534905347" sldId="300"/>
            <ac:picMk id="8" creationId="{E1C04174-0DB8-785A-C995-A5BB16DED403}"/>
          </ac:picMkLst>
        </pc:picChg>
        <pc:picChg chg="add mod">
          <ac:chgData name="Catherine Ata" userId="4e21e26771b92a65" providerId="LiveId" clId="{7649EDE9-916A-49D2-BE05-25204B6EDBF1}" dt="2024-08-10T23:27:42.426" v="3948" actId="1076"/>
          <ac:picMkLst>
            <pc:docMk/>
            <pc:sldMk cId="3534905347" sldId="300"/>
            <ac:picMk id="10" creationId="{9C0B3516-E9BC-D4B2-2948-DEA2B7B7A1B8}"/>
          </ac:picMkLst>
        </pc:picChg>
      </pc:sldChg>
      <pc:sldChg chg="addSp delSp modSp mod">
        <pc:chgData name="Catherine Ata" userId="4e21e26771b92a65" providerId="LiveId" clId="{7649EDE9-916A-49D2-BE05-25204B6EDBF1}" dt="2024-08-11T00:38:25.981" v="4154" actId="20577"/>
        <pc:sldMkLst>
          <pc:docMk/>
          <pc:sldMk cId="484188329" sldId="301"/>
        </pc:sldMkLst>
        <pc:spChg chg="mod">
          <ac:chgData name="Catherine Ata" userId="4e21e26771b92a65" providerId="LiveId" clId="{7649EDE9-916A-49D2-BE05-25204B6EDBF1}" dt="2024-08-10T23:30:11.844" v="3970" actId="14100"/>
          <ac:spMkLst>
            <pc:docMk/>
            <pc:sldMk cId="484188329" sldId="301"/>
            <ac:spMk id="2" creationId="{015A9661-FF9D-69C5-F671-F0E425108EDF}"/>
          </ac:spMkLst>
        </pc:spChg>
        <pc:spChg chg="mod">
          <ac:chgData name="Catherine Ata" userId="4e21e26771b92a65" providerId="LiveId" clId="{7649EDE9-916A-49D2-BE05-25204B6EDBF1}" dt="2024-08-11T00:38:25.981" v="4154" actId="20577"/>
          <ac:spMkLst>
            <pc:docMk/>
            <pc:sldMk cId="484188329" sldId="301"/>
            <ac:spMk id="4" creationId="{84575A5B-3415-C498-5584-CD2C8D2E36A6}"/>
          </ac:spMkLst>
        </pc:spChg>
        <pc:spChg chg="del mod">
          <ac:chgData name="Catherine Ata" userId="4e21e26771b92a65" providerId="LiveId" clId="{7649EDE9-916A-49D2-BE05-25204B6EDBF1}" dt="2024-08-11T00:18:16.497" v="4120" actId="478"/>
          <ac:spMkLst>
            <pc:docMk/>
            <pc:sldMk cId="484188329" sldId="301"/>
            <ac:spMk id="15" creationId="{C25E63B2-96FF-34BD-4F5F-A026CB602C38}"/>
          </ac:spMkLst>
        </pc:spChg>
        <pc:picChg chg="add mod">
          <ac:chgData name="Catherine Ata" userId="4e21e26771b92a65" providerId="LiveId" clId="{7649EDE9-916A-49D2-BE05-25204B6EDBF1}" dt="2024-08-11T00:18:46.325" v="4126" actId="1076"/>
          <ac:picMkLst>
            <pc:docMk/>
            <pc:sldMk cId="484188329" sldId="301"/>
            <ac:picMk id="6" creationId="{5F63A883-3770-3E3D-8902-9E16D5404154}"/>
          </ac:picMkLst>
        </pc:picChg>
      </pc:sldChg>
      <pc:sldChg chg="addSp modSp mod">
        <pc:chgData name="Catherine Ata" userId="4e21e26771b92a65" providerId="LiveId" clId="{7649EDE9-916A-49D2-BE05-25204B6EDBF1}" dt="2024-08-11T00:46:06.948" v="4207" actId="1076"/>
        <pc:sldMkLst>
          <pc:docMk/>
          <pc:sldMk cId="2847412140" sldId="302"/>
        </pc:sldMkLst>
        <pc:spChg chg="mod">
          <ac:chgData name="Catherine Ata" userId="4e21e26771b92a65" providerId="LiveId" clId="{7649EDE9-916A-49D2-BE05-25204B6EDBF1}" dt="2024-08-11T00:41:43.412" v="4203" actId="27636"/>
          <ac:spMkLst>
            <pc:docMk/>
            <pc:sldMk cId="2847412140" sldId="302"/>
            <ac:spMk id="2" creationId="{015A9661-FF9D-69C5-F671-F0E425108EDF}"/>
          </ac:spMkLst>
        </pc:spChg>
        <pc:spChg chg="mod">
          <ac:chgData name="Catherine Ata" userId="4e21e26771b92a65" providerId="LiveId" clId="{7649EDE9-916A-49D2-BE05-25204B6EDBF1}" dt="2024-08-11T00:41:21.185" v="4199" actId="6549"/>
          <ac:spMkLst>
            <pc:docMk/>
            <pc:sldMk cId="2847412140" sldId="302"/>
            <ac:spMk id="4" creationId="{84575A5B-3415-C498-5584-CD2C8D2E36A6}"/>
          </ac:spMkLst>
        </pc:spChg>
        <pc:spChg chg="mod">
          <ac:chgData name="Catherine Ata" userId="4e21e26771b92a65" providerId="LiveId" clId="{7649EDE9-916A-49D2-BE05-25204B6EDBF1}" dt="2024-08-11T00:46:00.245" v="4205" actId="6549"/>
          <ac:spMkLst>
            <pc:docMk/>
            <pc:sldMk cId="2847412140" sldId="302"/>
            <ac:spMk id="6" creationId="{09934015-68CC-A65D-5BC4-611772DF0517}"/>
          </ac:spMkLst>
        </pc:spChg>
        <pc:picChg chg="add mod">
          <ac:chgData name="Catherine Ata" userId="4e21e26771b92a65" providerId="LiveId" clId="{7649EDE9-916A-49D2-BE05-25204B6EDBF1}" dt="2024-08-11T00:41:24.308" v="4201" actId="1076"/>
          <ac:picMkLst>
            <pc:docMk/>
            <pc:sldMk cId="2847412140" sldId="302"/>
            <ac:picMk id="7" creationId="{3959BEE7-D378-DAE0-9E5B-E7E5BFE77663}"/>
          </ac:picMkLst>
        </pc:picChg>
        <pc:picChg chg="add mod">
          <ac:chgData name="Catherine Ata" userId="4e21e26771b92a65" providerId="LiveId" clId="{7649EDE9-916A-49D2-BE05-25204B6EDBF1}" dt="2024-08-11T00:46:06.948" v="4207" actId="1076"/>
          <ac:picMkLst>
            <pc:docMk/>
            <pc:sldMk cId="2847412140" sldId="302"/>
            <ac:picMk id="9" creationId="{E1B1E685-375E-9368-AB51-0055B019A6EC}"/>
          </ac:picMkLst>
        </pc:picChg>
      </pc:sldChg>
      <pc:sldChg chg="addSp modSp mod">
        <pc:chgData name="Catherine Ata" userId="4e21e26771b92a65" providerId="LiveId" clId="{7649EDE9-916A-49D2-BE05-25204B6EDBF1}" dt="2024-08-11T00:50:49.782" v="4233" actId="15"/>
        <pc:sldMkLst>
          <pc:docMk/>
          <pc:sldMk cId="870346740" sldId="303"/>
        </pc:sldMkLst>
        <pc:spChg chg="mod">
          <ac:chgData name="Catherine Ata" userId="4e21e26771b92a65" providerId="LiveId" clId="{7649EDE9-916A-49D2-BE05-25204B6EDBF1}" dt="2024-08-11T00:46:41.085" v="4210" actId="1076"/>
          <ac:spMkLst>
            <pc:docMk/>
            <pc:sldMk cId="870346740" sldId="303"/>
            <ac:spMk id="2" creationId="{015A9661-FF9D-69C5-F671-F0E425108EDF}"/>
          </ac:spMkLst>
        </pc:spChg>
        <pc:spChg chg="mod">
          <ac:chgData name="Catherine Ata" userId="4e21e26771b92a65" providerId="LiveId" clId="{7649EDE9-916A-49D2-BE05-25204B6EDBF1}" dt="2024-08-11T00:50:49.782" v="4233" actId="15"/>
          <ac:spMkLst>
            <pc:docMk/>
            <pc:sldMk cId="870346740" sldId="303"/>
            <ac:spMk id="4" creationId="{84575A5B-3415-C498-5584-CD2C8D2E36A6}"/>
          </ac:spMkLst>
        </pc:spChg>
        <pc:picChg chg="add mod">
          <ac:chgData name="Catherine Ata" userId="4e21e26771b92a65" providerId="LiveId" clId="{7649EDE9-916A-49D2-BE05-25204B6EDBF1}" dt="2024-08-11T00:50:37.830" v="4227" actId="1076"/>
          <ac:picMkLst>
            <pc:docMk/>
            <pc:sldMk cId="870346740" sldId="303"/>
            <ac:picMk id="6" creationId="{9AE0177D-D12F-8BB9-DE9B-D6E6E4AF1E88}"/>
          </ac:picMkLst>
        </pc:picChg>
      </pc:sldChg>
      <pc:sldChg chg="addSp modSp mod">
        <pc:chgData name="Catherine Ata" userId="4e21e26771b92a65" providerId="LiveId" clId="{7649EDE9-916A-49D2-BE05-25204B6EDBF1}" dt="2024-08-14T20:08:01.945" v="4792" actId="1076"/>
        <pc:sldMkLst>
          <pc:docMk/>
          <pc:sldMk cId="1523189234" sldId="304"/>
        </pc:sldMkLst>
        <pc:spChg chg="mod">
          <ac:chgData name="Catherine Ata" userId="4e21e26771b92a65" providerId="LiveId" clId="{7649EDE9-916A-49D2-BE05-25204B6EDBF1}" dt="2024-08-11T00:51:14.006" v="4236" actId="1076"/>
          <ac:spMkLst>
            <pc:docMk/>
            <pc:sldMk cId="1523189234" sldId="304"/>
            <ac:spMk id="2" creationId="{015A9661-FF9D-69C5-F671-F0E425108EDF}"/>
          </ac:spMkLst>
        </pc:spChg>
        <pc:spChg chg="mod">
          <ac:chgData name="Catherine Ata" userId="4e21e26771b92a65" providerId="LiveId" clId="{7649EDE9-916A-49D2-BE05-25204B6EDBF1}" dt="2024-08-11T01:04:12.767" v="4263" actId="6549"/>
          <ac:spMkLst>
            <pc:docMk/>
            <pc:sldMk cId="1523189234" sldId="304"/>
            <ac:spMk id="4" creationId="{84575A5B-3415-C498-5584-CD2C8D2E36A6}"/>
          </ac:spMkLst>
        </pc:spChg>
        <pc:picChg chg="add mod ord">
          <ac:chgData name="Catherine Ata" userId="4e21e26771b92a65" providerId="LiveId" clId="{7649EDE9-916A-49D2-BE05-25204B6EDBF1}" dt="2024-08-14T20:07:48.656" v="4788" actId="1076"/>
          <ac:picMkLst>
            <pc:docMk/>
            <pc:sldMk cId="1523189234" sldId="304"/>
            <ac:picMk id="6" creationId="{50BD74D4-41C6-A919-81DB-E4116B29CDC8}"/>
          </ac:picMkLst>
        </pc:picChg>
        <pc:picChg chg="add mod ord">
          <ac:chgData name="Catherine Ata" userId="4e21e26771b92a65" providerId="LiveId" clId="{7649EDE9-916A-49D2-BE05-25204B6EDBF1}" dt="2024-08-14T20:07:57.232" v="4791" actId="1076"/>
          <ac:picMkLst>
            <pc:docMk/>
            <pc:sldMk cId="1523189234" sldId="304"/>
            <ac:picMk id="8" creationId="{86B22F3B-4CF7-1802-115D-5D0C11AAD0C0}"/>
          </ac:picMkLst>
        </pc:picChg>
        <pc:picChg chg="add mod">
          <ac:chgData name="Catherine Ata" userId="4e21e26771b92a65" providerId="LiveId" clId="{7649EDE9-916A-49D2-BE05-25204B6EDBF1}" dt="2024-08-14T20:08:01.945" v="4792" actId="1076"/>
          <ac:picMkLst>
            <pc:docMk/>
            <pc:sldMk cId="1523189234" sldId="304"/>
            <ac:picMk id="10" creationId="{AF037AAF-0E11-5B09-DD77-CFCDD0330354}"/>
          </ac:picMkLst>
        </pc:picChg>
      </pc:sldChg>
      <pc:sldChg chg="addSp modSp mod">
        <pc:chgData name="Catherine Ata" userId="4e21e26771b92a65" providerId="LiveId" clId="{7649EDE9-916A-49D2-BE05-25204B6EDBF1}" dt="2024-08-11T01:16:18.912" v="4301" actId="14100"/>
        <pc:sldMkLst>
          <pc:docMk/>
          <pc:sldMk cId="1726961486" sldId="305"/>
        </pc:sldMkLst>
        <pc:spChg chg="mod">
          <ac:chgData name="Catherine Ata" userId="4e21e26771b92a65" providerId="LiveId" clId="{7649EDE9-916A-49D2-BE05-25204B6EDBF1}" dt="2024-08-11T01:16:18.912" v="4301" actId="14100"/>
          <ac:spMkLst>
            <pc:docMk/>
            <pc:sldMk cId="1726961486" sldId="305"/>
            <ac:spMk id="4" creationId="{84575A5B-3415-C498-5584-CD2C8D2E36A6}"/>
          </ac:spMkLst>
        </pc:spChg>
        <pc:spChg chg="mod">
          <ac:chgData name="Catherine Ata" userId="4e21e26771b92a65" providerId="LiveId" clId="{7649EDE9-916A-49D2-BE05-25204B6EDBF1}" dt="2024-08-11T01:16:03.966" v="4298" actId="6549"/>
          <ac:spMkLst>
            <pc:docMk/>
            <pc:sldMk cId="1726961486" sldId="305"/>
            <ac:spMk id="6" creationId="{09934015-68CC-A65D-5BC4-611772DF0517}"/>
          </ac:spMkLst>
        </pc:spChg>
        <pc:picChg chg="add mod">
          <ac:chgData name="Catherine Ata" userId="4e21e26771b92a65" providerId="LiveId" clId="{7649EDE9-916A-49D2-BE05-25204B6EDBF1}" dt="2024-08-11T01:16:09.650" v="4299" actId="1076"/>
          <ac:picMkLst>
            <pc:docMk/>
            <pc:sldMk cId="1726961486" sldId="305"/>
            <ac:picMk id="7" creationId="{9D187888-D9A8-6CF0-FBA1-E6354EC9826F}"/>
          </ac:picMkLst>
        </pc:picChg>
      </pc:sldChg>
      <pc:sldChg chg="addSp modSp mod">
        <pc:chgData name="Catherine Ata" userId="4e21e26771b92a65" providerId="LiveId" clId="{7649EDE9-916A-49D2-BE05-25204B6EDBF1}" dt="2024-08-11T01:39:57.636" v="4663" actId="255"/>
        <pc:sldMkLst>
          <pc:docMk/>
          <pc:sldMk cId="3811009461" sldId="306"/>
        </pc:sldMkLst>
        <pc:spChg chg="mod">
          <ac:chgData name="Catherine Ata" userId="4e21e26771b92a65" providerId="LiveId" clId="{7649EDE9-916A-49D2-BE05-25204B6EDBF1}" dt="2024-08-11T01:27:50.254" v="4521" actId="113"/>
          <ac:spMkLst>
            <pc:docMk/>
            <pc:sldMk cId="3811009461" sldId="306"/>
            <ac:spMk id="4" creationId="{84575A5B-3415-C498-5584-CD2C8D2E36A6}"/>
          </ac:spMkLst>
        </pc:spChg>
        <pc:spChg chg="mod">
          <ac:chgData name="Catherine Ata" userId="4e21e26771b92a65" providerId="LiveId" clId="{7649EDE9-916A-49D2-BE05-25204B6EDBF1}" dt="2024-08-11T01:39:57.636" v="4663" actId="255"/>
          <ac:spMkLst>
            <pc:docMk/>
            <pc:sldMk cId="3811009461" sldId="306"/>
            <ac:spMk id="6" creationId="{09934015-68CC-A65D-5BC4-611772DF0517}"/>
          </ac:spMkLst>
        </pc:spChg>
        <pc:picChg chg="add mod">
          <ac:chgData name="Catherine Ata" userId="4e21e26771b92a65" providerId="LiveId" clId="{7649EDE9-916A-49D2-BE05-25204B6EDBF1}" dt="2024-08-11T01:32:01.343" v="4537" actId="14100"/>
          <ac:picMkLst>
            <pc:docMk/>
            <pc:sldMk cId="3811009461" sldId="306"/>
            <ac:picMk id="7" creationId="{100889C8-E6DC-B845-959E-59582080DC41}"/>
          </ac:picMkLst>
        </pc:picChg>
      </pc:sldChg>
      <pc:sldChg chg="addSp delSp modSp mod">
        <pc:chgData name="Catherine Ata" userId="4e21e26771b92a65" providerId="LiveId" clId="{7649EDE9-916A-49D2-BE05-25204B6EDBF1}" dt="2024-08-11T01:43:50.326" v="4779" actId="14100"/>
        <pc:sldMkLst>
          <pc:docMk/>
          <pc:sldMk cId="3006017956" sldId="307"/>
        </pc:sldMkLst>
        <pc:spChg chg="mod">
          <ac:chgData name="Catherine Ata" userId="4e21e26771b92a65" providerId="LiveId" clId="{7649EDE9-916A-49D2-BE05-25204B6EDBF1}" dt="2024-08-11T01:43:50.326" v="4779" actId="14100"/>
          <ac:spMkLst>
            <pc:docMk/>
            <pc:sldMk cId="3006017956" sldId="307"/>
            <ac:spMk id="4" creationId="{84575A5B-3415-C498-5584-CD2C8D2E36A6}"/>
          </ac:spMkLst>
        </pc:spChg>
        <pc:spChg chg="del mod">
          <ac:chgData name="Catherine Ata" userId="4e21e26771b92a65" providerId="LiveId" clId="{7649EDE9-916A-49D2-BE05-25204B6EDBF1}" dt="2024-08-11T01:43:27.674" v="4771" actId="478"/>
          <ac:spMkLst>
            <pc:docMk/>
            <pc:sldMk cId="3006017956" sldId="307"/>
            <ac:spMk id="6" creationId="{09934015-68CC-A65D-5BC4-611772DF0517}"/>
          </ac:spMkLst>
        </pc:spChg>
        <pc:spChg chg="add del mod">
          <ac:chgData name="Catherine Ata" userId="4e21e26771b92a65" providerId="LiveId" clId="{7649EDE9-916A-49D2-BE05-25204B6EDBF1}" dt="2024-08-11T01:43:38.881" v="4778" actId="478"/>
          <ac:spMkLst>
            <pc:docMk/>
            <pc:sldMk cId="3006017956" sldId="307"/>
            <ac:spMk id="7" creationId="{6FEAE701-ADB7-F00A-9B0A-AA11D61E885C}"/>
          </ac:spMkLst>
        </pc:spChg>
      </pc:sldChg>
      <pc:sldChg chg="modSp mod">
        <pc:chgData name="Catherine Ata" userId="4e21e26771b92a65" providerId="LiveId" clId="{7649EDE9-916A-49D2-BE05-25204B6EDBF1}" dt="2024-08-07T21:18:45.106" v="119" actId="14100"/>
        <pc:sldMkLst>
          <pc:docMk/>
          <pc:sldMk cId="349740764" sldId="308"/>
        </pc:sldMkLst>
        <pc:spChg chg="mod">
          <ac:chgData name="Catherine Ata" userId="4e21e26771b92a65" providerId="LiveId" clId="{7649EDE9-916A-49D2-BE05-25204B6EDBF1}" dt="2024-08-07T21:13:52.732" v="14" actId="14100"/>
          <ac:spMkLst>
            <pc:docMk/>
            <pc:sldMk cId="349740764" sldId="308"/>
            <ac:spMk id="2" creationId="{FA0C35CC-F0EF-AED8-D2AE-3F8520947628}"/>
          </ac:spMkLst>
        </pc:spChg>
        <pc:spChg chg="mod">
          <ac:chgData name="Catherine Ata" userId="4e21e26771b92a65" providerId="LiveId" clId="{7649EDE9-916A-49D2-BE05-25204B6EDBF1}" dt="2024-08-07T21:18:45.106" v="119" actId="14100"/>
          <ac:spMkLst>
            <pc:docMk/>
            <pc:sldMk cId="349740764" sldId="308"/>
            <ac:spMk id="3" creationId="{B65FEB2A-9723-77BC-B7D8-112D3C437235}"/>
          </ac:spMkLst>
        </pc:spChg>
        <pc:spChg chg="mod">
          <ac:chgData name="Catherine Ata" userId="4e21e26771b92a65" providerId="LiveId" clId="{7649EDE9-916A-49D2-BE05-25204B6EDBF1}" dt="2024-08-07T21:17:52.063" v="104" actId="20577"/>
          <ac:spMkLst>
            <pc:docMk/>
            <pc:sldMk cId="349740764" sldId="308"/>
            <ac:spMk id="6" creationId="{4A98FA0A-539A-FCEF-B72F-C63A2F3EBCD7}"/>
          </ac:spMkLst>
        </pc:spChg>
      </pc:sldChg>
      <pc:sldChg chg="del">
        <pc:chgData name="Catherine Ata" userId="4e21e26771b92a65" providerId="LiveId" clId="{7649EDE9-916A-49D2-BE05-25204B6EDBF1}" dt="2024-08-07T21:18:52.764" v="120" actId="2696"/>
        <pc:sldMkLst>
          <pc:docMk/>
          <pc:sldMk cId="1242032878" sldId="309"/>
        </pc:sldMkLst>
      </pc:sldChg>
      <pc:sldChg chg="addSp modSp mod">
        <pc:chgData name="Catherine Ata" userId="4e21e26771b92a65" providerId="LiveId" clId="{7649EDE9-916A-49D2-BE05-25204B6EDBF1}" dt="2024-08-10T16:54:14.358" v="1308" actId="1076"/>
        <pc:sldMkLst>
          <pc:docMk/>
          <pc:sldMk cId="3698666082" sldId="309"/>
        </pc:sldMkLst>
        <pc:spChg chg="mod">
          <ac:chgData name="Catherine Ata" userId="4e21e26771b92a65" providerId="LiveId" clId="{7649EDE9-916A-49D2-BE05-25204B6EDBF1}" dt="2024-08-10T16:40:23.473" v="1127" actId="20577"/>
          <ac:spMkLst>
            <pc:docMk/>
            <pc:sldMk cId="3698666082" sldId="309"/>
            <ac:spMk id="2" creationId="{D4065369-7529-3EBB-DDFC-7BE7CEFA1D6C}"/>
          </ac:spMkLst>
        </pc:spChg>
        <pc:spChg chg="mod">
          <ac:chgData name="Catherine Ata" userId="4e21e26771b92a65" providerId="LiveId" clId="{7649EDE9-916A-49D2-BE05-25204B6EDBF1}" dt="2024-08-10T16:51:57.312" v="1288" actId="27636"/>
          <ac:spMkLst>
            <pc:docMk/>
            <pc:sldMk cId="3698666082" sldId="309"/>
            <ac:spMk id="3" creationId="{6894B957-7D2F-464C-DB8B-5E3E8F5605E3}"/>
          </ac:spMkLst>
        </pc:spChg>
        <pc:spChg chg="mod">
          <ac:chgData name="Catherine Ata" userId="4e21e26771b92a65" providerId="LiveId" clId="{7649EDE9-916A-49D2-BE05-25204B6EDBF1}" dt="2024-08-10T16:53:49.855" v="1304" actId="20577"/>
          <ac:spMkLst>
            <pc:docMk/>
            <pc:sldMk cId="3698666082" sldId="309"/>
            <ac:spMk id="4" creationId="{008CC66E-255E-8999-4618-8164A7128507}"/>
          </ac:spMkLst>
        </pc:spChg>
        <pc:picChg chg="add mod">
          <ac:chgData name="Catherine Ata" userId="4e21e26771b92a65" providerId="LiveId" clId="{7649EDE9-916A-49D2-BE05-25204B6EDBF1}" dt="2024-08-10T16:54:10.740" v="1307" actId="1076"/>
          <ac:picMkLst>
            <pc:docMk/>
            <pc:sldMk cId="3698666082" sldId="309"/>
            <ac:picMk id="7" creationId="{10A95B01-5657-E210-31BD-E6EA7C780724}"/>
          </ac:picMkLst>
        </pc:picChg>
        <pc:picChg chg="add mod">
          <ac:chgData name="Catherine Ata" userId="4e21e26771b92a65" providerId="LiveId" clId="{7649EDE9-916A-49D2-BE05-25204B6EDBF1}" dt="2024-08-10T16:54:14.358" v="1308" actId="1076"/>
          <ac:picMkLst>
            <pc:docMk/>
            <pc:sldMk cId="3698666082" sldId="309"/>
            <ac:picMk id="9" creationId="{C41B5CC3-0F65-83EC-E7FC-8F4AA0E6975D}"/>
          </ac:picMkLst>
        </pc:picChg>
      </pc:sldChg>
      <pc:sldChg chg="addSp delSp modSp mod ord">
        <pc:chgData name="Catherine Ata" userId="4e21e26771b92a65" providerId="LiveId" clId="{7649EDE9-916A-49D2-BE05-25204B6EDBF1}" dt="2024-08-10T23:07:47.933" v="3822" actId="113"/>
        <pc:sldMkLst>
          <pc:docMk/>
          <pc:sldMk cId="2680745633" sldId="310"/>
        </pc:sldMkLst>
        <pc:spChg chg="mod">
          <ac:chgData name="Catherine Ata" userId="4e21e26771b92a65" providerId="LiveId" clId="{7649EDE9-916A-49D2-BE05-25204B6EDBF1}" dt="2024-08-10T23:07:47.933" v="3822" actId="113"/>
          <ac:spMkLst>
            <pc:docMk/>
            <pc:sldMk cId="2680745633" sldId="310"/>
            <ac:spMk id="2" creationId="{46CAA7C7-1B21-E4DE-A30C-992523F350E2}"/>
          </ac:spMkLst>
        </pc:spChg>
        <pc:spChg chg="add del mod">
          <ac:chgData name="Catherine Ata" userId="4e21e26771b92a65" providerId="LiveId" clId="{7649EDE9-916A-49D2-BE05-25204B6EDBF1}" dt="2024-08-10T23:06:58.462" v="3779" actId="478"/>
          <ac:spMkLst>
            <pc:docMk/>
            <pc:sldMk cId="2680745633" sldId="310"/>
            <ac:spMk id="3" creationId="{683B1F2A-AC5B-35C9-DFB6-BAD5D672B7A9}"/>
          </ac:spMkLst>
        </pc:spChg>
      </pc:sldChg>
      <pc:sldChg chg="modSp mod ord">
        <pc:chgData name="Catherine Ata" userId="4e21e26771b92a65" providerId="LiveId" clId="{7649EDE9-916A-49D2-BE05-25204B6EDBF1}" dt="2024-08-10T20:55:03.444" v="3055"/>
        <pc:sldMkLst>
          <pc:docMk/>
          <pc:sldMk cId="1457248270" sldId="311"/>
        </pc:sldMkLst>
        <pc:spChg chg="mod">
          <ac:chgData name="Catherine Ata" userId="4e21e26771b92a65" providerId="LiveId" clId="{7649EDE9-916A-49D2-BE05-25204B6EDBF1}" dt="2024-08-10T20:54:50.032" v="3053"/>
          <ac:spMkLst>
            <pc:docMk/>
            <pc:sldMk cId="1457248270" sldId="311"/>
            <ac:spMk id="2" creationId="{46CAA7C7-1B21-E4DE-A30C-992523F350E2}"/>
          </ac:spMkLst>
        </pc:spChg>
      </pc:sldChg>
      <pc:sldChg chg="modSp mod">
        <pc:chgData name="Catherine Ata" userId="4e21e26771b92a65" providerId="LiveId" clId="{7649EDE9-916A-49D2-BE05-25204B6EDBF1}" dt="2024-08-10T20:55:44.951" v="3069" actId="20577"/>
        <pc:sldMkLst>
          <pc:docMk/>
          <pc:sldMk cId="808825510" sldId="312"/>
        </pc:sldMkLst>
        <pc:spChg chg="mod">
          <ac:chgData name="Catherine Ata" userId="4e21e26771b92a65" providerId="LiveId" clId="{7649EDE9-916A-49D2-BE05-25204B6EDBF1}" dt="2024-08-10T20:55:44.951" v="3069" actId="20577"/>
          <ac:spMkLst>
            <pc:docMk/>
            <pc:sldMk cId="808825510" sldId="312"/>
            <ac:spMk id="2" creationId="{46CAA7C7-1B21-E4DE-A30C-992523F350E2}"/>
          </ac:spMkLst>
        </pc:spChg>
      </pc:sldChg>
      <pc:sldChg chg="modSp mod">
        <pc:chgData name="Catherine Ata" userId="4e21e26771b92a65" providerId="LiveId" clId="{7649EDE9-916A-49D2-BE05-25204B6EDBF1}" dt="2024-08-10T20:57:03.354" v="3075" actId="20577"/>
        <pc:sldMkLst>
          <pc:docMk/>
          <pc:sldMk cId="3235779991" sldId="313"/>
        </pc:sldMkLst>
        <pc:spChg chg="mod">
          <ac:chgData name="Catherine Ata" userId="4e21e26771b92a65" providerId="LiveId" clId="{7649EDE9-916A-49D2-BE05-25204B6EDBF1}" dt="2024-08-10T20:57:03.354" v="3075" actId="20577"/>
          <ac:spMkLst>
            <pc:docMk/>
            <pc:sldMk cId="3235779991" sldId="313"/>
            <ac:spMk id="2" creationId="{46CAA7C7-1B21-E4DE-A30C-992523F350E2}"/>
          </ac:spMkLst>
        </pc:spChg>
      </pc:sldChg>
      <pc:sldChg chg="addSp delSp modSp mod">
        <pc:chgData name="Catherine Ata" userId="4e21e26771b92a65" providerId="LiveId" clId="{7649EDE9-916A-49D2-BE05-25204B6EDBF1}" dt="2024-08-10T22:37:31.100" v="3471" actId="14100"/>
        <pc:sldMkLst>
          <pc:docMk/>
          <pc:sldMk cId="2376743240" sldId="314"/>
        </pc:sldMkLst>
        <pc:spChg chg="mod">
          <ac:chgData name="Catherine Ata" userId="4e21e26771b92a65" providerId="LiveId" clId="{7649EDE9-916A-49D2-BE05-25204B6EDBF1}" dt="2024-08-10T22:02:00.139" v="3278" actId="20577"/>
          <ac:spMkLst>
            <pc:docMk/>
            <pc:sldMk cId="2376743240" sldId="314"/>
            <ac:spMk id="2" creationId="{8156B364-19B5-5070-704F-AE2745EB0F50}"/>
          </ac:spMkLst>
        </pc:spChg>
        <pc:spChg chg="mod">
          <ac:chgData name="Catherine Ata" userId="4e21e26771b92a65" providerId="LiveId" clId="{7649EDE9-916A-49D2-BE05-25204B6EDBF1}" dt="2024-08-10T22:31:06.951" v="3295" actId="6549"/>
          <ac:spMkLst>
            <pc:docMk/>
            <pc:sldMk cId="2376743240" sldId="314"/>
            <ac:spMk id="4" creationId="{AE510471-877D-E8CD-62A0-16E26F909B3A}"/>
          </ac:spMkLst>
        </pc:spChg>
        <pc:spChg chg="mod">
          <ac:chgData name="Catherine Ata" userId="4e21e26771b92a65" providerId="LiveId" clId="{7649EDE9-916A-49D2-BE05-25204B6EDBF1}" dt="2024-08-10T22:37:14.148" v="3469" actId="20577"/>
          <ac:spMkLst>
            <pc:docMk/>
            <pc:sldMk cId="2376743240" sldId="314"/>
            <ac:spMk id="6" creationId="{B58AB795-24AF-5BDC-AF9F-0B7F7A5FF4FF}"/>
          </ac:spMkLst>
        </pc:spChg>
        <pc:spChg chg="add mod">
          <ac:chgData name="Catherine Ata" userId="4e21e26771b92a65" providerId="LiveId" clId="{7649EDE9-916A-49D2-BE05-25204B6EDBF1}" dt="2024-08-10T22:36:42.320" v="3418" actId="14100"/>
          <ac:spMkLst>
            <pc:docMk/>
            <pc:sldMk cId="2376743240" sldId="314"/>
            <ac:spMk id="15" creationId="{F7C8E41D-E70B-3A5D-9064-8A473CA96FBC}"/>
          </ac:spMkLst>
        </pc:spChg>
        <pc:picChg chg="del">
          <ac:chgData name="Catherine Ata" userId="4e21e26771b92a65" providerId="LiveId" clId="{7649EDE9-916A-49D2-BE05-25204B6EDBF1}" dt="2024-08-10T22:26:02.702" v="3288" actId="478"/>
          <ac:picMkLst>
            <pc:docMk/>
            <pc:sldMk cId="2376743240" sldId="314"/>
            <ac:picMk id="5" creationId="{B53ECF33-41D7-19B9-7E8B-5CEF8F4D2D63}"/>
          </ac:picMkLst>
        </pc:picChg>
        <pc:picChg chg="add mod">
          <ac:chgData name="Catherine Ata" userId="4e21e26771b92a65" providerId="LiveId" clId="{7649EDE9-916A-49D2-BE05-25204B6EDBF1}" dt="2024-08-10T22:37:31.100" v="3471" actId="14100"/>
          <ac:picMkLst>
            <pc:docMk/>
            <pc:sldMk cId="2376743240" sldId="314"/>
            <ac:picMk id="8" creationId="{62BAE1BB-E740-8803-A77E-8B8A2A86462D}"/>
          </ac:picMkLst>
        </pc:picChg>
        <pc:picChg chg="del">
          <ac:chgData name="Catherine Ata" userId="4e21e26771b92a65" providerId="LiveId" clId="{7649EDE9-916A-49D2-BE05-25204B6EDBF1}" dt="2024-08-10T22:26:04.429" v="3289" actId="478"/>
          <ac:picMkLst>
            <pc:docMk/>
            <pc:sldMk cId="2376743240" sldId="314"/>
            <ac:picMk id="9" creationId="{FA42627C-AC80-D8E9-D070-ADA7AE49C635}"/>
          </ac:picMkLst>
        </pc:picChg>
        <pc:picChg chg="del">
          <ac:chgData name="Catherine Ata" userId="4e21e26771b92a65" providerId="LiveId" clId="{7649EDE9-916A-49D2-BE05-25204B6EDBF1}" dt="2024-08-10T22:26:06.718" v="3290" actId="478"/>
          <ac:picMkLst>
            <pc:docMk/>
            <pc:sldMk cId="2376743240" sldId="314"/>
            <ac:picMk id="11" creationId="{834BE0DD-FEFF-8C25-48A2-4AAB4A56DF68}"/>
          </ac:picMkLst>
        </pc:picChg>
        <pc:picChg chg="add mod">
          <ac:chgData name="Catherine Ata" userId="4e21e26771b92a65" providerId="LiveId" clId="{7649EDE9-916A-49D2-BE05-25204B6EDBF1}" dt="2024-08-10T22:36:19.799" v="3415" actId="14100"/>
          <ac:picMkLst>
            <pc:docMk/>
            <pc:sldMk cId="2376743240" sldId="314"/>
            <ac:picMk id="12" creationId="{3BD0A3B3-35FD-9AAF-6C02-A84C2C4A5C95}"/>
          </ac:picMkLst>
        </pc:picChg>
        <pc:picChg chg="add mod">
          <ac:chgData name="Catherine Ata" userId="4e21e26771b92a65" providerId="LiveId" clId="{7649EDE9-916A-49D2-BE05-25204B6EDBF1}" dt="2024-08-10T22:36:15.051" v="3414" actId="14100"/>
          <ac:picMkLst>
            <pc:docMk/>
            <pc:sldMk cId="2376743240" sldId="314"/>
            <ac:picMk id="14" creationId="{AF1864FD-7DF6-D8DC-7E2E-36BF2E98ED85}"/>
          </ac:picMkLst>
        </pc:picChg>
      </pc:sldChg>
      <pc:sldChg chg="addSp delSp modSp mod">
        <pc:chgData name="Catherine Ata" userId="4e21e26771b92a65" providerId="LiveId" clId="{7649EDE9-916A-49D2-BE05-25204B6EDBF1}" dt="2024-08-10T22:48:55.092" v="3558" actId="1076"/>
        <pc:sldMkLst>
          <pc:docMk/>
          <pc:sldMk cId="3301760796" sldId="315"/>
        </pc:sldMkLst>
        <pc:spChg chg="mod">
          <ac:chgData name="Catherine Ata" userId="4e21e26771b92a65" providerId="LiveId" clId="{7649EDE9-916A-49D2-BE05-25204B6EDBF1}" dt="2024-08-10T22:48:27.305" v="3553" actId="20577"/>
          <ac:spMkLst>
            <pc:docMk/>
            <pc:sldMk cId="3301760796" sldId="315"/>
            <ac:spMk id="4" creationId="{AE510471-877D-E8CD-62A0-16E26F909B3A}"/>
          </ac:spMkLst>
        </pc:spChg>
        <pc:spChg chg="add del">
          <ac:chgData name="Catherine Ata" userId="4e21e26771b92a65" providerId="LiveId" clId="{7649EDE9-916A-49D2-BE05-25204B6EDBF1}" dt="2024-08-10T22:39:14.349" v="3478" actId="22"/>
          <ac:spMkLst>
            <pc:docMk/>
            <pc:sldMk cId="3301760796" sldId="315"/>
            <ac:spMk id="5" creationId="{013B3282-115F-9BAC-DA6B-8F0AF141C635}"/>
          </ac:spMkLst>
        </pc:spChg>
        <pc:spChg chg="mod">
          <ac:chgData name="Catherine Ata" userId="4e21e26771b92a65" providerId="LiveId" clId="{7649EDE9-916A-49D2-BE05-25204B6EDBF1}" dt="2024-08-10T22:48:49.944" v="3556" actId="14100"/>
          <ac:spMkLst>
            <pc:docMk/>
            <pc:sldMk cId="3301760796" sldId="315"/>
            <ac:spMk id="6" creationId="{B58AB795-24AF-5BDC-AF9F-0B7F7A5FF4FF}"/>
          </ac:spMkLst>
        </pc:spChg>
        <pc:spChg chg="mod">
          <ac:chgData name="Catherine Ata" userId="4e21e26771b92a65" providerId="LiveId" clId="{7649EDE9-916A-49D2-BE05-25204B6EDBF1}" dt="2024-08-10T22:38:56.620" v="3473" actId="5793"/>
          <ac:spMkLst>
            <pc:docMk/>
            <pc:sldMk cId="3301760796" sldId="315"/>
            <ac:spMk id="15" creationId="{F7C8E41D-E70B-3A5D-9064-8A473CA96FBC}"/>
          </ac:spMkLst>
        </pc:spChg>
        <pc:picChg chg="del mod">
          <ac:chgData name="Catherine Ata" userId="4e21e26771b92a65" providerId="LiveId" clId="{7649EDE9-916A-49D2-BE05-25204B6EDBF1}" dt="2024-08-10T22:47:31.550" v="3515" actId="478"/>
          <ac:picMkLst>
            <pc:docMk/>
            <pc:sldMk cId="3301760796" sldId="315"/>
            <ac:picMk id="8" creationId="{62BAE1BB-E740-8803-A77E-8B8A2A86462D}"/>
          </ac:picMkLst>
        </pc:picChg>
        <pc:picChg chg="add mod">
          <ac:chgData name="Catherine Ata" userId="4e21e26771b92a65" providerId="LiveId" clId="{7649EDE9-916A-49D2-BE05-25204B6EDBF1}" dt="2024-08-10T22:48:52.415" v="3557" actId="1076"/>
          <ac:picMkLst>
            <pc:docMk/>
            <pc:sldMk cId="3301760796" sldId="315"/>
            <ac:picMk id="10" creationId="{2462DBCE-66BF-C638-DD92-6433080030A7}"/>
          </ac:picMkLst>
        </pc:picChg>
        <pc:picChg chg="del">
          <ac:chgData name="Catherine Ata" userId="4e21e26771b92a65" providerId="LiveId" clId="{7649EDE9-916A-49D2-BE05-25204B6EDBF1}" dt="2024-08-10T22:38:58.795" v="3474" actId="478"/>
          <ac:picMkLst>
            <pc:docMk/>
            <pc:sldMk cId="3301760796" sldId="315"/>
            <ac:picMk id="12" creationId="{3BD0A3B3-35FD-9AAF-6C02-A84C2C4A5C95}"/>
          </ac:picMkLst>
        </pc:picChg>
        <pc:picChg chg="add mod">
          <ac:chgData name="Catherine Ata" userId="4e21e26771b92a65" providerId="LiveId" clId="{7649EDE9-916A-49D2-BE05-25204B6EDBF1}" dt="2024-08-10T22:48:55.092" v="3558" actId="1076"/>
          <ac:picMkLst>
            <pc:docMk/>
            <pc:sldMk cId="3301760796" sldId="315"/>
            <ac:picMk id="13" creationId="{F4ACAF0C-CDBC-DFE4-478B-DE8B8431CE73}"/>
          </ac:picMkLst>
        </pc:picChg>
        <pc:picChg chg="del">
          <ac:chgData name="Catherine Ata" userId="4e21e26771b92a65" providerId="LiveId" clId="{7649EDE9-916A-49D2-BE05-25204B6EDBF1}" dt="2024-08-10T22:39:00.594" v="3475" actId="478"/>
          <ac:picMkLst>
            <pc:docMk/>
            <pc:sldMk cId="3301760796" sldId="315"/>
            <ac:picMk id="14" creationId="{AF1864FD-7DF6-D8DC-7E2E-36BF2E98ED85}"/>
          </ac:picMkLst>
        </pc:picChg>
        <pc:picChg chg="add mod">
          <ac:chgData name="Catherine Ata" userId="4e21e26771b92a65" providerId="LiveId" clId="{7649EDE9-916A-49D2-BE05-25204B6EDBF1}" dt="2024-08-10T22:48:43.142" v="3555" actId="1076"/>
          <ac:picMkLst>
            <pc:docMk/>
            <pc:sldMk cId="3301760796" sldId="315"/>
            <ac:picMk id="17" creationId="{1E836A7A-EFB3-52A0-4D50-FFFC9CE69CEB}"/>
          </ac:picMkLst>
        </pc:picChg>
      </pc:sldChg>
      <pc:sldChg chg="addSp delSp modSp mod">
        <pc:chgData name="Catherine Ata" userId="4e21e26771b92a65" providerId="LiveId" clId="{7649EDE9-916A-49D2-BE05-25204B6EDBF1}" dt="2024-08-10T23:06:27.131" v="3777" actId="14100"/>
        <pc:sldMkLst>
          <pc:docMk/>
          <pc:sldMk cId="402424524" sldId="316"/>
        </pc:sldMkLst>
        <pc:spChg chg="mod">
          <ac:chgData name="Catherine Ata" userId="4e21e26771b92a65" providerId="LiveId" clId="{7649EDE9-916A-49D2-BE05-25204B6EDBF1}" dt="2024-08-10T23:06:27.131" v="3777" actId="14100"/>
          <ac:spMkLst>
            <pc:docMk/>
            <pc:sldMk cId="402424524" sldId="316"/>
            <ac:spMk id="4" creationId="{AE510471-877D-E8CD-62A0-16E26F909B3A}"/>
          </ac:spMkLst>
        </pc:spChg>
        <pc:picChg chg="add mod">
          <ac:chgData name="Catherine Ata" userId="4e21e26771b92a65" providerId="LiveId" clId="{7649EDE9-916A-49D2-BE05-25204B6EDBF1}" dt="2024-08-10T23:06:23.464" v="3776" actId="1076"/>
          <ac:picMkLst>
            <pc:docMk/>
            <pc:sldMk cId="402424524" sldId="316"/>
            <ac:picMk id="5" creationId="{9283F03C-9477-14C5-9D46-BEEE55A25A03}"/>
          </ac:picMkLst>
        </pc:picChg>
        <pc:picChg chg="del">
          <ac:chgData name="Catherine Ata" userId="4e21e26771b92a65" providerId="LiveId" clId="{7649EDE9-916A-49D2-BE05-25204B6EDBF1}" dt="2024-08-10T23:06:08.230" v="3772" actId="478"/>
          <ac:picMkLst>
            <pc:docMk/>
            <pc:sldMk cId="402424524" sldId="316"/>
            <ac:picMk id="8" creationId="{FCDF50E5-D242-4A71-72D5-3C2BE227D319}"/>
          </ac:picMkLst>
        </pc:picChg>
      </pc:sldChg>
      <pc:sldChg chg="addSp delSp modSp add mod">
        <pc:chgData name="Catherine Ata" userId="4e21e26771b92a65" providerId="LiveId" clId="{7649EDE9-916A-49D2-BE05-25204B6EDBF1}" dt="2024-08-11T00:07:34.324" v="4103" actId="1582"/>
        <pc:sldMkLst>
          <pc:docMk/>
          <pc:sldMk cId="1039096828" sldId="317"/>
        </pc:sldMkLst>
        <pc:spChg chg="mod">
          <ac:chgData name="Catherine Ata" userId="4e21e26771b92a65" providerId="LiveId" clId="{7649EDE9-916A-49D2-BE05-25204B6EDBF1}" dt="2024-08-10T23:41:33.968" v="3999"/>
          <ac:spMkLst>
            <pc:docMk/>
            <pc:sldMk cId="1039096828" sldId="317"/>
            <ac:spMk id="2" creationId="{015A9661-FF9D-69C5-F671-F0E425108EDF}"/>
          </ac:spMkLst>
        </pc:spChg>
        <pc:spChg chg="mod">
          <ac:chgData name="Catherine Ata" userId="4e21e26771b92a65" providerId="LiveId" clId="{7649EDE9-916A-49D2-BE05-25204B6EDBF1}" dt="2024-08-11T00:05:22.429" v="4087" actId="14100"/>
          <ac:spMkLst>
            <pc:docMk/>
            <pc:sldMk cId="1039096828" sldId="317"/>
            <ac:spMk id="4" creationId="{84575A5B-3415-C498-5584-CD2C8D2E36A6}"/>
          </ac:spMkLst>
        </pc:spChg>
        <pc:spChg chg="add mod">
          <ac:chgData name="Catherine Ata" userId="4e21e26771b92a65" providerId="LiveId" clId="{7649EDE9-916A-49D2-BE05-25204B6EDBF1}" dt="2024-08-11T00:06:53.932" v="4095" actId="1582"/>
          <ac:spMkLst>
            <pc:docMk/>
            <pc:sldMk cId="1039096828" sldId="317"/>
            <ac:spMk id="9" creationId="{656AF6FC-C2ED-85B9-69D2-630C35D0CD22}"/>
          </ac:spMkLst>
        </pc:spChg>
        <pc:spChg chg="add mod">
          <ac:chgData name="Catherine Ata" userId="4e21e26771b92a65" providerId="LiveId" clId="{7649EDE9-916A-49D2-BE05-25204B6EDBF1}" dt="2024-08-11T00:07:34.324" v="4103" actId="1582"/>
          <ac:spMkLst>
            <pc:docMk/>
            <pc:sldMk cId="1039096828" sldId="317"/>
            <ac:spMk id="12" creationId="{65C5EE74-24DA-328D-3686-08E3FDCB955C}"/>
          </ac:spMkLst>
        </pc:spChg>
        <pc:spChg chg="mod">
          <ac:chgData name="Catherine Ata" userId="4e21e26771b92a65" providerId="LiveId" clId="{7649EDE9-916A-49D2-BE05-25204B6EDBF1}" dt="2024-08-11T00:05:07.357" v="4085" actId="27636"/>
          <ac:spMkLst>
            <pc:docMk/>
            <pc:sldMk cId="1039096828" sldId="317"/>
            <ac:spMk id="15" creationId="{C25E63B2-96FF-34BD-4F5F-A026CB602C38}"/>
          </ac:spMkLst>
        </pc:spChg>
        <pc:picChg chg="add mod">
          <ac:chgData name="Catherine Ata" userId="4e21e26771b92a65" providerId="LiveId" clId="{7649EDE9-916A-49D2-BE05-25204B6EDBF1}" dt="2024-08-11T00:05:27.280" v="4088" actId="1076"/>
          <ac:picMkLst>
            <pc:docMk/>
            <pc:sldMk cId="1039096828" sldId="317"/>
            <ac:picMk id="6" creationId="{437B3B79-F9F6-84BA-A0D8-0C63FB6FD464}"/>
          </ac:picMkLst>
        </pc:picChg>
        <pc:picChg chg="add mod">
          <ac:chgData name="Catherine Ata" userId="4e21e26771b92a65" providerId="LiveId" clId="{7649EDE9-916A-49D2-BE05-25204B6EDBF1}" dt="2024-08-11T00:06:10.373" v="4091" actId="14100"/>
          <ac:picMkLst>
            <pc:docMk/>
            <pc:sldMk cId="1039096828" sldId="317"/>
            <ac:picMk id="8" creationId="{833EDFF6-619B-B130-0438-865467FA67FE}"/>
          </ac:picMkLst>
        </pc:picChg>
        <pc:picChg chg="add del mod">
          <ac:chgData name="Catherine Ata" userId="4e21e26771b92a65" providerId="LiveId" clId="{7649EDE9-916A-49D2-BE05-25204B6EDBF1}" dt="2024-08-11T00:07:01.747" v="4097" actId="478"/>
          <ac:picMkLst>
            <pc:docMk/>
            <pc:sldMk cId="1039096828" sldId="317"/>
            <ac:picMk id="10" creationId="{ED950C6B-B057-15C4-B913-F51EDFC9C6F9}"/>
          </ac:picMkLst>
        </pc:picChg>
        <pc:picChg chg="add del mod">
          <ac:chgData name="Catherine Ata" userId="4e21e26771b92a65" providerId="LiveId" clId="{7649EDE9-916A-49D2-BE05-25204B6EDBF1}" dt="2024-08-11T00:07:08.635" v="4099" actId="478"/>
          <ac:picMkLst>
            <pc:docMk/>
            <pc:sldMk cId="1039096828" sldId="317"/>
            <ac:picMk id="11" creationId="{290B129E-DFA7-7B19-195D-04F8188A60A3}"/>
          </ac:picMkLst>
        </pc:picChg>
      </pc:sldChg>
      <pc:sldChg chg="addSp delSp modSp add mod">
        <pc:chgData name="Catherine Ata" userId="4e21e26771b92a65" providerId="LiveId" clId="{7649EDE9-916A-49D2-BE05-25204B6EDBF1}" dt="2024-08-11T01:26:15.358" v="4514" actId="14100"/>
        <pc:sldMkLst>
          <pc:docMk/>
          <pc:sldMk cId="3484759278" sldId="318"/>
        </pc:sldMkLst>
        <pc:spChg chg="mod">
          <ac:chgData name="Catherine Ata" userId="4e21e26771b92a65" providerId="LiveId" clId="{7649EDE9-916A-49D2-BE05-25204B6EDBF1}" dt="2024-08-11T01:26:11.998" v="4513" actId="14100"/>
          <ac:spMkLst>
            <pc:docMk/>
            <pc:sldMk cId="3484759278" sldId="318"/>
            <ac:spMk id="4" creationId="{84575A5B-3415-C498-5584-CD2C8D2E36A6}"/>
          </ac:spMkLst>
        </pc:spChg>
        <pc:spChg chg="add mod">
          <ac:chgData name="Catherine Ata" userId="4e21e26771b92a65" providerId="LiveId" clId="{7649EDE9-916A-49D2-BE05-25204B6EDBF1}" dt="2024-08-11T01:25:43.755" v="4509" actId="20577"/>
          <ac:spMkLst>
            <pc:docMk/>
            <pc:sldMk cId="3484759278" sldId="318"/>
            <ac:spMk id="9" creationId="{5CFAFE21-6D43-E811-3B22-5195AAC1D535}"/>
          </ac:spMkLst>
        </pc:spChg>
        <pc:picChg chg="del">
          <ac:chgData name="Catherine Ata" userId="4e21e26771b92a65" providerId="LiveId" clId="{7649EDE9-916A-49D2-BE05-25204B6EDBF1}" dt="2024-08-11T01:23:08.732" v="4404" actId="478"/>
          <ac:picMkLst>
            <pc:docMk/>
            <pc:sldMk cId="3484759278" sldId="318"/>
            <ac:picMk id="7" creationId="{9D187888-D9A8-6CF0-FBA1-E6354EC9826F}"/>
          </ac:picMkLst>
        </pc:picChg>
        <pc:picChg chg="add mod">
          <ac:chgData name="Catherine Ata" userId="4e21e26771b92a65" providerId="LiveId" clId="{7649EDE9-916A-49D2-BE05-25204B6EDBF1}" dt="2024-08-11T01:25:54.184" v="4510" actId="1076"/>
          <ac:picMkLst>
            <pc:docMk/>
            <pc:sldMk cId="3484759278" sldId="318"/>
            <ac:picMk id="8" creationId="{237968A1-3997-B263-1EA9-DBD857BA8C2F}"/>
          </ac:picMkLst>
        </pc:picChg>
        <pc:picChg chg="add mod">
          <ac:chgData name="Catherine Ata" userId="4e21e26771b92a65" providerId="LiveId" clId="{7649EDE9-916A-49D2-BE05-25204B6EDBF1}" dt="2024-08-11T01:26:15.358" v="4514" actId="14100"/>
          <ac:picMkLst>
            <pc:docMk/>
            <pc:sldMk cId="3484759278" sldId="318"/>
            <ac:picMk id="11" creationId="{07BB9183-8E92-555E-5B9B-02EE3CA4385D}"/>
          </ac:picMkLst>
        </pc:picChg>
      </pc:sldChg>
      <pc:sldChg chg="delSp modSp add mod">
        <pc:chgData name="Catherine Ata" userId="4e21e26771b92a65" providerId="LiveId" clId="{7649EDE9-916A-49D2-BE05-25204B6EDBF1}" dt="2024-08-11T01:44:16.267" v="4783" actId="255"/>
        <pc:sldMkLst>
          <pc:docMk/>
          <pc:sldMk cId="4183887758" sldId="319"/>
        </pc:sldMkLst>
        <pc:spChg chg="del mod">
          <ac:chgData name="Catherine Ata" userId="4e21e26771b92a65" providerId="LiveId" clId="{7649EDE9-916A-49D2-BE05-25204B6EDBF1}" dt="2024-08-11T01:42:42.895" v="4764" actId="478"/>
          <ac:spMkLst>
            <pc:docMk/>
            <pc:sldMk cId="4183887758" sldId="319"/>
            <ac:spMk id="4" creationId="{84575A5B-3415-C498-5584-CD2C8D2E36A6}"/>
          </ac:spMkLst>
        </pc:spChg>
        <pc:spChg chg="mod">
          <ac:chgData name="Catherine Ata" userId="4e21e26771b92a65" providerId="LiveId" clId="{7649EDE9-916A-49D2-BE05-25204B6EDBF1}" dt="2024-08-11T01:44:16.267" v="4783" actId="255"/>
          <ac:spMkLst>
            <pc:docMk/>
            <pc:sldMk cId="4183887758" sldId="319"/>
            <ac:spMk id="6" creationId="{09934015-68CC-A65D-5BC4-611772DF0517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66E9AE-0F49-4324-B5C6-88E68B146997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3826752-95AE-4C66-AFC8-C6BF7671B4CB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Array-Oriented Programming with Arrays </a:t>
          </a:r>
        </a:p>
      </dgm:t>
    </dgm:pt>
    <dgm:pt modelId="{5F206145-B6FF-491C-A078-853944A76799}" type="parTrans" cxnId="{A2D46748-AB26-4C44-A432-DC2E8775B04E}">
      <dgm:prSet/>
      <dgm:spPr/>
      <dgm:t>
        <a:bodyPr/>
        <a:lstStyle/>
        <a:p>
          <a:endParaRPr lang="en-US"/>
        </a:p>
      </dgm:t>
    </dgm:pt>
    <dgm:pt modelId="{522A9073-1336-4448-8CC9-5561C9F9BC97}" type="sibTrans" cxnId="{A2D46748-AB26-4C44-A432-DC2E8775B04E}">
      <dgm:prSet/>
      <dgm:spPr/>
      <dgm:t>
        <a:bodyPr/>
        <a:lstStyle/>
        <a:p>
          <a:endParaRPr lang="en-US"/>
        </a:p>
      </dgm:t>
    </dgm:pt>
    <dgm:pt modelId="{516A4FDF-5BE1-4ED4-923B-D904F72C9BAB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The NumPy ndarray</a:t>
          </a:r>
        </a:p>
      </dgm:t>
    </dgm:pt>
    <dgm:pt modelId="{FA32EDD0-8B05-40F1-B361-9C4B818807EC}" type="parTrans" cxnId="{037BAB2B-BE2D-4815-9ED5-4BCBE5375419}">
      <dgm:prSet/>
      <dgm:spPr/>
      <dgm:t>
        <a:bodyPr/>
        <a:lstStyle/>
        <a:p>
          <a:endParaRPr lang="en-US"/>
        </a:p>
      </dgm:t>
    </dgm:pt>
    <dgm:pt modelId="{6BC6DF11-021F-4A78-9AF7-81DD4A9C6A3C}" type="sibTrans" cxnId="{037BAB2B-BE2D-4815-9ED5-4BCBE5375419}">
      <dgm:prSet/>
      <dgm:spPr/>
      <dgm:t>
        <a:bodyPr/>
        <a:lstStyle/>
        <a:p>
          <a:endParaRPr lang="en-US"/>
        </a:p>
      </dgm:t>
    </dgm:pt>
    <dgm:pt modelId="{2BD5C7AD-FF57-4655-9AAF-64C95E3B1045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Universal Functions </a:t>
          </a:r>
        </a:p>
      </dgm:t>
    </dgm:pt>
    <dgm:pt modelId="{8281269C-A8AD-4AEF-9DF7-2718E8D76A42}" type="parTrans" cxnId="{A633D523-AC30-4E7D-A33C-A12773A403A7}">
      <dgm:prSet/>
      <dgm:spPr/>
      <dgm:t>
        <a:bodyPr/>
        <a:lstStyle/>
        <a:p>
          <a:endParaRPr lang="en-US"/>
        </a:p>
      </dgm:t>
    </dgm:pt>
    <dgm:pt modelId="{C66B65B1-7A06-4822-A304-83FC68EF50F2}" type="sibTrans" cxnId="{A633D523-AC30-4E7D-A33C-A12773A403A7}">
      <dgm:prSet/>
      <dgm:spPr/>
      <dgm:t>
        <a:bodyPr/>
        <a:lstStyle/>
        <a:p>
          <a:endParaRPr lang="en-US"/>
        </a:p>
      </dgm:t>
    </dgm:pt>
    <dgm:pt modelId="{4AACBFEC-A7DB-4CD9-9E39-5BD60E4BCF72}">
      <dgm:prSet phldr="0"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dirty="0"/>
            <a:t>Linear Algebra </a:t>
          </a:r>
          <a:endParaRPr lang="en-US" sz="1800" dirty="0">
            <a:latin typeface="Tw Cen MT" panose="020B0602020104020603"/>
          </a:endParaRPr>
        </a:p>
      </dgm:t>
    </dgm:pt>
    <dgm:pt modelId="{9075C510-11BF-4AE8-AFA4-6B18180854B1}" type="parTrans" cxnId="{C7B75787-27B4-4330-88B3-5943DDAC2243}">
      <dgm:prSet/>
      <dgm:spPr/>
      <dgm:t>
        <a:bodyPr/>
        <a:lstStyle/>
        <a:p>
          <a:endParaRPr lang="en-US"/>
        </a:p>
      </dgm:t>
    </dgm:pt>
    <dgm:pt modelId="{41FE4964-3049-43B1-8AF4-DC75848C6706}" type="sibTrans" cxnId="{C7B75787-27B4-4330-88B3-5943DDAC2243}">
      <dgm:prSet/>
      <dgm:spPr/>
      <dgm:t>
        <a:bodyPr/>
        <a:lstStyle/>
        <a:p>
          <a:endParaRPr lang="en-US"/>
        </a:p>
      </dgm:t>
    </dgm:pt>
    <dgm:pt modelId="{619ECCBC-1C2D-4583-93E1-94FCD721FF7B}">
      <dgm:prSet phldr="0"/>
      <dgm:spPr/>
      <dgm:t>
        <a:bodyPr/>
        <a:lstStyle/>
        <a:p>
          <a:pPr rtl="0">
            <a:lnSpc>
              <a:spcPct val="100000"/>
            </a:lnSpc>
          </a:pPr>
          <a:r>
            <a:rPr lang="en-US" dirty="0"/>
            <a:t>Pseudorandom Number Generation </a:t>
          </a:r>
          <a:endParaRPr lang="en-US" dirty="0">
            <a:latin typeface="Tw Cen MT" panose="020B0602020104020603"/>
          </a:endParaRPr>
        </a:p>
      </dgm:t>
    </dgm:pt>
    <dgm:pt modelId="{FF0B93B4-73BA-4D0D-AAF9-FABB27D36A0D}" type="parTrans" cxnId="{3B26B2A0-5664-4BD3-AB8B-867B01439991}">
      <dgm:prSet/>
      <dgm:spPr/>
      <dgm:t>
        <a:bodyPr/>
        <a:lstStyle/>
        <a:p>
          <a:endParaRPr lang="en-US"/>
        </a:p>
      </dgm:t>
    </dgm:pt>
    <dgm:pt modelId="{F0C66AA7-AD83-4460-9983-1C9337D8233E}" type="sibTrans" cxnId="{3B26B2A0-5664-4BD3-AB8B-867B01439991}">
      <dgm:prSet/>
      <dgm:spPr/>
      <dgm:t>
        <a:bodyPr/>
        <a:lstStyle/>
        <a:p>
          <a:endParaRPr lang="en-US"/>
        </a:p>
      </dgm:t>
    </dgm:pt>
    <dgm:pt modelId="{10CA44A9-4959-499A-A363-A08535EF544F}" type="pres">
      <dgm:prSet presAssocID="{9B66E9AE-0F49-4324-B5C6-88E68B146997}" presName="root" presStyleCnt="0">
        <dgm:presLayoutVars>
          <dgm:dir/>
          <dgm:resizeHandles val="exact"/>
        </dgm:presLayoutVars>
      </dgm:prSet>
      <dgm:spPr/>
    </dgm:pt>
    <dgm:pt modelId="{20E2ED05-FEB2-4B27-8C56-82BC6FFB7B82}" type="pres">
      <dgm:prSet presAssocID="{516A4FDF-5BE1-4ED4-923B-D904F72C9BAB}" presName="compNode" presStyleCnt="0"/>
      <dgm:spPr/>
    </dgm:pt>
    <dgm:pt modelId="{8D7B1B2F-C442-4F8C-AA19-04F8AFF4602D}" type="pres">
      <dgm:prSet presAssocID="{516A4FDF-5BE1-4ED4-923B-D904F72C9BAB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 with solid fill"/>
        </a:ext>
      </dgm:extLst>
    </dgm:pt>
    <dgm:pt modelId="{6E4E7260-AD30-4DAB-A120-3B5025C99735}" type="pres">
      <dgm:prSet presAssocID="{516A4FDF-5BE1-4ED4-923B-D904F72C9BAB}" presName="spaceRect" presStyleCnt="0"/>
      <dgm:spPr/>
    </dgm:pt>
    <dgm:pt modelId="{9745B8A3-8EAC-436C-B894-4508D2362990}" type="pres">
      <dgm:prSet presAssocID="{516A4FDF-5BE1-4ED4-923B-D904F72C9BAB}" presName="textRect" presStyleLbl="revTx" presStyleIdx="0" presStyleCnt="5">
        <dgm:presLayoutVars>
          <dgm:chMax val="1"/>
          <dgm:chPref val="1"/>
        </dgm:presLayoutVars>
      </dgm:prSet>
      <dgm:spPr/>
    </dgm:pt>
    <dgm:pt modelId="{D3F6B6F7-89D3-44AA-A298-96D976408525}" type="pres">
      <dgm:prSet presAssocID="{6BC6DF11-021F-4A78-9AF7-81DD4A9C6A3C}" presName="sibTrans" presStyleCnt="0"/>
      <dgm:spPr/>
    </dgm:pt>
    <dgm:pt modelId="{5FB72345-BCB5-44DF-95B2-43D15E310508}" type="pres">
      <dgm:prSet presAssocID="{2BD5C7AD-FF57-4655-9AAF-64C95E3B1045}" presName="compNode" presStyleCnt="0"/>
      <dgm:spPr/>
    </dgm:pt>
    <dgm:pt modelId="{888EE4F0-E6BF-4396-B396-7C4BF6793AA0}" type="pres">
      <dgm:prSet presAssocID="{2BD5C7AD-FF57-4655-9AAF-64C95E3B1045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Gears with solid fill"/>
        </a:ext>
      </dgm:extLst>
    </dgm:pt>
    <dgm:pt modelId="{D83670EE-514A-4736-842D-58F23B693B2A}" type="pres">
      <dgm:prSet presAssocID="{2BD5C7AD-FF57-4655-9AAF-64C95E3B1045}" presName="spaceRect" presStyleCnt="0"/>
      <dgm:spPr/>
    </dgm:pt>
    <dgm:pt modelId="{7EA12DF0-7D6C-41BE-B533-CCF1083C6715}" type="pres">
      <dgm:prSet presAssocID="{2BD5C7AD-FF57-4655-9AAF-64C95E3B1045}" presName="textRect" presStyleLbl="revTx" presStyleIdx="1" presStyleCnt="5">
        <dgm:presLayoutVars>
          <dgm:chMax val="1"/>
          <dgm:chPref val="1"/>
        </dgm:presLayoutVars>
      </dgm:prSet>
      <dgm:spPr/>
    </dgm:pt>
    <dgm:pt modelId="{CB849249-F10A-42CF-893A-069CD540D5E8}" type="pres">
      <dgm:prSet presAssocID="{C66B65B1-7A06-4822-A304-83FC68EF50F2}" presName="sibTrans" presStyleCnt="0"/>
      <dgm:spPr/>
    </dgm:pt>
    <dgm:pt modelId="{5FD5FB0E-FFA4-4754-AF69-0699060C558F}" type="pres">
      <dgm:prSet presAssocID="{63826752-95AE-4C66-AFC8-C6BF7671B4CB}" presName="compNode" presStyleCnt="0"/>
      <dgm:spPr/>
    </dgm:pt>
    <dgm:pt modelId="{8433BDCF-688D-40A8-9AA6-8E6C43D8F253}" type="pres">
      <dgm:prSet presAssocID="{63826752-95AE-4C66-AFC8-C6BF7671B4CB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Abacus outline"/>
        </a:ext>
      </dgm:extLst>
    </dgm:pt>
    <dgm:pt modelId="{3CE5437D-286B-46B2-91DD-72414E3B8C81}" type="pres">
      <dgm:prSet presAssocID="{63826752-95AE-4C66-AFC8-C6BF7671B4CB}" presName="spaceRect" presStyleCnt="0"/>
      <dgm:spPr/>
    </dgm:pt>
    <dgm:pt modelId="{7E7C3141-0557-48B0-85CE-342B2182913C}" type="pres">
      <dgm:prSet presAssocID="{63826752-95AE-4C66-AFC8-C6BF7671B4CB}" presName="textRect" presStyleLbl="revTx" presStyleIdx="2" presStyleCnt="5">
        <dgm:presLayoutVars>
          <dgm:chMax val="1"/>
          <dgm:chPref val="1"/>
        </dgm:presLayoutVars>
      </dgm:prSet>
      <dgm:spPr/>
    </dgm:pt>
    <dgm:pt modelId="{7FA66C92-386C-4E41-AD33-1EF1F66D116B}" type="pres">
      <dgm:prSet presAssocID="{522A9073-1336-4448-8CC9-5561C9F9BC97}" presName="sibTrans" presStyleCnt="0"/>
      <dgm:spPr/>
    </dgm:pt>
    <dgm:pt modelId="{256900F9-0EF0-4D34-8510-0EFA6FF32191}" type="pres">
      <dgm:prSet presAssocID="{4AACBFEC-A7DB-4CD9-9E39-5BD60E4BCF72}" presName="compNode" presStyleCnt="0"/>
      <dgm:spPr/>
    </dgm:pt>
    <dgm:pt modelId="{BA7303D5-8F02-4032-BD63-399E2136DF5A}" type="pres">
      <dgm:prSet presAssocID="{4AACBFEC-A7DB-4CD9-9E39-5BD60E4BCF72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alculator outline"/>
        </a:ext>
      </dgm:extLst>
    </dgm:pt>
    <dgm:pt modelId="{8F8061D8-69F1-4FD1-973D-B27CC50E7A34}" type="pres">
      <dgm:prSet presAssocID="{4AACBFEC-A7DB-4CD9-9E39-5BD60E4BCF72}" presName="spaceRect" presStyleCnt="0"/>
      <dgm:spPr/>
    </dgm:pt>
    <dgm:pt modelId="{D39C31A9-5F0B-4A2B-A4B3-5115AA5C512D}" type="pres">
      <dgm:prSet presAssocID="{4AACBFEC-A7DB-4CD9-9E39-5BD60E4BCF72}" presName="textRect" presStyleLbl="revTx" presStyleIdx="3" presStyleCnt="5">
        <dgm:presLayoutVars>
          <dgm:chMax val="1"/>
          <dgm:chPref val="1"/>
        </dgm:presLayoutVars>
      </dgm:prSet>
      <dgm:spPr/>
    </dgm:pt>
    <dgm:pt modelId="{CBF4A438-3FD7-440B-BFCE-2518F8FDE5BC}" type="pres">
      <dgm:prSet presAssocID="{41FE4964-3049-43B1-8AF4-DC75848C6706}" presName="sibTrans" presStyleCnt="0"/>
      <dgm:spPr/>
    </dgm:pt>
    <dgm:pt modelId="{E07642E3-304A-4D0F-9EBE-B75F071BA922}" type="pres">
      <dgm:prSet presAssocID="{619ECCBC-1C2D-4583-93E1-94FCD721FF7B}" presName="compNode" presStyleCnt="0"/>
      <dgm:spPr/>
    </dgm:pt>
    <dgm:pt modelId="{8A12C76D-7773-482B-B37F-DF6AF354445F}" type="pres">
      <dgm:prSet presAssocID="{619ECCBC-1C2D-4583-93E1-94FCD721FF7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inary with solid fill"/>
        </a:ext>
      </dgm:extLst>
    </dgm:pt>
    <dgm:pt modelId="{2E467A88-5C8F-4BCC-8E95-48FC3A0EF276}" type="pres">
      <dgm:prSet presAssocID="{619ECCBC-1C2D-4583-93E1-94FCD721FF7B}" presName="spaceRect" presStyleCnt="0"/>
      <dgm:spPr/>
    </dgm:pt>
    <dgm:pt modelId="{76F9C2DC-65A1-40A1-8D0D-3D60928F23DE}" type="pres">
      <dgm:prSet presAssocID="{619ECCBC-1C2D-4583-93E1-94FCD721FF7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A9666111-2B8A-43B9-918A-712707A61052}" type="presOf" srcId="{63826752-95AE-4C66-AFC8-C6BF7671B4CB}" destId="{7E7C3141-0557-48B0-85CE-342B2182913C}" srcOrd="0" destOrd="0" presId="urn:microsoft.com/office/officeart/2018/2/layout/IconLabelList"/>
    <dgm:cxn modelId="{A633D523-AC30-4E7D-A33C-A12773A403A7}" srcId="{9B66E9AE-0F49-4324-B5C6-88E68B146997}" destId="{2BD5C7AD-FF57-4655-9AAF-64C95E3B1045}" srcOrd="1" destOrd="0" parTransId="{8281269C-A8AD-4AEF-9DF7-2718E8D76A42}" sibTransId="{C66B65B1-7A06-4822-A304-83FC68EF50F2}"/>
    <dgm:cxn modelId="{037BAB2B-BE2D-4815-9ED5-4BCBE5375419}" srcId="{9B66E9AE-0F49-4324-B5C6-88E68B146997}" destId="{516A4FDF-5BE1-4ED4-923B-D904F72C9BAB}" srcOrd="0" destOrd="0" parTransId="{FA32EDD0-8B05-40F1-B361-9C4B818807EC}" sibTransId="{6BC6DF11-021F-4A78-9AF7-81DD4A9C6A3C}"/>
    <dgm:cxn modelId="{30F7CA5F-10C9-4F89-BCFA-3C44C71C85A4}" type="presOf" srcId="{516A4FDF-5BE1-4ED4-923B-D904F72C9BAB}" destId="{9745B8A3-8EAC-436C-B894-4508D2362990}" srcOrd="0" destOrd="0" presId="urn:microsoft.com/office/officeart/2018/2/layout/IconLabelList"/>
    <dgm:cxn modelId="{A2D46748-AB26-4C44-A432-DC2E8775B04E}" srcId="{9B66E9AE-0F49-4324-B5C6-88E68B146997}" destId="{63826752-95AE-4C66-AFC8-C6BF7671B4CB}" srcOrd="2" destOrd="0" parTransId="{5F206145-B6FF-491C-A078-853944A76799}" sibTransId="{522A9073-1336-4448-8CC9-5561C9F9BC97}"/>
    <dgm:cxn modelId="{C848BA50-7F52-4E90-8F33-834AE212D25A}" type="presOf" srcId="{619ECCBC-1C2D-4583-93E1-94FCD721FF7B}" destId="{76F9C2DC-65A1-40A1-8D0D-3D60928F23DE}" srcOrd="0" destOrd="0" presId="urn:microsoft.com/office/officeart/2018/2/layout/IconLabelList"/>
    <dgm:cxn modelId="{C7B75787-27B4-4330-88B3-5943DDAC2243}" srcId="{9B66E9AE-0F49-4324-B5C6-88E68B146997}" destId="{4AACBFEC-A7DB-4CD9-9E39-5BD60E4BCF72}" srcOrd="3" destOrd="0" parTransId="{9075C510-11BF-4AE8-AFA4-6B18180854B1}" sibTransId="{41FE4964-3049-43B1-8AF4-DC75848C6706}"/>
    <dgm:cxn modelId="{3B26B2A0-5664-4BD3-AB8B-867B01439991}" srcId="{9B66E9AE-0F49-4324-B5C6-88E68B146997}" destId="{619ECCBC-1C2D-4583-93E1-94FCD721FF7B}" srcOrd="4" destOrd="0" parTransId="{FF0B93B4-73BA-4D0D-AAF9-FABB27D36A0D}" sibTransId="{F0C66AA7-AD83-4460-9983-1C9337D8233E}"/>
    <dgm:cxn modelId="{E23E84A2-B2FC-490E-B8E5-B59CC181C9E3}" type="presOf" srcId="{2BD5C7AD-FF57-4655-9AAF-64C95E3B1045}" destId="{7EA12DF0-7D6C-41BE-B533-CCF1083C6715}" srcOrd="0" destOrd="0" presId="urn:microsoft.com/office/officeart/2018/2/layout/IconLabelList"/>
    <dgm:cxn modelId="{FBFA43BD-43CB-41B6-8E4F-FF4AEC28D655}" type="presOf" srcId="{9B66E9AE-0F49-4324-B5C6-88E68B146997}" destId="{10CA44A9-4959-499A-A363-A08535EF544F}" srcOrd="0" destOrd="0" presId="urn:microsoft.com/office/officeart/2018/2/layout/IconLabelList"/>
    <dgm:cxn modelId="{D7BEE8BD-14CD-4513-B161-F6E42EDEEBCD}" type="presOf" srcId="{4AACBFEC-A7DB-4CD9-9E39-5BD60E4BCF72}" destId="{D39C31A9-5F0B-4A2B-A4B3-5115AA5C512D}" srcOrd="0" destOrd="0" presId="urn:microsoft.com/office/officeart/2018/2/layout/IconLabelList"/>
    <dgm:cxn modelId="{D7491CFA-DA00-46D2-A706-C07A20B20061}" type="presParOf" srcId="{10CA44A9-4959-499A-A363-A08535EF544F}" destId="{20E2ED05-FEB2-4B27-8C56-82BC6FFB7B82}" srcOrd="0" destOrd="0" presId="urn:microsoft.com/office/officeart/2018/2/layout/IconLabelList"/>
    <dgm:cxn modelId="{D1C81FD4-A86F-409D-B955-7FA7EA2745D4}" type="presParOf" srcId="{20E2ED05-FEB2-4B27-8C56-82BC6FFB7B82}" destId="{8D7B1B2F-C442-4F8C-AA19-04F8AFF4602D}" srcOrd="0" destOrd="0" presId="urn:microsoft.com/office/officeart/2018/2/layout/IconLabelList"/>
    <dgm:cxn modelId="{B6D907F1-09B5-4B21-B7BE-775FC93F6BAE}" type="presParOf" srcId="{20E2ED05-FEB2-4B27-8C56-82BC6FFB7B82}" destId="{6E4E7260-AD30-4DAB-A120-3B5025C99735}" srcOrd="1" destOrd="0" presId="urn:microsoft.com/office/officeart/2018/2/layout/IconLabelList"/>
    <dgm:cxn modelId="{2541B73F-4EC9-481C-A5ED-46BD1272995B}" type="presParOf" srcId="{20E2ED05-FEB2-4B27-8C56-82BC6FFB7B82}" destId="{9745B8A3-8EAC-436C-B894-4508D2362990}" srcOrd="2" destOrd="0" presId="urn:microsoft.com/office/officeart/2018/2/layout/IconLabelList"/>
    <dgm:cxn modelId="{1C5ED384-E86B-4ADC-9708-783D1C7E6590}" type="presParOf" srcId="{10CA44A9-4959-499A-A363-A08535EF544F}" destId="{D3F6B6F7-89D3-44AA-A298-96D976408525}" srcOrd="1" destOrd="0" presId="urn:microsoft.com/office/officeart/2018/2/layout/IconLabelList"/>
    <dgm:cxn modelId="{5CB60923-B083-4C3E-90A8-AF95B0D5D977}" type="presParOf" srcId="{10CA44A9-4959-499A-A363-A08535EF544F}" destId="{5FB72345-BCB5-44DF-95B2-43D15E310508}" srcOrd="2" destOrd="0" presId="urn:microsoft.com/office/officeart/2018/2/layout/IconLabelList"/>
    <dgm:cxn modelId="{E31E27CF-3124-496F-872F-02473735E5BC}" type="presParOf" srcId="{5FB72345-BCB5-44DF-95B2-43D15E310508}" destId="{888EE4F0-E6BF-4396-B396-7C4BF6793AA0}" srcOrd="0" destOrd="0" presId="urn:microsoft.com/office/officeart/2018/2/layout/IconLabelList"/>
    <dgm:cxn modelId="{0DCC8D27-6DA1-4B39-B34F-39E7F97E7A9F}" type="presParOf" srcId="{5FB72345-BCB5-44DF-95B2-43D15E310508}" destId="{D83670EE-514A-4736-842D-58F23B693B2A}" srcOrd="1" destOrd="0" presId="urn:microsoft.com/office/officeart/2018/2/layout/IconLabelList"/>
    <dgm:cxn modelId="{D86111D4-218F-491E-8F56-4F536ACBE3A6}" type="presParOf" srcId="{5FB72345-BCB5-44DF-95B2-43D15E310508}" destId="{7EA12DF0-7D6C-41BE-B533-CCF1083C6715}" srcOrd="2" destOrd="0" presId="urn:microsoft.com/office/officeart/2018/2/layout/IconLabelList"/>
    <dgm:cxn modelId="{BD4D742E-65B9-43E0-8A5C-86C674FA5A28}" type="presParOf" srcId="{10CA44A9-4959-499A-A363-A08535EF544F}" destId="{CB849249-F10A-42CF-893A-069CD540D5E8}" srcOrd="3" destOrd="0" presId="urn:microsoft.com/office/officeart/2018/2/layout/IconLabelList"/>
    <dgm:cxn modelId="{13E715C0-E7F0-40C6-8FE4-8AFF93D03D97}" type="presParOf" srcId="{10CA44A9-4959-499A-A363-A08535EF544F}" destId="{5FD5FB0E-FFA4-4754-AF69-0699060C558F}" srcOrd="4" destOrd="0" presId="urn:microsoft.com/office/officeart/2018/2/layout/IconLabelList"/>
    <dgm:cxn modelId="{C0A77A2E-6F65-496F-834B-55281AF220DF}" type="presParOf" srcId="{5FD5FB0E-FFA4-4754-AF69-0699060C558F}" destId="{8433BDCF-688D-40A8-9AA6-8E6C43D8F253}" srcOrd="0" destOrd="0" presId="urn:microsoft.com/office/officeart/2018/2/layout/IconLabelList"/>
    <dgm:cxn modelId="{90A96949-5815-4080-886D-8B5E5B6ABB89}" type="presParOf" srcId="{5FD5FB0E-FFA4-4754-AF69-0699060C558F}" destId="{3CE5437D-286B-46B2-91DD-72414E3B8C81}" srcOrd="1" destOrd="0" presId="urn:microsoft.com/office/officeart/2018/2/layout/IconLabelList"/>
    <dgm:cxn modelId="{5B6D7A79-39F2-4A8C-B1FB-1E44C4559BDF}" type="presParOf" srcId="{5FD5FB0E-FFA4-4754-AF69-0699060C558F}" destId="{7E7C3141-0557-48B0-85CE-342B2182913C}" srcOrd="2" destOrd="0" presId="urn:microsoft.com/office/officeart/2018/2/layout/IconLabelList"/>
    <dgm:cxn modelId="{14C1F34F-9235-4ACF-83DD-B15431EDE1FC}" type="presParOf" srcId="{10CA44A9-4959-499A-A363-A08535EF544F}" destId="{7FA66C92-386C-4E41-AD33-1EF1F66D116B}" srcOrd="5" destOrd="0" presId="urn:microsoft.com/office/officeart/2018/2/layout/IconLabelList"/>
    <dgm:cxn modelId="{9E52BA98-DC82-4381-B4C5-7BB25C4E13DE}" type="presParOf" srcId="{10CA44A9-4959-499A-A363-A08535EF544F}" destId="{256900F9-0EF0-4D34-8510-0EFA6FF32191}" srcOrd="6" destOrd="0" presId="urn:microsoft.com/office/officeart/2018/2/layout/IconLabelList"/>
    <dgm:cxn modelId="{A308D682-16C1-4223-8C06-54F6DBA82791}" type="presParOf" srcId="{256900F9-0EF0-4D34-8510-0EFA6FF32191}" destId="{BA7303D5-8F02-4032-BD63-399E2136DF5A}" srcOrd="0" destOrd="0" presId="urn:microsoft.com/office/officeart/2018/2/layout/IconLabelList"/>
    <dgm:cxn modelId="{12979FF5-2796-47F4-B048-CF84C704BFD0}" type="presParOf" srcId="{256900F9-0EF0-4D34-8510-0EFA6FF32191}" destId="{8F8061D8-69F1-4FD1-973D-B27CC50E7A34}" srcOrd="1" destOrd="0" presId="urn:microsoft.com/office/officeart/2018/2/layout/IconLabelList"/>
    <dgm:cxn modelId="{377A7D67-C72E-4915-8E46-76CBD8A74CEA}" type="presParOf" srcId="{256900F9-0EF0-4D34-8510-0EFA6FF32191}" destId="{D39C31A9-5F0B-4A2B-A4B3-5115AA5C512D}" srcOrd="2" destOrd="0" presId="urn:microsoft.com/office/officeart/2018/2/layout/IconLabelList"/>
    <dgm:cxn modelId="{29647DEE-9D07-481C-8F77-790B5D3BFDFF}" type="presParOf" srcId="{10CA44A9-4959-499A-A363-A08535EF544F}" destId="{CBF4A438-3FD7-440B-BFCE-2518F8FDE5BC}" srcOrd="7" destOrd="0" presId="urn:microsoft.com/office/officeart/2018/2/layout/IconLabelList"/>
    <dgm:cxn modelId="{23220579-DAB1-47D2-A954-D30004C70129}" type="presParOf" srcId="{10CA44A9-4959-499A-A363-A08535EF544F}" destId="{E07642E3-304A-4D0F-9EBE-B75F071BA922}" srcOrd="8" destOrd="0" presId="urn:microsoft.com/office/officeart/2018/2/layout/IconLabelList"/>
    <dgm:cxn modelId="{99903BE3-55ED-4F72-B3A7-D3E3EF4A9BC0}" type="presParOf" srcId="{E07642E3-304A-4D0F-9EBE-B75F071BA922}" destId="{8A12C76D-7773-482B-B37F-DF6AF354445F}" srcOrd="0" destOrd="0" presId="urn:microsoft.com/office/officeart/2018/2/layout/IconLabelList"/>
    <dgm:cxn modelId="{0F890C2A-7E40-47EF-B648-AB55280A114F}" type="presParOf" srcId="{E07642E3-304A-4D0F-9EBE-B75F071BA922}" destId="{2E467A88-5C8F-4BCC-8E95-48FC3A0EF276}" srcOrd="1" destOrd="0" presId="urn:microsoft.com/office/officeart/2018/2/layout/IconLabelList"/>
    <dgm:cxn modelId="{F3BCF00D-C8DB-4636-9FE1-D7091E12D0C7}" type="presParOf" srcId="{E07642E3-304A-4D0F-9EBE-B75F071BA922}" destId="{76F9C2DC-65A1-40A1-8D0D-3D60928F23D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7B1B2F-C442-4F8C-AA19-04F8AFF4602D}">
      <dsp:nvSpPr>
        <dsp:cNvPr id="0" name=""/>
        <dsp:cNvSpPr/>
      </dsp:nvSpPr>
      <dsp:spPr>
        <a:xfrm>
          <a:off x="607505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45B8A3-8EAC-436C-B894-4508D2362990}">
      <dsp:nvSpPr>
        <dsp:cNvPr id="0" name=""/>
        <dsp:cNvSpPr/>
      </dsp:nvSpPr>
      <dsp:spPr>
        <a:xfrm>
          <a:off x="117339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NumPy ndarray</a:t>
          </a:r>
        </a:p>
      </dsp:txBody>
      <dsp:txXfrm>
        <a:off x="117339" y="1418492"/>
        <a:ext cx="1782421" cy="712968"/>
      </dsp:txXfrm>
    </dsp:sp>
    <dsp:sp modelId="{888EE4F0-E6BF-4396-B396-7C4BF6793AA0}">
      <dsp:nvSpPr>
        <dsp:cNvPr id="0" name=""/>
        <dsp:cNvSpPr/>
      </dsp:nvSpPr>
      <dsp:spPr>
        <a:xfrm>
          <a:off x="2701851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A12DF0-7D6C-41BE-B533-CCF1083C6715}">
      <dsp:nvSpPr>
        <dsp:cNvPr id="0" name=""/>
        <dsp:cNvSpPr/>
      </dsp:nvSpPr>
      <dsp:spPr>
        <a:xfrm>
          <a:off x="2211685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Universal Functions </a:t>
          </a:r>
        </a:p>
      </dsp:txBody>
      <dsp:txXfrm>
        <a:off x="2211685" y="1418492"/>
        <a:ext cx="1782421" cy="712968"/>
      </dsp:txXfrm>
    </dsp:sp>
    <dsp:sp modelId="{8433BDCF-688D-40A8-9AA6-8E6C43D8F253}">
      <dsp:nvSpPr>
        <dsp:cNvPr id="0" name=""/>
        <dsp:cNvSpPr/>
      </dsp:nvSpPr>
      <dsp:spPr>
        <a:xfrm>
          <a:off x="4796196" y="333890"/>
          <a:ext cx="802089" cy="80208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7C3141-0557-48B0-85CE-342B2182913C}">
      <dsp:nvSpPr>
        <dsp:cNvPr id="0" name=""/>
        <dsp:cNvSpPr/>
      </dsp:nvSpPr>
      <dsp:spPr>
        <a:xfrm>
          <a:off x="4306030" y="1418492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Array-Oriented Programming with Arrays </a:t>
          </a:r>
        </a:p>
      </dsp:txBody>
      <dsp:txXfrm>
        <a:off x="4306030" y="1418492"/>
        <a:ext cx="1782421" cy="712968"/>
      </dsp:txXfrm>
    </dsp:sp>
    <dsp:sp modelId="{BA7303D5-8F02-4032-BD63-399E2136DF5A}">
      <dsp:nvSpPr>
        <dsp:cNvPr id="0" name=""/>
        <dsp:cNvSpPr/>
      </dsp:nvSpPr>
      <dsp:spPr>
        <a:xfrm>
          <a:off x="1654678" y="2577066"/>
          <a:ext cx="802089" cy="80208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9C31A9-5F0B-4A2B-A4B3-5115AA5C512D}">
      <dsp:nvSpPr>
        <dsp:cNvPr id="0" name=""/>
        <dsp:cNvSpPr/>
      </dsp:nvSpPr>
      <dsp:spPr>
        <a:xfrm>
          <a:off x="1164512" y="3661668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Linear Algebra </a:t>
          </a:r>
          <a:endParaRPr lang="en-US" sz="1800" kern="1200" dirty="0">
            <a:latin typeface="Tw Cen MT" panose="020B0602020104020603"/>
          </a:endParaRPr>
        </a:p>
      </dsp:txBody>
      <dsp:txXfrm>
        <a:off x="1164512" y="3661668"/>
        <a:ext cx="1782421" cy="712968"/>
      </dsp:txXfrm>
    </dsp:sp>
    <dsp:sp modelId="{8A12C76D-7773-482B-B37F-DF6AF354445F}">
      <dsp:nvSpPr>
        <dsp:cNvPr id="0" name=""/>
        <dsp:cNvSpPr/>
      </dsp:nvSpPr>
      <dsp:spPr>
        <a:xfrm>
          <a:off x="3749023" y="2577066"/>
          <a:ext cx="802089" cy="80208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6F9C2DC-65A1-40A1-8D0D-3D60928F23DE}">
      <dsp:nvSpPr>
        <dsp:cNvPr id="0" name=""/>
        <dsp:cNvSpPr/>
      </dsp:nvSpPr>
      <dsp:spPr>
        <a:xfrm>
          <a:off x="3258857" y="3661668"/>
          <a:ext cx="1782421" cy="71296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Pseudorandom Number Generation </a:t>
          </a:r>
          <a:endParaRPr lang="en-US" sz="1700" kern="1200" dirty="0">
            <a:latin typeface="Tw Cen MT" panose="020B0602020104020603"/>
          </a:endParaRPr>
        </a:p>
      </dsp:txBody>
      <dsp:txXfrm>
        <a:off x="3258857" y="3661668"/>
        <a:ext cx="1782421" cy="7129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12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047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87780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911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1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5707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315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82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715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4287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2398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278797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103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4574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532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3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830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D85C1B-F502-49E7-9B1D-A7B2F3900DC0}" type="datetimeFigureOut">
              <a:rPr lang="en-US" smtClean="0"/>
              <a:t>8/14/2024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8B5990-39D8-4BF7-80D4-2D9691C43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95242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0" r:id="rId1"/>
    <p:sldLayoutId id="2147483731" r:id="rId2"/>
    <p:sldLayoutId id="2147483732" r:id="rId3"/>
    <p:sldLayoutId id="2147483733" r:id="rId4"/>
    <p:sldLayoutId id="2147483734" r:id="rId5"/>
    <p:sldLayoutId id="2147483735" r:id="rId6"/>
    <p:sldLayoutId id="2147483736" r:id="rId7"/>
    <p:sldLayoutId id="2147483737" r:id="rId8"/>
    <p:sldLayoutId id="2147483738" r:id="rId9"/>
    <p:sldLayoutId id="2147483739" r:id="rId10"/>
    <p:sldLayoutId id="2147483740" r:id="rId11"/>
    <p:sldLayoutId id="2147483741" r:id="rId12"/>
    <p:sldLayoutId id="2147483742" r:id="rId13"/>
    <p:sldLayoutId id="2147483743" r:id="rId14"/>
    <p:sldLayoutId id="2147483744" r:id="rId15"/>
    <p:sldLayoutId id="2147483745" r:id="rId16"/>
    <p:sldLayoutId id="2147483746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3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2.png"/><Relationship Id="rId4" Type="http://schemas.openxmlformats.org/officeDocument/2006/relationships/image" Target="../media/image81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5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20F8C-B260-B061-FAEB-456B3F292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7794" y="1122363"/>
            <a:ext cx="8898299" cy="23876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latin typeface="Arial"/>
                <a:cs typeface="Arial"/>
              </a:rPr>
              <a:t>Module 3: </a:t>
            </a:r>
            <a:br>
              <a:rPr lang="en-US" sz="4400" b="1" dirty="0">
                <a:latin typeface="Arial"/>
                <a:cs typeface="Arial"/>
              </a:rPr>
            </a:br>
            <a:r>
              <a:rPr lang="en-US" sz="4400" b="1" dirty="0">
                <a:latin typeface="Arial"/>
                <a:cs typeface="Arial"/>
              </a:rPr>
              <a:t>Introduction to </a:t>
            </a:r>
            <a:r>
              <a:rPr lang="en-US" sz="4000" b="1" dirty="0">
                <a:latin typeface="Arial"/>
                <a:cs typeface="Arial"/>
              </a:rPr>
              <a:t>NumPy</a:t>
            </a:r>
            <a:endParaRPr lang="en-US" sz="4400" dirty="0"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259F20-37AD-8B00-89EB-0FC957CA1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46514" y="3995056"/>
            <a:ext cx="8621485" cy="126274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3200" b="1" dirty="0">
                <a:solidFill>
                  <a:srgbClr val="82FFFF"/>
                </a:solidFill>
                <a:ea typeface="+mn-lt"/>
                <a:cs typeface="+mn-lt"/>
              </a:rPr>
              <a:t>DS 522 Data Acquisition and Analytics </a:t>
            </a:r>
            <a:endParaRPr lang="en-US" b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7C069D0-BFED-6A53-E54A-0E65EEE9FF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675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2" name="Rectangle 101">
            <a:extLst>
              <a:ext uri="{FF2B5EF4-FFF2-40B4-BE49-F238E27FC236}">
                <a16:creationId xmlns:a16="http://schemas.microsoft.com/office/drawing/2014/main" id="{E978A47D-4F17-40FE-AB70-7AF78A9575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85BE3A7E-6A3F-401E-A025-BBB8FDB8D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104" name="Rectangle 5">
              <a:extLst>
                <a:ext uri="{FF2B5EF4-FFF2-40B4-BE49-F238E27FC236}">
                  <a16:creationId xmlns:a16="http://schemas.microsoft.com/office/drawing/2014/main" id="{41EE9036-817C-476C-BD59-B5184F9A3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6">
              <a:extLst>
                <a:ext uri="{FF2B5EF4-FFF2-40B4-BE49-F238E27FC236}">
                  <a16:creationId xmlns:a16="http://schemas.microsoft.com/office/drawing/2014/main" id="{F098087A-B4E4-4300-A841-44988BD88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7">
              <a:extLst>
                <a:ext uri="{FF2B5EF4-FFF2-40B4-BE49-F238E27FC236}">
                  <a16:creationId xmlns:a16="http://schemas.microsoft.com/office/drawing/2014/main" id="{F5BD5F4B-A39C-4DF9-84E4-A4D33F30E6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8">
              <a:extLst>
                <a:ext uri="{FF2B5EF4-FFF2-40B4-BE49-F238E27FC236}">
                  <a16:creationId xmlns:a16="http://schemas.microsoft.com/office/drawing/2014/main" id="{D7FA9858-BFA0-4D5B-AF72-B1B65EB069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9">
              <a:extLst>
                <a:ext uri="{FF2B5EF4-FFF2-40B4-BE49-F238E27FC236}">
                  <a16:creationId xmlns:a16="http://schemas.microsoft.com/office/drawing/2014/main" id="{A508A5F3-AFE0-4750-A9C2-B51A514FFC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10">
              <a:extLst>
                <a:ext uri="{FF2B5EF4-FFF2-40B4-BE49-F238E27FC236}">
                  <a16:creationId xmlns:a16="http://schemas.microsoft.com/office/drawing/2014/main" id="{92B4AAEB-ABF4-42A7-BE52-0B442190D1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11">
              <a:extLst>
                <a:ext uri="{FF2B5EF4-FFF2-40B4-BE49-F238E27FC236}">
                  <a16:creationId xmlns:a16="http://schemas.microsoft.com/office/drawing/2014/main" id="{3767C370-4A42-4376-8CAE-606C4BC8F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12">
              <a:extLst>
                <a:ext uri="{FF2B5EF4-FFF2-40B4-BE49-F238E27FC236}">
                  <a16:creationId xmlns:a16="http://schemas.microsoft.com/office/drawing/2014/main" id="{36205F53-9C95-4954-B97C-1625BB8A35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13">
              <a:extLst>
                <a:ext uri="{FF2B5EF4-FFF2-40B4-BE49-F238E27FC236}">
                  <a16:creationId xmlns:a16="http://schemas.microsoft.com/office/drawing/2014/main" id="{DC80B58E-3469-43E9-96FC-D747B6983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14">
              <a:extLst>
                <a:ext uri="{FF2B5EF4-FFF2-40B4-BE49-F238E27FC236}">
                  <a16:creationId xmlns:a16="http://schemas.microsoft.com/office/drawing/2014/main" id="{E17A4ED2-DDD7-4B4D-A39C-9B0121C88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15">
              <a:extLst>
                <a:ext uri="{FF2B5EF4-FFF2-40B4-BE49-F238E27FC236}">
                  <a16:creationId xmlns:a16="http://schemas.microsoft.com/office/drawing/2014/main" id="{A2C14A85-E7A9-4E1D-809F-20F5CFA78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Line 16">
              <a:extLst>
                <a:ext uri="{FF2B5EF4-FFF2-40B4-BE49-F238E27FC236}">
                  <a16:creationId xmlns:a16="http://schemas.microsoft.com/office/drawing/2014/main" id="{F3D51E32-9399-4B7F-8D91-BF9A068B83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17">
              <a:extLst>
                <a:ext uri="{FF2B5EF4-FFF2-40B4-BE49-F238E27FC236}">
                  <a16:creationId xmlns:a16="http://schemas.microsoft.com/office/drawing/2014/main" id="{9969F9D2-502D-4C1D-ABA5-02B1BF2A00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18">
              <a:extLst>
                <a:ext uri="{FF2B5EF4-FFF2-40B4-BE49-F238E27FC236}">
                  <a16:creationId xmlns:a16="http://schemas.microsoft.com/office/drawing/2014/main" id="{4AE555C6-5623-478A-BF35-63E9929A3A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19">
              <a:extLst>
                <a:ext uri="{FF2B5EF4-FFF2-40B4-BE49-F238E27FC236}">
                  <a16:creationId xmlns:a16="http://schemas.microsoft.com/office/drawing/2014/main" id="{A3D3AED4-A69E-4301-9BB4-436DC5F0C9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20">
              <a:extLst>
                <a:ext uri="{FF2B5EF4-FFF2-40B4-BE49-F238E27FC236}">
                  <a16:creationId xmlns:a16="http://schemas.microsoft.com/office/drawing/2014/main" id="{C3B8082C-2D81-48D7-8B45-85B7C89296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Rectangle 21">
              <a:extLst>
                <a:ext uri="{FF2B5EF4-FFF2-40B4-BE49-F238E27FC236}">
                  <a16:creationId xmlns:a16="http://schemas.microsoft.com/office/drawing/2014/main" id="{9AD35461-BA86-408B-8A29-244EB2F2FB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22">
              <a:extLst>
                <a:ext uri="{FF2B5EF4-FFF2-40B4-BE49-F238E27FC236}">
                  <a16:creationId xmlns:a16="http://schemas.microsoft.com/office/drawing/2014/main" id="{F238E495-B6C6-4857-899B-CDD5848312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23">
              <a:extLst>
                <a:ext uri="{FF2B5EF4-FFF2-40B4-BE49-F238E27FC236}">
                  <a16:creationId xmlns:a16="http://schemas.microsoft.com/office/drawing/2014/main" id="{E20A751E-054C-4EC2-8DA3-0EC923A658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24">
              <a:extLst>
                <a:ext uri="{FF2B5EF4-FFF2-40B4-BE49-F238E27FC236}">
                  <a16:creationId xmlns:a16="http://schemas.microsoft.com/office/drawing/2014/main" id="{B6E8E701-3D21-4E5C-AB6E-9A74046970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25">
              <a:extLst>
                <a:ext uri="{FF2B5EF4-FFF2-40B4-BE49-F238E27FC236}">
                  <a16:creationId xmlns:a16="http://schemas.microsoft.com/office/drawing/2014/main" id="{431BDA41-D09D-4984-B888-756F5F81B4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Freeform 26">
              <a:extLst>
                <a:ext uri="{FF2B5EF4-FFF2-40B4-BE49-F238E27FC236}">
                  <a16:creationId xmlns:a16="http://schemas.microsoft.com/office/drawing/2014/main" id="{0DC943D2-20E4-4C00-82D2-D405A7C00B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27">
              <a:extLst>
                <a:ext uri="{FF2B5EF4-FFF2-40B4-BE49-F238E27FC236}">
                  <a16:creationId xmlns:a16="http://schemas.microsoft.com/office/drawing/2014/main" id="{4BC34A74-80A2-4DE1-8ADC-BBD1709035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28">
              <a:extLst>
                <a:ext uri="{FF2B5EF4-FFF2-40B4-BE49-F238E27FC236}">
                  <a16:creationId xmlns:a16="http://schemas.microsoft.com/office/drawing/2014/main" id="{C6C3CA25-431F-4E26-952D-4AA9C4C725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29">
              <a:extLst>
                <a:ext uri="{FF2B5EF4-FFF2-40B4-BE49-F238E27FC236}">
                  <a16:creationId xmlns:a16="http://schemas.microsoft.com/office/drawing/2014/main" id="{776D1836-82AE-40EF-9829-C6B8D2CF02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30">
              <a:extLst>
                <a:ext uri="{FF2B5EF4-FFF2-40B4-BE49-F238E27FC236}">
                  <a16:creationId xmlns:a16="http://schemas.microsoft.com/office/drawing/2014/main" id="{9A8E397E-ADF9-45C1-98F4-3F5A86378B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31">
              <a:extLst>
                <a:ext uri="{FF2B5EF4-FFF2-40B4-BE49-F238E27FC236}">
                  <a16:creationId xmlns:a16="http://schemas.microsoft.com/office/drawing/2014/main" id="{DE07CFD9-357F-40BC-A792-CE874BFE50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9C0D522-1107-85EC-4ED2-225629BD2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082673"/>
            <a:ext cx="2547153" cy="4708528"/>
          </a:xfrm>
        </p:spPr>
        <p:txBody>
          <a:bodyPr>
            <a:normAutofit/>
          </a:bodyPr>
          <a:lstStyle/>
          <a:p>
            <a:pPr algn="r"/>
            <a:r>
              <a:rPr lang="en-US" sz="4000" b="1" dirty="0"/>
              <a:t>AGENDA</a:t>
            </a:r>
          </a:p>
        </p:txBody>
      </p:sp>
      <p:cxnSp>
        <p:nvCxnSpPr>
          <p:cNvPr id="131" name="Straight Connector 130">
            <a:extLst>
              <a:ext uri="{FF2B5EF4-FFF2-40B4-BE49-F238E27FC236}">
                <a16:creationId xmlns:a16="http://schemas.microsoft.com/office/drawing/2014/main" id="{085ECEC0-FF5D-4348-92C7-1EA7C61E77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Content Placeholder 2">
            <a:extLst>
              <a:ext uri="{FF2B5EF4-FFF2-40B4-BE49-F238E27FC236}">
                <a16:creationId xmlns:a16="http://schemas.microsoft.com/office/drawing/2014/main" id="{B3529599-F5B4-68D7-C3D3-833636480F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339841"/>
              </p:ext>
            </p:extLst>
          </p:nvPr>
        </p:nvGraphicFramePr>
        <p:xfrm>
          <a:off x="4843209" y="1082673"/>
          <a:ext cx="6205792" cy="4708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132" name="Group 131">
            <a:extLst>
              <a:ext uri="{FF2B5EF4-FFF2-40B4-BE49-F238E27FC236}">
                <a16:creationId xmlns:a16="http://schemas.microsoft.com/office/drawing/2014/main" id="{F4E035BE-9FF4-43D3-BC25-CF582D7FF8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133" name="Freeform 32">
              <a:extLst>
                <a:ext uri="{FF2B5EF4-FFF2-40B4-BE49-F238E27FC236}">
                  <a16:creationId xmlns:a16="http://schemas.microsoft.com/office/drawing/2014/main" id="{F98BCEB2-EC20-4E84-A994-0AC37292C8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33">
              <a:extLst>
                <a:ext uri="{FF2B5EF4-FFF2-40B4-BE49-F238E27FC236}">
                  <a16:creationId xmlns:a16="http://schemas.microsoft.com/office/drawing/2014/main" id="{7A2E1821-AEDF-417E-9F17-83379E9C0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34">
              <a:extLst>
                <a:ext uri="{FF2B5EF4-FFF2-40B4-BE49-F238E27FC236}">
                  <a16:creationId xmlns:a16="http://schemas.microsoft.com/office/drawing/2014/main" id="{CB3734E2-8292-4B47-B6AB-0E5A058DE9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35">
              <a:extLst>
                <a:ext uri="{FF2B5EF4-FFF2-40B4-BE49-F238E27FC236}">
                  <a16:creationId xmlns:a16="http://schemas.microsoft.com/office/drawing/2014/main" id="{A0B09C51-29AB-45C0-B707-CCFB9DF280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36">
              <a:extLst>
                <a:ext uri="{FF2B5EF4-FFF2-40B4-BE49-F238E27FC236}">
                  <a16:creationId xmlns:a16="http://schemas.microsoft.com/office/drawing/2014/main" id="{510C0CED-AE1B-45AE-B5E1-57521E589D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37">
              <a:extLst>
                <a:ext uri="{FF2B5EF4-FFF2-40B4-BE49-F238E27FC236}">
                  <a16:creationId xmlns:a16="http://schemas.microsoft.com/office/drawing/2014/main" id="{591F2327-4B45-41AA-B41C-7404B6A1E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9" name="Freeform 38">
              <a:extLst>
                <a:ext uri="{FF2B5EF4-FFF2-40B4-BE49-F238E27FC236}">
                  <a16:creationId xmlns:a16="http://schemas.microsoft.com/office/drawing/2014/main" id="{5A63224C-41A0-42C0-96F6-0B2BE99A13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0" name="Freeform 39">
              <a:extLst>
                <a:ext uri="{FF2B5EF4-FFF2-40B4-BE49-F238E27FC236}">
                  <a16:creationId xmlns:a16="http://schemas.microsoft.com/office/drawing/2014/main" id="{A7C00B9F-C253-4776-9935-EC02254A4F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1" name="Freeform 40">
              <a:extLst>
                <a:ext uri="{FF2B5EF4-FFF2-40B4-BE49-F238E27FC236}">
                  <a16:creationId xmlns:a16="http://schemas.microsoft.com/office/drawing/2014/main" id="{5062D4AA-13F3-4064-8440-FFE8562D8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2" name="Rectangle 41">
              <a:extLst>
                <a:ext uri="{FF2B5EF4-FFF2-40B4-BE49-F238E27FC236}">
                  <a16:creationId xmlns:a16="http://schemas.microsoft.com/office/drawing/2014/main" id="{3E143B27-CB82-440B-879B-D25C1891C1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CBBE772-449F-732D-5D97-8C14264921D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440" y="-18472"/>
            <a:ext cx="1097268" cy="1053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968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0C35CC-F0EF-AED8-D2AE-3F8520947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718" y="396845"/>
            <a:ext cx="9036305" cy="147857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NumPy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FEB2A-9723-77BC-B7D8-112D3C4372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9" y="1961100"/>
            <a:ext cx="4663439" cy="44122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short for Numerical Python.</a:t>
            </a:r>
          </a:p>
          <a:p>
            <a:r>
              <a:rPr lang="en-US" dirty="0">
                <a:ea typeface="+mn-lt"/>
                <a:cs typeface="+mn-lt"/>
              </a:rPr>
              <a:t>one of the most important foundational packages for numerical computing in Python.</a:t>
            </a:r>
          </a:p>
          <a:p>
            <a:r>
              <a:rPr lang="en-US" dirty="0">
                <a:latin typeface="TW Cen MT"/>
                <a:ea typeface="+mn-lt"/>
                <a:cs typeface="+mn-lt"/>
              </a:rPr>
              <a:t>Provides efficient operations on large arrays of data.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pPr lvl="1">
              <a:buFont typeface="Courier New" panose="020B0604020202020204" pitchFamily="34" charset="0"/>
              <a:buChar char="o"/>
            </a:pPr>
            <a:endParaRPr lang="en-US" sz="1800" dirty="0">
              <a:ea typeface="+mn-lt"/>
              <a:cs typeface="+mn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98FA0A-539A-FCEF-B72F-C63A2F3EBCD7}"/>
              </a:ext>
            </a:extLst>
          </p:cNvPr>
          <p:cNvSpPr txBox="1">
            <a:spLocks/>
          </p:cNvSpPr>
          <p:nvPr/>
        </p:nvSpPr>
        <p:spPr>
          <a:xfrm>
            <a:off x="6025897" y="2039112"/>
            <a:ext cx="4983479" cy="3162416"/>
          </a:xfrm>
          <a:prstGeom prst="rect">
            <a:avLst/>
          </a:prstGeom>
        </p:spPr>
        <p:txBody>
          <a:bodyPr lIns="91440" tIns="45720" rIns="91440" bIns="45720" anchor="t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ea typeface="+mn-lt"/>
                <a:cs typeface="+mn-lt"/>
              </a:rPr>
              <a:t>NumPy important features: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 err="1">
                <a:ea typeface="+mn-lt"/>
                <a:cs typeface="+mn-lt"/>
              </a:rPr>
              <a:t>ndarray</a:t>
            </a:r>
            <a:r>
              <a:rPr lang="en-US" sz="2800" dirty="0">
                <a:ea typeface="+mn-lt"/>
                <a:cs typeface="+mn-lt"/>
              </a:rPr>
              <a:t> - efficient multidimensional array that provides the fast array-oriented computations.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>
                <a:ea typeface="+mn-lt"/>
                <a:cs typeface="+mn-lt"/>
              </a:rPr>
              <a:t>Mathematical functions - fast operations on entire arrays of data without for / while loops. 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>
                <a:ea typeface="+mn-lt"/>
                <a:cs typeface="+mn-lt"/>
              </a:rPr>
              <a:t>Linear algebra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en-US" sz="2800" dirty="0">
                <a:ea typeface="+mn-lt"/>
                <a:cs typeface="+mn-lt"/>
              </a:rPr>
              <a:t>Random number generation </a:t>
            </a:r>
            <a:r>
              <a:rPr lang="en-US" sz="2800" dirty="0">
                <a:latin typeface="TW Cen MT"/>
                <a:ea typeface="+mn-lt"/>
                <a:cs typeface="+mn-lt"/>
              </a:rPr>
              <a:t> </a:t>
            </a:r>
            <a:endParaRPr lang="en-US" sz="2800" dirty="0">
              <a:solidFill>
                <a:srgbClr val="000000"/>
              </a:solidFill>
              <a:latin typeface="TW Cen MT"/>
            </a:endParaRPr>
          </a:p>
          <a:p>
            <a:pPr marL="285750" indent="-285750"/>
            <a:endParaRPr lang="en-US" sz="2000" dirty="0"/>
          </a:p>
          <a:p>
            <a:endParaRPr lang="en-US" sz="20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6C917C48-7CCA-0736-87CB-003E8EB32D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40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599"/>
            <a:ext cx="9905955" cy="427892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The NumPy </a:t>
            </a:r>
            <a:r>
              <a:rPr lang="en-US" sz="4800" b="1" dirty="0" err="1">
                <a:ea typeface="+mj-lt"/>
                <a:cs typeface="+mj-lt"/>
              </a:rPr>
              <a:t>ndarray</a:t>
            </a:r>
            <a:r>
              <a:rPr lang="en-US" sz="4800" b="1" dirty="0">
                <a:ea typeface="+mj-lt"/>
                <a:cs typeface="+mj-lt"/>
              </a:rPr>
              <a:t> </a:t>
            </a:r>
            <a:endParaRPr lang="en-US" b="1" dirty="0">
              <a:ea typeface="+mj-lt"/>
              <a:cs typeface="+mj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984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6537" y="706537"/>
            <a:ext cx="9486429" cy="1307614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THE NUMPY NDARRAY </a:t>
            </a:r>
            <a:endParaRPr lang="en-US" b="1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F6E532-AE31-6638-6706-F28020FFB3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1410" y="2014151"/>
            <a:ext cx="3196899" cy="500449"/>
          </a:xfrm>
        </p:spPr>
        <p:txBody>
          <a:bodyPr/>
          <a:lstStyle/>
          <a:p>
            <a:r>
              <a:rPr lang="en-US" dirty="0" err="1"/>
              <a:t>ndarray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1311964" y="2514597"/>
            <a:ext cx="4936166" cy="363686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One main feature of NumPy is its N-dimensional array object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fast, flexible container for large datasets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FFFFFF"/>
                </a:solidFill>
                <a:ea typeface="+mn-lt"/>
                <a:cs typeface="+mn-lt"/>
              </a:rPr>
              <a:t>All the elements are homogeneous</a:t>
            </a:r>
          </a:p>
          <a:p>
            <a:pPr marL="285750" indent="-285750">
              <a:buFont typeface="Arial,Sans-Serif" panose="020B0604020202020204" pitchFamily="34" charset="0"/>
              <a:buChar char="•"/>
            </a:pPr>
            <a:r>
              <a:rPr lang="en-US" sz="2000" dirty="0">
                <a:latin typeface="TW Cen MT"/>
                <a:ea typeface="+mn-lt"/>
                <a:cs typeface="+mn-lt"/>
              </a:rPr>
              <a:t>Each array has a shape, a tuple that indicates its dimension (rows, columns).</a:t>
            </a:r>
            <a:r>
              <a:rPr lang="en-US" sz="2000" dirty="0">
                <a:latin typeface="TW Cen MT"/>
              </a:rPr>
              <a:t> 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b="1" dirty="0" err="1">
                <a:ea typeface="+mn-lt"/>
                <a:cs typeface="+mn-lt"/>
              </a:rPr>
              <a:t>data.shape</a:t>
            </a:r>
            <a:r>
              <a:rPr lang="en-US" sz="1800" dirty="0">
                <a:ea typeface="+mn-lt"/>
                <a:cs typeface="+mn-lt"/>
              </a:rPr>
              <a:t> </a:t>
            </a:r>
            <a:endParaRPr lang="en-US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Out: (</a:t>
            </a:r>
            <a:r>
              <a:rPr lang="en-US" sz="1800" dirty="0">
                <a:ea typeface="+mn-lt"/>
                <a:cs typeface="+mn-lt"/>
                <a:sym typeface="Wingdings" panose="05000000000000000000" pitchFamily="2" charset="2"/>
              </a:rPr>
              <a:t>2,3)    (row, column)</a:t>
            </a:r>
            <a:endParaRPr lang="en-US" sz="180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1976326-1AFF-02CA-58FF-22A4B1856CFF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6665843" y="2514597"/>
            <a:ext cx="4936166" cy="363686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err="1">
                <a:solidFill>
                  <a:srgbClr val="FFFFFF"/>
                </a:solidFill>
                <a:ea typeface="+mn-lt"/>
                <a:cs typeface="+mn-lt"/>
              </a:rPr>
              <a:t>dtype</a:t>
            </a: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 -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an object describing the data type of the array. </a:t>
            </a:r>
            <a:endParaRPr lang="en-US" sz="24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b="1" dirty="0" err="1">
                <a:ea typeface="+mn-lt"/>
                <a:cs typeface="+mn-lt"/>
              </a:rPr>
              <a:t>data.dtype</a:t>
            </a:r>
            <a:r>
              <a:rPr lang="en-US" sz="2000" b="1" dirty="0">
                <a:ea typeface="+mn-lt"/>
                <a:cs typeface="+mn-lt"/>
              </a:rPr>
              <a:t> </a:t>
            </a:r>
            <a:endParaRPr lang="en-US" sz="2000" b="1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000" dirty="0">
                <a:ea typeface="+mn-lt"/>
                <a:cs typeface="+mn-lt"/>
              </a:rPr>
              <a:t>Out: </a:t>
            </a:r>
            <a:r>
              <a:rPr lang="en-US" sz="2000" dirty="0" err="1">
                <a:ea typeface="+mn-lt"/>
                <a:cs typeface="+mn-lt"/>
              </a:rPr>
              <a:t>dtype</a:t>
            </a:r>
            <a:r>
              <a:rPr lang="en-US" sz="2000" dirty="0">
                <a:ea typeface="+mn-lt"/>
                <a:cs typeface="+mn-lt"/>
              </a:rPr>
              <a:t>(‘float64’)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ndarray</a:t>
            </a:r>
            <a:r>
              <a:rPr lang="en-US" sz="2400" dirty="0">
                <a:ea typeface="+mn-lt"/>
                <a:cs typeface="+mn-lt"/>
              </a:rPr>
              <a:t> objects:</a:t>
            </a:r>
            <a:endParaRPr lang="en-US" sz="22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‘array’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 ‘NumPy array’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‘</a:t>
            </a:r>
            <a:r>
              <a:rPr lang="en-US" sz="1800" dirty="0" err="1">
                <a:ea typeface="+mn-lt"/>
                <a:cs typeface="+mn-lt"/>
              </a:rPr>
              <a:t>ndarray</a:t>
            </a:r>
            <a:r>
              <a:rPr lang="en-US" sz="1800" dirty="0">
                <a:ea typeface="+mn-lt"/>
                <a:cs typeface="+mn-lt"/>
              </a:rPr>
              <a:t>’</a:t>
            </a:r>
            <a:endParaRPr lang="en-US" sz="1800" dirty="0"/>
          </a:p>
          <a:p>
            <a:endParaRPr lang="en-US" sz="2000" dirty="0"/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D63B66E4-6B46-A975-B873-4AD50E0AD1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310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1883" y="609599"/>
            <a:ext cx="9805528" cy="1359097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THE NUMPY NDARRAY - Example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63591" y="2252871"/>
            <a:ext cx="4960134" cy="3727800"/>
          </a:xfrm>
        </p:spPr>
        <p:txBody>
          <a:bodyPr>
            <a:noAutofit/>
          </a:bodyPr>
          <a:lstStyle/>
          <a:p>
            <a:endParaRPr lang="en-US" sz="1800" dirty="0"/>
          </a:p>
          <a:p>
            <a:endParaRPr lang="en-US" sz="2000" dirty="0"/>
          </a:p>
          <a:p>
            <a:pPr>
              <a:lnSpc>
                <a:spcPct val="100000"/>
              </a:lnSpc>
            </a:pPr>
            <a:endParaRPr lang="en-US" sz="2000" dirty="0">
              <a:ea typeface="+mn-lt"/>
              <a:cs typeface="+mn-lt"/>
            </a:endParaRPr>
          </a:p>
        </p:txBody>
      </p:sp>
      <p:pic>
        <p:nvPicPr>
          <p:cNvPr id="8" name="Picture 7" descr="A blue and white logo&#10;&#10;Description automatically generated">
            <a:extLst>
              <a:ext uri="{FF2B5EF4-FFF2-40B4-BE49-F238E27FC236}">
                <a16:creationId xmlns:a16="http://schemas.microsoft.com/office/drawing/2014/main" id="{4A82B68C-0727-3949-54BA-6389D3FC4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8C0F56-5C04-BA8F-3FCB-6DDE7FA44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883" y="2388748"/>
            <a:ext cx="4112437" cy="161340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852E14A-E1F5-F9E2-4CD4-1CEFFEF413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4058" y="2388748"/>
            <a:ext cx="5639606" cy="148822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9583CDF-693D-3065-4A95-0432196238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8101" y="4538713"/>
            <a:ext cx="4716405" cy="144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4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3288F-D697-1CA2-B76D-F82174DE2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469" y="477407"/>
            <a:ext cx="8939819" cy="1478570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Creating </a:t>
            </a:r>
            <a:r>
              <a:rPr lang="en-US" b="1" dirty="0" err="1">
                <a:ea typeface="+mj-lt"/>
                <a:cs typeface="+mj-lt"/>
              </a:rPr>
              <a:t>ndarrays</a:t>
            </a:r>
            <a:r>
              <a:rPr lang="en-US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8D57D9-8B39-B36A-7BD4-957C49BECAD3}"/>
              </a:ext>
            </a:extLst>
          </p:cNvPr>
          <p:cNvSpPr txBox="1"/>
          <p:nvPr/>
        </p:nvSpPr>
        <p:spPr>
          <a:xfrm>
            <a:off x="1179442" y="2093770"/>
            <a:ext cx="4916557" cy="33547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400" b="1" dirty="0">
                <a:ea typeface="+mn-lt"/>
                <a:cs typeface="+mn-lt"/>
              </a:rPr>
              <a:t>array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function used to create an array.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uses sequence-like objects as inputs</a:t>
            </a:r>
            <a:endParaRPr lang="en-US" dirty="0"/>
          </a:p>
          <a:p>
            <a:pPr lvl="1"/>
            <a:endParaRPr lang="en-US" sz="2000" dirty="0">
              <a:ea typeface="+mn-lt"/>
              <a:cs typeface="+mn-lt"/>
            </a:endParaRP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sz="2000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# elements are converted from int to float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36228-3E20-D0B6-5905-F8B95DA20F9F}"/>
              </a:ext>
            </a:extLst>
          </p:cNvPr>
          <p:cNvSpPr txBox="1"/>
          <p:nvPr/>
        </p:nvSpPr>
        <p:spPr>
          <a:xfrm>
            <a:off x="6546574" y="2438321"/>
            <a:ext cx="5022574" cy="33547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Nested sequences will be converted into a multidimensional array:</a:t>
            </a:r>
          </a:p>
          <a:p>
            <a:endParaRPr lang="en-US" sz="1800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sz="1800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sz="1800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endParaRPr lang="en-US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r>
              <a:rPr lang="en-US" sz="2000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# elements are not converted</a:t>
            </a:r>
            <a:endParaRPr lang="en-US" sz="2000" dirty="0">
              <a:solidFill>
                <a:srgbClr val="FFFFFF"/>
              </a:solidFill>
            </a:endParaRPr>
          </a:p>
          <a:p>
            <a:endParaRPr lang="en-US" sz="2000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6" name="Picture 5" descr="A blue and white logo&#10;&#10;Description automatically generated">
            <a:extLst>
              <a:ext uri="{FF2B5EF4-FFF2-40B4-BE49-F238E27FC236}">
                <a16:creationId xmlns:a16="http://schemas.microsoft.com/office/drawing/2014/main" id="{5DD1E0AE-1261-D071-E917-87E13E791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15825C-4C65-97BF-1432-2B712B0F57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867" y="3407621"/>
            <a:ext cx="5155578" cy="15863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D6F4CB1-DE19-2999-1D2F-A98A14E650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2014" y="3407621"/>
            <a:ext cx="5477220" cy="1565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3150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32297" y="498202"/>
            <a:ext cx="9727406" cy="121028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Creating </a:t>
            </a:r>
            <a:r>
              <a:rPr lang="en-US" b="1" dirty="0" err="1">
                <a:ea typeface="+mj-lt"/>
                <a:cs typeface="+mj-lt"/>
              </a:rPr>
              <a:t>ndarrays</a:t>
            </a:r>
            <a:r>
              <a:rPr lang="en-US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2847" y="1787996"/>
            <a:ext cx="5213670" cy="4215384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b="1" dirty="0" err="1">
                <a:ea typeface="+mn-lt"/>
                <a:cs typeface="+mn-lt"/>
              </a:rPr>
              <a:t>ndim</a:t>
            </a:r>
            <a:r>
              <a:rPr lang="en-US" b="1" dirty="0">
                <a:ea typeface="+mn-lt"/>
                <a:cs typeface="+mn-lt"/>
              </a:rPr>
              <a:t> – </a:t>
            </a:r>
            <a:r>
              <a:rPr lang="en-US" dirty="0">
                <a:ea typeface="+mn-lt"/>
                <a:cs typeface="+mn-lt"/>
              </a:rPr>
              <a:t>function to find </a:t>
            </a:r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dirty="0">
                <a:ea typeface="+mn-lt"/>
                <a:cs typeface="+mn-lt"/>
              </a:rPr>
              <a:t>dimension of arrays</a:t>
            </a:r>
          </a:p>
          <a:p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Output:</a:t>
            </a:r>
          </a:p>
          <a:p>
            <a:r>
              <a:rPr lang="en-US" b="1" dirty="0">
                <a:latin typeface="Tw Cen MT"/>
                <a:ea typeface="+mn-lt"/>
                <a:cs typeface="+mn-lt"/>
              </a:rPr>
              <a:t>shape - </a:t>
            </a:r>
            <a:r>
              <a:rPr lang="en-US" dirty="0">
                <a:ea typeface="+mn-lt"/>
                <a:cs typeface="+mn-lt"/>
              </a:rPr>
              <a:t>function to find </a:t>
            </a:r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dirty="0">
                <a:ea typeface="+mn-lt"/>
                <a:cs typeface="+mn-lt"/>
              </a:rPr>
              <a:t>shape of arrays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>
                <a:ea typeface="+mn-lt"/>
                <a:cs typeface="+mn-lt"/>
              </a:rPr>
              <a:t>Output: </a:t>
            </a:r>
            <a:endParaRPr lang="en-US" b="1" dirty="0"/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CC66E-255E-8999-4618-8164A7128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628" y="1785373"/>
            <a:ext cx="5213670" cy="4258112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dirty="0">
                <a:ea typeface="+mn-lt"/>
                <a:cs typeface="+mn-lt"/>
              </a:rPr>
              <a:t>zeros() – creates arrays of zeroes</a:t>
            </a:r>
          </a:p>
          <a:p>
            <a:pPr marL="457200" lvl="1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b="1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b="1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ones() – create arrays of ones are</a:t>
            </a:r>
            <a:endParaRPr lang="en-US" dirty="0"/>
          </a:p>
          <a:p>
            <a:pPr marL="457200" lvl="1" indent="0">
              <a:buNone/>
            </a:pPr>
            <a:endParaRPr lang="en-US" b="1" dirty="0">
              <a:ea typeface="+mn-lt"/>
              <a:cs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AB45E9-2828-B644-52D0-23834DAF84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7088" y="2298830"/>
            <a:ext cx="1945187" cy="134517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0561F64-6F88-A663-C3AF-0EEA01E724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2680" y="4356353"/>
            <a:ext cx="1945186" cy="133437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5D5AE0E-D0F0-55B1-D408-B53841E18B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2058" y="2364079"/>
            <a:ext cx="4891513" cy="117425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8227686-0450-5CAE-F280-4244B5A5B1C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2010" y="4445805"/>
            <a:ext cx="4891514" cy="1072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182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242" y="562073"/>
            <a:ext cx="9316279" cy="121028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Creating </a:t>
            </a:r>
            <a:r>
              <a:rPr lang="en-US" b="1" dirty="0" err="1">
                <a:ea typeface="+mj-lt"/>
                <a:cs typeface="+mj-lt"/>
              </a:rPr>
              <a:t>ndarrays</a:t>
            </a:r>
            <a:r>
              <a:rPr lang="en-US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39499" y="3034751"/>
            <a:ext cx="3871581" cy="1522167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>
                <a:ea typeface="+mn-lt"/>
                <a:cs typeface="+mn-lt"/>
              </a:rPr>
              <a:t>empty() - </a:t>
            </a:r>
            <a:r>
              <a:rPr lang="en-US" dirty="0">
                <a:ea typeface="+mn-lt"/>
                <a:cs typeface="+mn-lt"/>
              </a:rPr>
              <a:t>creates an array without initializing its values.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CC66E-255E-8999-4618-8164A7128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95930" y="4817228"/>
            <a:ext cx="4059843" cy="1226955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>
              <a:buFont typeface="Wingdings" panose="05000000000000000000" pitchFamily="2" charset="2"/>
              <a:buChar char="ß"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 returns uninitialized, nonzero     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     “garbage” or random values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C036BAA-60E7-B4A1-EC10-A9B4096A9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957" y="3873072"/>
            <a:ext cx="5936973" cy="2651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4B5A60-8A97-14B9-007F-7A21853742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4430" y="2487139"/>
            <a:ext cx="6992642" cy="1360264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D7C9640-0483-2871-542E-0CBDA102DE1C}"/>
              </a:ext>
            </a:extLst>
          </p:cNvPr>
          <p:cNvSpPr txBox="1">
            <a:spLocks/>
          </p:cNvSpPr>
          <p:nvPr/>
        </p:nvSpPr>
        <p:spPr>
          <a:xfrm>
            <a:off x="4335517" y="1921316"/>
            <a:ext cx="7750468" cy="68935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err="1">
                <a:ea typeface="+mn-lt"/>
                <a:cs typeface="+mn-lt"/>
              </a:rPr>
              <a:t>arange</a:t>
            </a:r>
            <a:r>
              <a:rPr lang="en-US" b="1" dirty="0">
                <a:ea typeface="+mn-lt"/>
                <a:cs typeface="+mn-lt"/>
              </a:rPr>
              <a:t>() - </a:t>
            </a:r>
            <a:r>
              <a:rPr lang="en-US" dirty="0">
                <a:ea typeface="+mn-lt"/>
                <a:cs typeface="+mn-lt"/>
              </a:rPr>
              <a:t>an array-values version of the range function.</a:t>
            </a:r>
          </a:p>
          <a:p>
            <a:endParaRPr lang="en-US" dirty="0">
              <a:ea typeface="+mn-lt"/>
              <a:cs typeface="+mn-lt"/>
            </a:endParaRPr>
          </a:p>
          <a:p>
            <a:endParaRPr lang="en-US" dirty="0">
              <a:ea typeface="+mn-lt"/>
              <a:cs typeface="+mn-lt"/>
            </a:endParaRPr>
          </a:p>
          <a:p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  <a:ea typeface="+mn-lt"/>
              <a:cs typeface="+mn-lt"/>
            </a:endParaRP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4829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065369-7529-3EBB-DDFC-7BE7CEFA1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242" y="562073"/>
            <a:ext cx="9316279" cy="1210282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Cast or convert arrays 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4B957-7D2F-464C-DB8B-5E3E8F5605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71467" y="2001078"/>
            <a:ext cx="4969216" cy="39866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astype</a:t>
            </a:r>
            <a:r>
              <a:rPr lang="en-US" b="1" dirty="0">
                <a:ea typeface="+mn-lt"/>
                <a:cs typeface="+mn-lt"/>
              </a:rPr>
              <a:t>() – </a:t>
            </a:r>
            <a:r>
              <a:rPr lang="en-US" dirty="0">
                <a:ea typeface="+mn-lt"/>
                <a:cs typeface="+mn-lt"/>
              </a:rPr>
              <a:t>convert an array values to different data type</a:t>
            </a:r>
            <a:endParaRPr lang="en-US" dirty="0"/>
          </a:p>
          <a:p>
            <a:pPr marL="0" indent="0">
              <a:buNone/>
            </a:pP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8CC66E-255E-8999-4618-8164A7128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0416" y="2001078"/>
            <a:ext cx="5367758" cy="40431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 dirty="0" err="1">
                <a:ea typeface="+mn-lt"/>
                <a:cs typeface="+mn-lt"/>
              </a:rPr>
              <a:t>arange</a:t>
            </a:r>
            <a:r>
              <a:rPr lang="en-US" b="1" dirty="0">
                <a:ea typeface="+mn-lt"/>
                <a:cs typeface="+mn-lt"/>
              </a:rPr>
              <a:t>() - the</a:t>
            </a:r>
            <a:r>
              <a:rPr lang="en-US" dirty="0">
                <a:ea typeface="+mn-lt"/>
                <a:cs typeface="+mn-lt"/>
              </a:rPr>
              <a:t> array-values version of </a:t>
            </a:r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dirty="0">
                <a:ea typeface="+mn-lt"/>
                <a:cs typeface="+mn-lt"/>
              </a:rPr>
              <a:t>range() function.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5D4CCE-DE58-FAC2-95E8-EC465A608B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A95B01-5657-E210-31BD-E6EA7C7807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467" y="3095607"/>
            <a:ext cx="4362445" cy="223663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1B5CC3-0F65-83EC-E7FC-8F4AA0E69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398" y="3095607"/>
            <a:ext cx="5784930" cy="933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666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9D9A1-5160-0457-CA02-07BC1382F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722" y="632629"/>
            <a:ext cx="9634330" cy="1265146"/>
          </a:xfrm>
        </p:spPr>
        <p:txBody>
          <a:bodyPr/>
          <a:lstStyle/>
          <a:p>
            <a:pPr algn="ctr"/>
            <a:r>
              <a:rPr lang="en-US" b="1" dirty="0">
                <a:ea typeface="+mj-lt"/>
                <a:cs typeface="+mj-lt"/>
              </a:rPr>
              <a:t>Arithmetic with NumPy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E55FD6-D68C-6291-B312-70DC1097A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764" y="1883664"/>
            <a:ext cx="9846366" cy="44906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</a:rPr>
              <a:t>Any arithmetic operations between equal-size arrays applies </a:t>
            </a:r>
            <a:r>
              <a:rPr lang="en-US" sz="2400" dirty="0">
                <a:ea typeface="+mn-lt"/>
                <a:cs typeface="+mn-lt"/>
              </a:rPr>
              <a:t>the </a:t>
            </a:r>
            <a:r>
              <a:rPr lang="en-US" dirty="0">
                <a:ea typeface="+mn-lt"/>
                <a:cs typeface="+mn-lt"/>
              </a:rPr>
              <a:t>operation element-wise</a:t>
            </a:r>
            <a:r>
              <a:rPr lang="en-US" sz="2400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&gt; element-wise multiplication                        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						       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ea typeface="+mn-lt"/>
                <a:cs typeface="+mn-lt"/>
              </a:rPr>
              <a:t>&gt; element-wise subtraction</a:t>
            </a:r>
          </a:p>
          <a:p>
            <a:pPr lvl="1"/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lvl="1"/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  <a:p>
            <a:pPr lvl="1"/>
            <a:endParaRPr lang="en-US" dirty="0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1B868-1DE5-0961-5576-60D4367683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8B2C75A-9DBE-DB1F-9855-58D90BF3B0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7861" y="3429000"/>
            <a:ext cx="5748790" cy="200539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C79D3E-99E5-18AE-62CF-F8A8ED8695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3827" y="4026029"/>
            <a:ext cx="3199469" cy="186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61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F58F4-F002-0A63-FDA5-2FE8E17AB7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475" y="677334"/>
            <a:ext cx="9540617" cy="94262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Arithmetic with NumPy Arrays </a:t>
            </a:r>
            <a:endParaRPr lang="en-US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1343B-D448-0F3D-2A82-B1953503574C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40904" y="1815299"/>
            <a:ext cx="5148432" cy="4665014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Arithmetic operations with </a:t>
            </a:r>
            <a:r>
              <a:rPr lang="en-US" sz="2400" b="1" dirty="0">
                <a:solidFill>
                  <a:srgbClr val="FFFFFF"/>
                </a:solidFill>
                <a:ea typeface="+mn-lt"/>
                <a:cs typeface="+mn-lt"/>
              </a:rPr>
              <a:t>scalar</a:t>
            </a:r>
          </a:p>
          <a:p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&gt; applied to each element in the array</a:t>
            </a:r>
          </a:p>
          <a:p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Division</a:t>
            </a:r>
          </a:p>
          <a:p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  <a:p>
            <a:endParaRPr lang="en-US" sz="24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Exponent</a:t>
            </a:r>
            <a:endParaRPr lang="en-US" sz="2400" dirty="0"/>
          </a:p>
          <a:p>
            <a:pPr lvl="1"/>
            <a:endParaRPr lang="en-US" sz="2000" dirty="0">
              <a:ea typeface="+mn-lt"/>
              <a:cs typeface="+mn-lt"/>
            </a:endParaRPr>
          </a:p>
          <a:p>
            <a:pPr lvl="1"/>
            <a:endParaRPr lang="en-US" sz="2000" dirty="0">
              <a:ea typeface="+mn-lt"/>
              <a:cs typeface="+mn-lt"/>
            </a:endParaRPr>
          </a:p>
          <a:p>
            <a:pPr lvl="1"/>
            <a:endParaRPr lang="en-US" sz="2000" dirty="0">
              <a:ea typeface="+mn-lt"/>
              <a:cs typeface="+mn-lt"/>
            </a:endParaRPr>
          </a:p>
          <a:p>
            <a:pPr lvl="1"/>
            <a:endParaRPr lang="en-US" sz="2000" dirty="0">
              <a:ea typeface="+mn-lt"/>
              <a:cs typeface="+mn-lt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E6B4726-B887-AE65-79C3-09810318F35C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6102665" y="1819726"/>
            <a:ext cx="5408094" cy="363194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Comparison of arrays of the same size &gt; yields </a:t>
            </a:r>
            <a:r>
              <a:rPr lang="en-US" sz="2400" dirty="0" err="1">
                <a:solidFill>
                  <a:srgbClr val="FFFFFF"/>
                </a:solidFill>
                <a:ea typeface="+mn-lt"/>
                <a:cs typeface="+mn-lt"/>
              </a:rPr>
              <a:t>boolean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arrays</a:t>
            </a:r>
            <a:endParaRPr lang="en-US" dirty="0"/>
          </a:p>
          <a:p>
            <a:endParaRPr lang="en-US" sz="2000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588E5B1E-25ED-E47C-9657-A6C76AB84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7F2A4DF-BB4C-F689-FB76-50EBCB5C9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475" y="3421339"/>
            <a:ext cx="4282148" cy="13066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EED53C0-DE39-AFB0-C004-A8EDDAB2D6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5474" y="5166615"/>
            <a:ext cx="4282149" cy="124962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A46313-51A4-8C0A-5899-7E10D448F0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461" y="2871390"/>
            <a:ext cx="5148432" cy="3472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831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708" y="318052"/>
            <a:ext cx="10696222" cy="105381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Basic Indexing and Slicing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9608" y="1464202"/>
            <a:ext cx="11203366" cy="507574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One-dimensional arrays are the same with Python lists</a:t>
            </a:r>
          </a:p>
          <a:p>
            <a:r>
              <a:rPr lang="en-US" dirty="0">
                <a:ea typeface="+mn-lt"/>
                <a:cs typeface="+mn-lt"/>
              </a:rPr>
              <a:t>		         &gt; slices - views of the original array; data is not copied</a:t>
            </a:r>
          </a:p>
          <a:p>
            <a:r>
              <a:rPr lang="en-US" dirty="0">
                <a:ea typeface="+mn-lt"/>
                <a:cs typeface="+mn-lt"/>
              </a:rPr>
              <a:t>                                                           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lvl="8">
              <a:buFont typeface="Wingdings" panose="05000000000000000000" pitchFamily="2" charset="2"/>
              <a:buChar char="Ø"/>
            </a:pPr>
            <a:r>
              <a:rPr lang="en-US" sz="2400" dirty="0">
                <a:ea typeface="+mn-lt"/>
                <a:cs typeface="+mn-lt"/>
              </a:rPr>
              <a:t>             &gt; Modification reflects in the source array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ea typeface="+mn-lt"/>
                <a:cs typeface="+mn-lt"/>
              </a:rPr>
              <a:t> Original array: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6487C31-28F4-8EC8-93D7-E3BC0497BCC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018" b="8317"/>
          <a:stretch/>
        </p:blipFill>
        <p:spPr>
          <a:xfrm>
            <a:off x="662608" y="2009474"/>
            <a:ext cx="1962055" cy="15883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D659BF1-871D-3EBA-10E3-D2C6806CB1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509"/>
          <a:stretch/>
        </p:blipFill>
        <p:spPr>
          <a:xfrm>
            <a:off x="2930925" y="2516985"/>
            <a:ext cx="2502467" cy="148508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45D14C8-470C-9A64-647C-005509BEC3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708" y="4650645"/>
            <a:ext cx="4736388" cy="17444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A9DF525-C525-FF7F-9E05-C85F6A7950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7709" y="4141466"/>
            <a:ext cx="5308583" cy="170220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4959CB1-EF28-EE0B-9476-D7F3ED8784DF}"/>
              </a:ext>
            </a:extLst>
          </p:cNvPr>
          <p:cNvSpPr/>
          <p:nvPr/>
        </p:nvSpPr>
        <p:spPr>
          <a:xfrm>
            <a:off x="8083825" y="5444918"/>
            <a:ext cx="1590262" cy="364696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Speech Bubble: Rectangle with Corners Rounded 15">
            <a:extLst>
              <a:ext uri="{FF2B5EF4-FFF2-40B4-BE49-F238E27FC236}">
                <a16:creationId xmlns:a16="http://schemas.microsoft.com/office/drawing/2014/main" id="{18B12CEC-40AB-EF0D-9CE5-14C728C1952A}"/>
              </a:ext>
            </a:extLst>
          </p:cNvPr>
          <p:cNvSpPr/>
          <p:nvPr/>
        </p:nvSpPr>
        <p:spPr>
          <a:xfrm>
            <a:off x="6586331" y="2610678"/>
            <a:ext cx="3909392" cy="1086679"/>
          </a:xfrm>
          <a:prstGeom prst="wedgeRoundRectCallout">
            <a:avLst/>
          </a:prstGeom>
          <a:solidFill>
            <a:schemeClr val="tx2">
              <a:lumMod val="20000"/>
              <a:lumOff val="80000"/>
            </a:schemeClr>
          </a:solidFill>
          <a:ln w="28575"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 allows NumPy to work with very large data </a:t>
            </a:r>
            <a:r>
              <a:rPr lang="en-US" sz="2000" dirty="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without</a:t>
            </a:r>
            <a:r>
              <a:rPr lang="en-US" dirty="0">
                <a:solidFill>
                  <a:schemeClr val="bg2">
                    <a:lumMod val="75000"/>
                  </a:schemeClr>
                </a:solidFill>
                <a:ea typeface="+mn-lt"/>
                <a:cs typeface="+mn-lt"/>
              </a:rPr>
              <a:t> performance and memory issues. </a:t>
            </a:r>
            <a:endParaRPr lang="en-US" dirty="0">
              <a:solidFill>
                <a:schemeClr val="bg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49769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383" y="506238"/>
            <a:ext cx="10295472" cy="869704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Basic Indexing and Slicing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1567483"/>
            <a:ext cx="4891345" cy="371246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“bare” slice [:]</a:t>
            </a:r>
          </a:p>
          <a:p>
            <a:pPr lvl="1"/>
            <a:r>
              <a:rPr lang="en-US" dirty="0">
                <a:ea typeface="+mn-lt"/>
                <a:cs typeface="+mn-lt"/>
              </a:rPr>
              <a:t>all index in an array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5806396" y="1567483"/>
            <a:ext cx="6083009" cy="332559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ea typeface="+mn-lt"/>
                <a:cs typeface="+mn-lt"/>
              </a:rPr>
              <a:t>two-dimensional array - the elements in each index are one-dimensional arrays</a:t>
            </a:r>
          </a:p>
          <a:p>
            <a:pPr lvl="1"/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845170-2DBF-9E3D-A296-B6C3F0674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693" y="4198205"/>
            <a:ext cx="5158005" cy="1475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D0A5C19-C3D3-FD46-2CC1-7C331AE640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2213" y="2580144"/>
            <a:ext cx="4216616" cy="138975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95C095-9367-0835-FA65-75D7FCE8A0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02916" y="2493963"/>
            <a:ext cx="5859014" cy="1475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546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7537" y="534461"/>
            <a:ext cx="9742207" cy="1470802"/>
          </a:xfrm>
        </p:spPr>
        <p:txBody>
          <a:bodyPr>
            <a:normAutofit fontScale="90000"/>
          </a:bodyPr>
          <a:lstStyle/>
          <a:p>
            <a:pPr algn="ctr"/>
            <a:br>
              <a:rPr lang="en-US" sz="4000" b="1" dirty="0">
                <a:ea typeface="+mj-lt"/>
                <a:cs typeface="+mj-lt"/>
              </a:rPr>
            </a:br>
            <a:r>
              <a:rPr lang="en-US" sz="4000" b="1" dirty="0">
                <a:ea typeface="+mj-lt"/>
                <a:cs typeface="+mj-lt"/>
              </a:rPr>
              <a:t>Basic Indexing and Slicing: </a:t>
            </a:r>
            <a:r>
              <a:rPr lang="en-US" dirty="0">
                <a:ea typeface="+mn-lt"/>
                <a:cs typeface="+mn-lt"/>
              </a:rPr>
              <a:t>two-dimensional array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1845" y="2005263"/>
            <a:ext cx="10425966" cy="431827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latin typeface="TW Cen MT"/>
                <a:ea typeface="+mn-lt"/>
                <a:cs typeface="+mn-lt"/>
              </a:rPr>
              <a:t>Select the individual element using 2 ways:</a:t>
            </a:r>
          </a:p>
          <a:p>
            <a:pPr marL="0" indent="0">
              <a:buNone/>
            </a:pPr>
            <a:endParaRPr lang="en-US" sz="2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800" dirty="0">
              <a:ea typeface="+mn-lt"/>
              <a:cs typeface="+mn-lt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C661248-D45B-1EFD-FF77-E5A284BC2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6191" y="2839359"/>
            <a:ext cx="3943553" cy="36577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C4BE20B-3982-5928-6E96-F9168CB771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3971" y="4397403"/>
            <a:ext cx="4705006" cy="151391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E8B5905-449E-0FE1-E211-5B451D42E1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35080" y="2872819"/>
            <a:ext cx="1538768" cy="109659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24CD08-1A9C-0BEA-12DB-411FE69561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77083" y="2872819"/>
            <a:ext cx="1538768" cy="111236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8E4143-3C85-8BEB-B26E-8BB0B88C337F}"/>
                  </a:ext>
                </a:extLst>
              </p:cNvPr>
              <p:cNvSpPr txBox="1"/>
              <p:nvPr/>
            </p:nvSpPr>
            <p:spPr>
              <a:xfrm>
                <a:off x="3373848" y="3173777"/>
                <a:ext cx="897214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==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8E4143-3C85-8BEB-B26E-8BB0B88C33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3848" y="3173777"/>
                <a:ext cx="897214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9708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736" y="506239"/>
            <a:ext cx="10075229" cy="1053810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Basic Indexing and Slicing: </a:t>
            </a:r>
            <a:r>
              <a:rPr lang="en-US" sz="4000" dirty="0">
                <a:ea typeface="+mn-lt"/>
                <a:cs typeface="+mn-lt"/>
              </a:rPr>
              <a:t>Multidimensional array </a:t>
            </a:r>
            <a:r>
              <a:rPr lang="en-US" sz="4000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2526" y="1636295"/>
            <a:ext cx="10668000" cy="433136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index 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omitted 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in multidimensional arrays - returns a lower dimensional </a:t>
            </a:r>
            <a:r>
              <a:rPr lang="en-US" dirty="0" err="1">
                <a:solidFill>
                  <a:srgbClr val="FFFFFF"/>
                </a:solidFill>
                <a:ea typeface="+mn-lt"/>
                <a:cs typeface="+mn-lt"/>
              </a:rPr>
              <a:t>ndarray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 with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all the data of </a:t>
            </a:r>
            <a:r>
              <a:rPr lang="en-US" sz="2400" dirty="0">
                <a:solidFill>
                  <a:srgbClr val="FFFFFF"/>
                </a:solidFill>
                <a:ea typeface="+mn-lt"/>
                <a:cs typeface="+mn-lt"/>
              </a:rPr>
              <a:t>the 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higher dimensions</a:t>
            </a:r>
            <a:endParaRPr lang="en-US" sz="2400" dirty="0"/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 </a:t>
            </a:r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6096000" y="1889845"/>
            <a:ext cx="5534526" cy="407781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1B59C-DF2C-38E6-8CAB-3E0C534091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736" y="2679032"/>
            <a:ext cx="7828668" cy="294515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6CD30E-EA7F-CA21-415C-D939AD5E1D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2702" y="2894459"/>
            <a:ext cx="2246772" cy="1554800"/>
          </a:xfrm>
          <a:prstGeom prst="rect">
            <a:avLst/>
          </a:prstGeom>
        </p:spPr>
      </p:pic>
      <p:sp>
        <p:nvSpPr>
          <p:cNvPr id="14" name="Arrow: Left-Up 13">
            <a:extLst>
              <a:ext uri="{FF2B5EF4-FFF2-40B4-BE49-F238E27FC236}">
                <a16:creationId xmlns:a16="http://schemas.microsoft.com/office/drawing/2014/main" id="{8B366914-7291-6717-0AC1-4BAB270C84AC}"/>
              </a:ext>
            </a:extLst>
          </p:cNvPr>
          <p:cNvSpPr/>
          <p:nvPr/>
        </p:nvSpPr>
        <p:spPr>
          <a:xfrm>
            <a:off x="3882190" y="4487382"/>
            <a:ext cx="6625389" cy="1015061"/>
          </a:xfrm>
          <a:prstGeom prst="leftUpArrow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0941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412" y="534461"/>
            <a:ext cx="10794999" cy="801970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Basic Indexing and Slicing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6063" y="1336432"/>
            <a:ext cx="5812021" cy="5189060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Assign scalar values to an array</a:t>
            </a:r>
          </a:p>
          <a:p>
            <a:endParaRPr lang="en-US" sz="2800" dirty="0">
              <a:ea typeface="+mn-lt"/>
              <a:cs typeface="+mn-lt"/>
            </a:endParaRPr>
          </a:p>
          <a:p>
            <a:endParaRPr lang="en-US" sz="2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800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Assign arrays to an array</a:t>
            </a:r>
            <a:endParaRPr lang="en-US" dirty="0"/>
          </a:p>
          <a:p>
            <a:pPr marL="457200" lvl="1" indent="0">
              <a:buNone/>
            </a:pPr>
            <a:r>
              <a:rPr lang="en-US" sz="2400" dirty="0">
                <a:ea typeface="+mn-lt"/>
                <a:cs typeface="+mn-lt"/>
              </a:rPr>
              <a:t> </a:t>
            </a:r>
            <a:endParaRPr lang="en-US" sz="2400" dirty="0"/>
          </a:p>
          <a:p>
            <a:pPr lvl="1"/>
            <a:endParaRPr lang="en-US" sz="2400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ACFF8F32-C780-4169-2CEA-0A3FACE998FD}"/>
              </a:ext>
            </a:extLst>
          </p:cNvPr>
          <p:cNvSpPr txBox="1">
            <a:spLocks/>
          </p:cNvSpPr>
          <p:nvPr/>
        </p:nvSpPr>
        <p:spPr>
          <a:xfrm>
            <a:off x="5624946" y="1546462"/>
            <a:ext cx="5338024" cy="464652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Access inner values in a n-dimensional array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2504A3-32D5-9CEE-8464-7322150524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477" y="1845492"/>
            <a:ext cx="3272536" cy="21339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8B199-9315-80B4-D924-8B6C26D6D1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476" y="4281055"/>
            <a:ext cx="4166541" cy="224443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AD9CCE8-B54D-5068-A4A6-7B279CE17F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418" y="2478779"/>
            <a:ext cx="6272512" cy="1500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6508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3164" y="619128"/>
            <a:ext cx="9352025" cy="80197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ea typeface="+mj-lt"/>
                <a:cs typeface="+mj-lt"/>
              </a:rPr>
              <a:t>Indexing with Slices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28254" y="1651000"/>
            <a:ext cx="4979521" cy="801970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dirty="0">
              <a:ea typeface="+mn-lt"/>
              <a:cs typeface="+mn-lt"/>
            </a:endParaRPr>
          </a:p>
          <a:p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07310B4C-2FFE-037A-F3D5-1AA439EF61A7}"/>
              </a:ext>
            </a:extLst>
          </p:cNvPr>
          <p:cNvSpPr txBox="1">
            <a:spLocks/>
          </p:cNvSpPr>
          <p:nvPr/>
        </p:nvSpPr>
        <p:spPr>
          <a:xfrm>
            <a:off x="536549" y="2452970"/>
            <a:ext cx="5371226" cy="252152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ea typeface="+mn-lt"/>
                <a:cs typeface="+mn-lt"/>
              </a:rPr>
              <a:t>Slicing a higher dimensional array</a:t>
            </a:r>
            <a:endParaRPr lang="en-US" sz="2800" dirty="0">
              <a:solidFill>
                <a:srgbClr val="FFFFFF"/>
              </a:solidFill>
              <a:ea typeface="+mn-lt"/>
              <a:cs typeface="+mn-lt"/>
            </a:endParaRP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A slice selects a range of elements along an axis</a:t>
            </a:r>
          </a:p>
          <a:p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axis 0 = the first axis = row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42BBFA-3523-3603-9F32-A68D65B6D6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081" y="1651000"/>
            <a:ext cx="5431665" cy="4402307"/>
          </a:xfrm>
          <a:prstGeom prst="rect">
            <a:avLst/>
          </a:prstGeom>
        </p:spPr>
      </p:pic>
      <p:sp>
        <p:nvSpPr>
          <p:cNvPr id="6" name="Arrow: Bent-Up 5">
            <a:extLst>
              <a:ext uri="{FF2B5EF4-FFF2-40B4-BE49-F238E27FC236}">
                <a16:creationId xmlns:a16="http://schemas.microsoft.com/office/drawing/2014/main" id="{E5C94227-0034-6803-5A83-9F8AF0366355}"/>
              </a:ext>
            </a:extLst>
          </p:cNvPr>
          <p:cNvSpPr/>
          <p:nvPr/>
        </p:nvSpPr>
        <p:spPr>
          <a:xfrm rot="5400000">
            <a:off x="3669263" y="3088051"/>
            <a:ext cx="503386" cy="3822249"/>
          </a:xfrm>
          <a:prstGeom prst="bentUpArrow">
            <a:avLst>
              <a:gd name="adj1" fmla="val 50000"/>
              <a:gd name="adj2" fmla="val 42890"/>
              <a:gd name="adj3" fmla="val 25000"/>
            </a:avLst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4375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2624" y="534461"/>
            <a:ext cx="9597120" cy="79679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 with Slices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30419" y="1331260"/>
            <a:ext cx="5362805" cy="154641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SLICING</a:t>
            </a:r>
          </a:p>
          <a:p>
            <a:pPr>
              <a:spcBef>
                <a:spcPts val="600"/>
              </a:spcBef>
            </a:pPr>
            <a:r>
              <a:rPr lang="en-US" dirty="0">
                <a:ea typeface="+mn-lt"/>
                <a:cs typeface="+mn-lt"/>
              </a:rPr>
              <a:t>Output is always an array</a:t>
            </a:r>
          </a:p>
          <a:p>
            <a:pPr>
              <a:spcBef>
                <a:spcPts val="600"/>
              </a:spcBef>
            </a:pPr>
            <a:r>
              <a:rPr lang="en-US" dirty="0">
                <a:ea typeface="+mn-lt"/>
                <a:cs typeface="+mn-lt"/>
              </a:rPr>
              <a:t>Allows to get lower dimensional arrays</a:t>
            </a:r>
            <a:endParaRPr lang="en-US" dirty="0"/>
          </a:p>
          <a:p>
            <a:pPr marL="457200" lvl="1" indent="0">
              <a:buNone/>
            </a:pPr>
            <a:endParaRPr lang="en-US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A74D753-6D7C-669A-0CC9-EB0B34C5AB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623" y="2877670"/>
            <a:ext cx="3318644" cy="127484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90942F-4BCF-D295-2FA1-66FB189C76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1017" y="1692162"/>
            <a:ext cx="3200564" cy="438807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F04C4BF-7F1A-EB61-5963-62DA21BE65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622" y="4396382"/>
            <a:ext cx="3124361" cy="14396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DB7D398-303F-2030-65ED-A0F4FEC748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25113" y="4396381"/>
            <a:ext cx="3520393" cy="1439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823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471" y="506238"/>
            <a:ext cx="9628828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Indexing with Slices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034" y="1884004"/>
            <a:ext cx="5443477" cy="31028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dirty="0">
                <a:ea typeface="+mn-lt"/>
                <a:cs typeface="+mn-lt"/>
              </a:rPr>
              <a:t>Colon “:” - take the entire axis.</a:t>
            </a:r>
            <a:endParaRPr lang="en-US" sz="2800" dirty="0"/>
          </a:p>
          <a:p>
            <a:pPr marL="457200" lvl="1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lvl="1"/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0498" y="1884003"/>
            <a:ext cx="5568407" cy="35351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Assign a value to a slice expression. </a:t>
            </a: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3ECF33-41D7-19B9-7E8B-5CEF8F4D2D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538" y="2661917"/>
            <a:ext cx="3348319" cy="256843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A42627C-AC80-D8E9-D070-ADA7AE49C6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7845" y="2661917"/>
            <a:ext cx="3140300" cy="25684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34BE0DD-FEFF-8C25-48A2-4AAB4A56DF6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4012" y="2661917"/>
            <a:ext cx="2969283" cy="2568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3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471" y="506238"/>
            <a:ext cx="9628828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Boolean Indexing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034" y="1884004"/>
            <a:ext cx="5443477" cy="310286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2800" dirty="0"/>
          </a:p>
          <a:p>
            <a:pPr marL="457200" lvl="1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lvl="1"/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0658" y="1469347"/>
            <a:ext cx="5592718" cy="3702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Use the comparison as condition to filter values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2BAE1BB-E740-8803-A77E-8B8A2A8646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415" y="2459311"/>
            <a:ext cx="5699905" cy="34036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BD0A3B3-35FD-9AAF-6C02-A84C2C4A5C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2492" y="2459311"/>
            <a:ext cx="5003508" cy="1651085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F1864FD-7DF6-D8DC-7E2E-36BF2E98ED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4499" y="4335804"/>
            <a:ext cx="5011502" cy="1527114"/>
          </a:xfrm>
          <a:prstGeom prst="rect">
            <a:avLst/>
          </a:prstGeom>
        </p:spPr>
      </p:pic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F7C8E41D-E70B-3A5D-9064-8A473CA96FBC}"/>
              </a:ext>
            </a:extLst>
          </p:cNvPr>
          <p:cNvSpPr txBox="1">
            <a:spLocks/>
          </p:cNvSpPr>
          <p:nvPr/>
        </p:nvSpPr>
        <p:spPr>
          <a:xfrm>
            <a:off x="1026588" y="1519518"/>
            <a:ext cx="5592718" cy="37021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800" dirty="0"/>
              <a:t>Example: Compare each values in names with the string “Bob”</a:t>
            </a:r>
          </a:p>
        </p:txBody>
      </p:sp>
    </p:spTree>
    <p:extLst>
      <p:ext uri="{BB962C8B-B14F-4D97-AF65-F5344CB8AC3E}">
        <p14:creationId xmlns:p14="http://schemas.microsoft.com/office/powerpoint/2010/main" val="23767432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471" y="506238"/>
            <a:ext cx="9628828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Boolean Indexing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53034" y="1884004"/>
            <a:ext cx="5443477" cy="3102861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Example: Re-assign values</a:t>
            </a:r>
          </a:p>
          <a:p>
            <a:pPr marL="457200" lvl="1" indent="0">
              <a:buNone/>
            </a:pPr>
            <a:endParaRPr lang="en-US" sz="2400" dirty="0">
              <a:ea typeface="+mn-lt"/>
              <a:cs typeface="+mn-lt"/>
            </a:endParaRPr>
          </a:p>
          <a:p>
            <a:pPr marL="457200" lvl="1" indent="0">
              <a:buNone/>
            </a:pPr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8AB795-24AF-5BDC-AF9F-0B7F7A5FF4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221678" y="1469347"/>
            <a:ext cx="4881697" cy="3702148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800" dirty="0"/>
              <a:t>Use the comparison as condition to filter values then re-assign values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F7C8E41D-E70B-3A5D-9064-8A473CA96FBC}"/>
              </a:ext>
            </a:extLst>
          </p:cNvPr>
          <p:cNvSpPr txBox="1">
            <a:spLocks/>
          </p:cNvSpPr>
          <p:nvPr/>
        </p:nvSpPr>
        <p:spPr>
          <a:xfrm>
            <a:off x="1026588" y="1519518"/>
            <a:ext cx="5592718" cy="370214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endParaRPr lang="en-US" sz="28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462DBCE-66BF-C638-DD92-6433080030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588" y="2913644"/>
            <a:ext cx="3647708" cy="176685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4ACAF0C-CDBC-DFE4-478B-DE8B8431CE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5588" y="4859546"/>
            <a:ext cx="3667781" cy="148568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1E836A7A-EFB3-52A0-4D50-FFFC9CE69C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34" y="2396506"/>
            <a:ext cx="6468645" cy="2641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17607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6070" y="421572"/>
            <a:ext cx="9611895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Transposing Arrays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4035" y="1637106"/>
            <a:ext cx="10288730" cy="402321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>
                <a:ea typeface="+mn-lt"/>
                <a:cs typeface="+mn-lt"/>
              </a:rPr>
              <a:t>Transposing</a:t>
            </a:r>
            <a:r>
              <a:rPr lang="en-US" sz="2600" dirty="0">
                <a:ea typeface="+mn-lt"/>
                <a:cs typeface="+mn-lt"/>
              </a:rPr>
              <a:t> a special form of reshaping that involves the underlying data.</a:t>
            </a:r>
          </a:p>
          <a:p>
            <a:pPr lvl="1"/>
            <a:r>
              <a:rPr lang="en-US" sz="2400" b="1" dirty="0">
                <a:ea typeface="+mn-lt"/>
                <a:cs typeface="+mn-lt"/>
              </a:rPr>
              <a:t>How?</a:t>
            </a:r>
          </a:p>
          <a:p>
            <a:pPr lvl="2"/>
            <a:r>
              <a:rPr lang="en-US" sz="2200" b="1" dirty="0">
                <a:ea typeface="+mn-lt"/>
                <a:cs typeface="+mn-lt"/>
              </a:rPr>
              <a:t>Transpose() </a:t>
            </a:r>
            <a:r>
              <a:rPr lang="en-US" sz="2200" dirty="0">
                <a:ea typeface="+mn-lt"/>
                <a:cs typeface="+mn-lt"/>
              </a:rPr>
              <a:t>method</a:t>
            </a:r>
          </a:p>
          <a:p>
            <a:pPr lvl="2"/>
            <a:r>
              <a:rPr lang="en-US" sz="2200" dirty="0">
                <a:ea typeface="+mn-lt"/>
                <a:cs typeface="+mn-lt"/>
              </a:rPr>
              <a:t>special </a:t>
            </a:r>
            <a:r>
              <a:rPr lang="en-US" sz="2200" b="1" dirty="0">
                <a:ea typeface="+mn-lt"/>
                <a:cs typeface="+mn-lt"/>
              </a:rPr>
              <a:t>T</a:t>
            </a:r>
            <a:r>
              <a:rPr lang="en-US" sz="2200" dirty="0">
                <a:ea typeface="+mn-lt"/>
                <a:cs typeface="+mn-lt"/>
              </a:rPr>
              <a:t> attribute 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4AB369-9F5B-7707-6AB1-BE489A52AC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635" y="3828786"/>
            <a:ext cx="3910365" cy="20571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3DA993-2D88-C0BD-25CF-414C26D645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0073" y="3029213"/>
            <a:ext cx="2925289" cy="285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9977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902" y="421572"/>
            <a:ext cx="9839064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Transposing Arrays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4034" y="1523565"/>
            <a:ext cx="9839064" cy="38121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Useful for matrix computations like matrix multiplication using np.dot.</a:t>
            </a:r>
          </a:p>
          <a:p>
            <a:pPr lvl="1"/>
            <a:r>
              <a:rPr lang="en-US" dirty="0">
                <a:ea typeface="+mn-lt"/>
                <a:cs typeface="+mn-lt"/>
              </a:rPr>
              <a:t>(Not an element-wise dot product operation.)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DF50E5-D242-4A71-72D5-3C2BE227D3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813" y="2483972"/>
            <a:ext cx="4544483" cy="38226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5184C9-C56A-E6C5-6419-C3693DD5DD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5349" y="3150079"/>
            <a:ext cx="4247839" cy="2490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2744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8902" y="421572"/>
            <a:ext cx="9839064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Transposing Arrays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922106" y="1523565"/>
            <a:ext cx="8990992" cy="381219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Matrix multiplication using np.dot with transposed array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83F03C-9477-14C5-9D46-BEEE55A25A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598" y="2351287"/>
            <a:ext cx="5648854" cy="367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245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599"/>
            <a:ext cx="9905955" cy="5589495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Universal functions:</a:t>
            </a:r>
            <a:br>
              <a:rPr lang="en-US" sz="4800" b="1" dirty="0">
                <a:ea typeface="+mj-lt"/>
                <a:cs typeface="+mj-lt"/>
              </a:rPr>
            </a:br>
            <a:r>
              <a:rPr lang="en-US" dirty="0">
                <a:ea typeface="+mj-lt"/>
                <a:cs typeface="+mj-lt"/>
              </a:rPr>
              <a:t>Fast Element-Wise Array functions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7456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6B364-19B5-5070-704F-AE2745EB0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836" y="506239"/>
            <a:ext cx="10414464" cy="1219608"/>
          </a:xfrm>
        </p:spPr>
        <p:txBody>
          <a:bodyPr/>
          <a:lstStyle/>
          <a:p>
            <a:pPr algn="ctr"/>
            <a:r>
              <a:rPr lang="en-US" sz="4000" b="1" dirty="0">
                <a:ea typeface="+mj-lt"/>
                <a:cs typeface="+mj-lt"/>
              </a:rPr>
              <a:t>Fast Element-Wise Array Functions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10471-877D-E8CD-62A0-16E26F909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48871" y="1725848"/>
            <a:ext cx="9211640" cy="326101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000" dirty="0">
                <a:ea typeface="+mn-lt"/>
                <a:cs typeface="+mn-lt"/>
              </a:rPr>
              <a:t>Universal function or </a:t>
            </a:r>
            <a:r>
              <a:rPr lang="en-US" sz="2000" i="1" dirty="0" err="1">
                <a:ea typeface="+mn-lt"/>
                <a:cs typeface="+mn-lt"/>
              </a:rPr>
              <a:t>ufunc</a:t>
            </a:r>
            <a:r>
              <a:rPr lang="en-US" sz="2000" i="1" dirty="0">
                <a:ea typeface="+mn-lt"/>
                <a:cs typeface="+mn-lt"/>
              </a:rPr>
              <a:t> -</a:t>
            </a:r>
            <a:r>
              <a:rPr lang="en-US" sz="2000" dirty="0">
                <a:ea typeface="+mn-lt"/>
                <a:cs typeface="+mn-lt"/>
              </a:rPr>
              <a:t> a function that can perform element-wise operations on data in </a:t>
            </a:r>
            <a:r>
              <a:rPr lang="en-US" sz="2000" dirty="0" err="1">
                <a:ea typeface="+mn-lt"/>
                <a:cs typeface="+mn-lt"/>
              </a:rPr>
              <a:t>ndarrays</a:t>
            </a:r>
            <a:r>
              <a:rPr lang="en-US" sz="2000" dirty="0">
                <a:ea typeface="+mn-lt"/>
                <a:cs typeface="+mn-lt"/>
              </a:rPr>
              <a:t>.</a:t>
            </a:r>
          </a:p>
          <a:p>
            <a:r>
              <a:rPr lang="en-US" sz="2000" dirty="0">
                <a:ea typeface="+mn-lt"/>
                <a:cs typeface="+mn-lt"/>
              </a:rPr>
              <a:t>Simple element-wise transformations: </a:t>
            </a:r>
            <a:r>
              <a:rPr lang="en-US" sz="2000" b="1" dirty="0">
                <a:ea typeface="+mn-lt"/>
                <a:cs typeface="+mn-lt"/>
              </a:rPr>
              <a:t>sqrt </a:t>
            </a:r>
            <a:r>
              <a:rPr lang="en-US" sz="2000" dirty="0">
                <a:ea typeface="+mn-lt"/>
                <a:cs typeface="+mn-lt"/>
              </a:rPr>
              <a:t>and </a:t>
            </a:r>
            <a:r>
              <a:rPr lang="en-US" sz="2000" b="1" dirty="0">
                <a:solidFill>
                  <a:srgbClr val="FFFFFF"/>
                </a:solidFill>
                <a:latin typeface="Tw Cen MT"/>
                <a:ea typeface="+mn-lt"/>
                <a:cs typeface="Arial"/>
              </a:rPr>
              <a:t>exp (unary </a:t>
            </a:r>
            <a:r>
              <a:rPr lang="en-US" sz="2000" b="1" dirty="0" err="1">
                <a:solidFill>
                  <a:srgbClr val="FFFFFF"/>
                </a:solidFill>
                <a:latin typeface="Tw Cen MT"/>
                <a:ea typeface="+mn-lt"/>
                <a:cs typeface="Arial"/>
              </a:rPr>
              <a:t>ufunc</a:t>
            </a:r>
            <a:r>
              <a:rPr lang="en-US" sz="2000" b="1" dirty="0">
                <a:solidFill>
                  <a:srgbClr val="FFFFFF"/>
                </a:solidFill>
                <a:latin typeface="Tw Cen MT"/>
                <a:ea typeface="+mn-lt"/>
                <a:cs typeface="Arial"/>
              </a:rPr>
              <a:t>)</a:t>
            </a:r>
            <a:endParaRPr lang="en-US" sz="20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sz="2000" dirty="0"/>
          </a:p>
          <a:p>
            <a:pPr marL="457200" lvl="1" indent="0">
              <a:buNone/>
            </a:pPr>
            <a:endParaRPr lang="en-US" sz="2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6D19169-4245-3E95-65A1-3D4BEDE607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3296" y="-18472"/>
            <a:ext cx="1097268" cy="10538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C9A401-0388-48BD-8E38-A38ABD1464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4065" y="3181752"/>
            <a:ext cx="3523235" cy="180511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4EC64D-6987-C875-B1FC-3ACFFB35D2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2836" y="3087032"/>
            <a:ext cx="6575702" cy="126293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FE03EA1-1E5E-8691-D0B7-3DC92118AF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2836" y="4454340"/>
            <a:ext cx="6575702" cy="137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780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144" y="647349"/>
            <a:ext cx="5066719" cy="8803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Fast Element-Wise Array Functions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44706" y="1521777"/>
            <a:ext cx="3711388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ea typeface="+mn-lt"/>
                <a:cs typeface="+mn-lt"/>
              </a:rPr>
              <a:t>Binary </a:t>
            </a:r>
            <a:r>
              <a:rPr lang="en-US" dirty="0" err="1">
                <a:ea typeface="+mn-lt"/>
                <a:cs typeface="+mn-lt"/>
              </a:rPr>
              <a:t>ufuncs</a:t>
            </a:r>
            <a:r>
              <a:rPr lang="en-US" dirty="0">
                <a:ea typeface="+mn-lt"/>
                <a:cs typeface="+mn-lt"/>
              </a:rPr>
              <a:t> - take two arrays as inputs and return a single array as an output:</a:t>
            </a:r>
          </a:p>
          <a:p>
            <a:pPr lvl="1"/>
            <a:r>
              <a:rPr lang="en-US" b="1" dirty="0">
                <a:ea typeface="+mn-lt"/>
                <a:cs typeface="+mn-lt"/>
              </a:rPr>
              <a:t>maximum </a:t>
            </a:r>
            <a:r>
              <a:rPr lang="en-US" dirty="0">
                <a:ea typeface="+mn-lt"/>
                <a:cs typeface="+mn-lt"/>
              </a:rPr>
              <a:t>or </a:t>
            </a:r>
            <a:r>
              <a:rPr lang="en-US" b="1" dirty="0">
                <a:ea typeface="+mn-lt"/>
                <a:cs typeface="+mn-lt"/>
              </a:rPr>
              <a:t>add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Example: perform element-wise maximum and addition of arrays x and y. </a:t>
            </a: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2D47D8A-3401-E87D-EE20-15880AF47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A6D484-1008-DF40-C671-02BFC2CBF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540" y="193043"/>
            <a:ext cx="4233795" cy="27425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C04174-0DB8-785A-C995-A5BB16DED4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5078" y="3096888"/>
            <a:ext cx="5066720" cy="160706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C0B3516-E9BC-D4B2-2948-DEA2B7B7A1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45079" y="4865293"/>
            <a:ext cx="5066720" cy="1676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90534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599"/>
            <a:ext cx="9905955" cy="427892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Array-Oriented Programming with Arrays</a:t>
            </a:r>
            <a:endParaRPr lang="en-US" b="1" dirty="0">
              <a:ea typeface="+mj-lt"/>
              <a:cs typeface="+mj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7799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024" y="619127"/>
            <a:ext cx="9783387" cy="880356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ea typeface="+mj-lt"/>
                <a:cs typeface="+mj-lt"/>
              </a:rPr>
              <a:t>Array-Oriented Programming </a:t>
            </a:r>
            <a:r>
              <a:rPr lang="en-US" b="1" dirty="0">
                <a:ea typeface="+mj-lt"/>
                <a:cs typeface="+mj-lt"/>
              </a:rPr>
              <a:t>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1634" y="1493556"/>
            <a:ext cx="10327342" cy="160825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800" b="1" dirty="0" err="1">
                <a:ea typeface="+mn-lt"/>
                <a:cs typeface="+mn-lt"/>
              </a:rPr>
              <a:t>numpy.meshgrid</a:t>
            </a:r>
            <a:r>
              <a:rPr lang="en-US" sz="2800" dirty="0">
                <a:ea typeface="+mn-lt"/>
                <a:cs typeface="+mn-lt"/>
              </a:rPr>
              <a:t> – takes 2 1-dimension array and pair items in each array.</a:t>
            </a:r>
          </a:p>
          <a:p>
            <a:pPr marL="0" indent="0">
              <a:buNone/>
            </a:pPr>
            <a:r>
              <a:rPr lang="en-US" sz="2800" dirty="0">
                <a:ea typeface="+mn-lt"/>
                <a:cs typeface="+mn-lt"/>
              </a:rPr>
              <a:t>Example:</a:t>
            </a:r>
            <a:endParaRPr lang="en-US" sz="2400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C25E63B2-96FF-34BD-4F5F-A026CB602C38}"/>
              </a:ext>
            </a:extLst>
          </p:cNvPr>
          <p:cNvSpPr txBox="1">
            <a:spLocks/>
          </p:cNvSpPr>
          <p:nvPr/>
        </p:nvSpPr>
        <p:spPr>
          <a:xfrm>
            <a:off x="6521824" y="1716511"/>
            <a:ext cx="4960714" cy="321651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406A8B4-1B4F-714B-056C-B5CCF8DD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37B3B79-F9F6-84BA-A0D8-0C63FB6FD4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7462" y="2073205"/>
            <a:ext cx="3943553" cy="27115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3EDFF6-619B-B130-0438-865467FA67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875" y="2537285"/>
            <a:ext cx="4667257" cy="350044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656AF6FC-C2ED-85B9-69D2-630C35D0CD22}"/>
              </a:ext>
            </a:extLst>
          </p:cNvPr>
          <p:cNvSpPr/>
          <p:nvPr/>
        </p:nvSpPr>
        <p:spPr>
          <a:xfrm>
            <a:off x="7705165" y="3792071"/>
            <a:ext cx="349623" cy="227255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C5EE74-24DA-328D-3686-08E3FDCB955C}"/>
              </a:ext>
            </a:extLst>
          </p:cNvPr>
          <p:cNvSpPr/>
          <p:nvPr/>
        </p:nvSpPr>
        <p:spPr>
          <a:xfrm>
            <a:off x="8928847" y="3792071"/>
            <a:ext cx="349623" cy="2272553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09682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4024" y="619127"/>
            <a:ext cx="9783387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Expressing Conditional Logic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1635" y="1493555"/>
            <a:ext cx="10408024" cy="3216517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 err="1">
                <a:ea typeface="+mn-lt"/>
                <a:cs typeface="+mn-lt"/>
              </a:rPr>
              <a:t>numpy.where</a:t>
            </a:r>
            <a:r>
              <a:rPr lang="en-US" sz="2800" dirty="0">
                <a:ea typeface="+mn-lt"/>
                <a:cs typeface="+mn-lt"/>
              </a:rPr>
              <a:t> - vectorized version of the Python’s ternary expression x if condition else y. </a:t>
            </a:r>
          </a:p>
          <a:p>
            <a:r>
              <a:rPr lang="en-US" sz="2800" dirty="0">
                <a:ea typeface="+mn-lt"/>
                <a:cs typeface="+mn-lt"/>
              </a:rPr>
              <a:t>Example1: Take a value from </a:t>
            </a:r>
            <a:r>
              <a:rPr lang="en-US" sz="2800" dirty="0" err="1">
                <a:ea typeface="+mn-lt"/>
                <a:cs typeface="+mn-lt"/>
              </a:rPr>
              <a:t>x_arr</a:t>
            </a:r>
            <a:r>
              <a:rPr lang="en-US" sz="2800" dirty="0">
                <a:ea typeface="+mn-lt"/>
                <a:cs typeface="+mn-lt"/>
              </a:rPr>
              <a:t> if condition is True; otherwise take one from </a:t>
            </a:r>
            <a:r>
              <a:rPr lang="en-US" sz="2800" dirty="0" err="1">
                <a:ea typeface="+mn-lt"/>
                <a:cs typeface="+mn-lt"/>
              </a:rPr>
              <a:t>y_arr</a:t>
            </a:r>
            <a:r>
              <a:rPr lang="en-US" sz="2800" dirty="0">
                <a:ea typeface="+mn-lt"/>
                <a:cs typeface="+mn-lt"/>
              </a:rPr>
              <a:t>.</a:t>
            </a:r>
          </a:p>
          <a:p>
            <a:pPr lvl="1"/>
            <a:endParaRPr lang="en-US" sz="2400" dirty="0" err="1">
              <a:solidFill>
                <a:srgbClr val="FFFFFF"/>
              </a:solidFill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406A8B4-1B4F-714B-056C-B5CCF8DDC9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F63A883-3770-3E3D-8902-9E16D5404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978" y="3654572"/>
            <a:ext cx="9783387" cy="239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18832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67" y="619127"/>
            <a:ext cx="10343444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Expressing Conditional Logic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3967" y="1931000"/>
            <a:ext cx="5122837" cy="334351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 err="1">
                <a:ea typeface="+mn-lt"/>
                <a:cs typeface="+mn-lt"/>
              </a:rPr>
              <a:t>np.where</a:t>
            </a:r>
            <a:r>
              <a:rPr lang="en-US" sz="2800" dirty="0">
                <a:ea typeface="+mn-lt"/>
                <a:cs typeface="+mn-lt"/>
              </a:rPr>
              <a:t> version of Example 1</a:t>
            </a:r>
            <a:endParaRPr lang="en-US" sz="2800" dirty="0"/>
          </a:p>
          <a:p>
            <a:pPr lvl="1"/>
            <a:r>
              <a:rPr lang="en-US" sz="2400" dirty="0">
                <a:ea typeface="+mn-lt"/>
                <a:cs typeface="+mn-lt"/>
              </a:rPr>
              <a:t>faster operations performance</a:t>
            </a:r>
          </a:p>
          <a:p>
            <a:pPr lvl="1"/>
            <a:r>
              <a:rPr lang="en-US" sz="2400" dirty="0">
                <a:ea typeface="+mn-lt"/>
                <a:cs typeface="+mn-lt"/>
              </a:rPr>
              <a:t>clearer output</a:t>
            </a:r>
            <a:endParaRPr lang="en-US" sz="24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4015-68CC-A65D-5BC4-611772DF0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91932" y="1937782"/>
            <a:ext cx="6129144" cy="35051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600" dirty="0">
                <a:ea typeface="+mn-lt"/>
                <a:cs typeface="+mn-lt"/>
              </a:rPr>
              <a:t>The second and third arguments can be scalars. </a:t>
            </a:r>
          </a:p>
          <a:p>
            <a:pPr lvl="1"/>
            <a:endParaRPr lang="en-US" sz="2200" dirty="0"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BD22C63F-D135-3B65-ABA1-5AA48F6EA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59BEE7-D378-DAE0-9E5B-E7E5BFE77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786" y="3690381"/>
            <a:ext cx="4788146" cy="17971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B1E685-375E-9368-AB51-0055B019A6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623" y="3004582"/>
            <a:ext cx="5067560" cy="2876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12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670312"/>
            <a:ext cx="11302999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Mathematical and Statistical Methods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6106" y="1719333"/>
            <a:ext cx="9931808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3200" dirty="0">
                <a:ea typeface="+mn-lt"/>
                <a:cs typeface="+mn-lt"/>
              </a:rPr>
              <a:t>NumPy data aggregation or data reduction: </a:t>
            </a:r>
          </a:p>
          <a:p>
            <a:pPr lvl="1"/>
            <a:r>
              <a:rPr lang="en-US" sz="2800" b="1" dirty="0">
                <a:ea typeface="+mn-lt"/>
                <a:cs typeface="+mn-lt"/>
              </a:rPr>
              <a:t>sum</a:t>
            </a:r>
            <a:r>
              <a:rPr lang="en-US" sz="2800" dirty="0">
                <a:ea typeface="+mn-lt"/>
                <a:cs typeface="+mn-lt"/>
              </a:rPr>
              <a:t>, </a:t>
            </a:r>
            <a:r>
              <a:rPr lang="en-US" sz="2800" b="1" dirty="0">
                <a:ea typeface="+mn-lt"/>
                <a:cs typeface="+mn-lt"/>
              </a:rPr>
              <a:t>mean</a:t>
            </a:r>
            <a:r>
              <a:rPr lang="en-US" sz="2800" dirty="0">
                <a:ea typeface="+mn-lt"/>
                <a:cs typeface="+mn-lt"/>
              </a:rPr>
              <a:t>, and </a:t>
            </a:r>
            <a:r>
              <a:rPr lang="en-US" sz="2800" b="1" dirty="0">
                <a:solidFill>
                  <a:srgbClr val="FFFFFF"/>
                </a:solidFill>
                <a:latin typeface="Tw Cen MT"/>
                <a:ea typeface="+mn-lt"/>
                <a:cs typeface="Arial"/>
              </a:rPr>
              <a:t>std </a:t>
            </a:r>
            <a:r>
              <a:rPr lang="en-US" sz="2800" dirty="0">
                <a:ea typeface="+mn-lt"/>
                <a:cs typeface="+mn-lt"/>
              </a:rPr>
              <a:t>(standard deviation).</a:t>
            </a:r>
            <a:endParaRPr lang="en-US" sz="2800" dirty="0"/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85A97AFD-3D3A-2B6E-6AD1-E76FD8B14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AE0177D-D12F-8BB9-DE9B-D6E6E4AF1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9468" y="3043398"/>
            <a:ext cx="6279885" cy="3454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467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615" y="670312"/>
            <a:ext cx="11472332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Mathematical and Statistical Methods 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02658" y="1499774"/>
            <a:ext cx="10869651" cy="334351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dirty="0">
                <a:ea typeface="+mn-lt"/>
                <a:cs typeface="+mn-lt"/>
              </a:rPr>
              <a:t>Operation can be applied to the data along an axis. </a:t>
            </a:r>
            <a:endParaRPr lang="en-US" sz="2800" dirty="0"/>
          </a:p>
          <a:p>
            <a:pPr marL="457200" lvl="1" indent="0">
              <a:buNone/>
            </a:pPr>
            <a:endParaRPr lang="en-US" sz="2400" dirty="0"/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1BBE68B3-F979-CFE1-AC3F-64919A8486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BD74D4-41C6-A919-81DB-E4116B29CD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333" y="2023063"/>
            <a:ext cx="4102311" cy="205750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037AAF-0E11-5B09-DD77-CFCDD03303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149" y="2092826"/>
            <a:ext cx="4178515" cy="290037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B22F3B-4CF7-1802-115D-5D0C11AAD0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7558" y="3387194"/>
            <a:ext cx="4121362" cy="280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18923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599"/>
            <a:ext cx="9905955" cy="427892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Linear Algebra</a:t>
            </a:r>
            <a:endParaRPr lang="en-US" b="1" dirty="0">
              <a:ea typeface="+mj-lt"/>
              <a:cs typeface="+mj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88255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67" y="619127"/>
            <a:ext cx="10343444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w Cen MT"/>
                <a:ea typeface="+mj-lt"/>
                <a:cs typeface="Arial"/>
              </a:rPr>
              <a:t>Linear Algebra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4588" y="1493555"/>
            <a:ext cx="4951411" cy="47453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Linear algebra -an important part of any array library like matrix multiplication, decompositions, &amp; determinants. </a:t>
            </a:r>
            <a:endParaRPr lang="en-US" sz="2800" dirty="0"/>
          </a:p>
          <a:p>
            <a:r>
              <a:rPr lang="en-US" sz="2800" dirty="0">
                <a:ea typeface="+mn-lt"/>
                <a:cs typeface="+mn-lt"/>
              </a:rPr>
              <a:t>Use </a:t>
            </a:r>
            <a:r>
              <a:rPr lang="en-US" sz="2800" b="1" dirty="0">
                <a:ea typeface="+mn-lt"/>
                <a:cs typeface="+mn-lt"/>
              </a:rPr>
              <a:t>dot()</a:t>
            </a:r>
            <a:r>
              <a:rPr lang="en-US" sz="2800" dirty="0">
                <a:ea typeface="+mn-lt"/>
                <a:cs typeface="+mn-lt"/>
              </a:rPr>
              <a:t> for matrix multiplications</a:t>
            </a:r>
            <a:endParaRPr lang="en-US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4015-68CC-A65D-5BC4-611772DF0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5341" y="1500338"/>
            <a:ext cx="6209290" cy="35051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endParaRPr lang="en-US" dirty="0"/>
          </a:p>
          <a:p>
            <a:pPr lvl="1"/>
            <a:endParaRPr lang="en-US" sz="2200" dirty="0"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96F4D343-5D37-26BF-4B8B-E7A680337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D187888-D9A8-6CF0-FBA1-E6354EC98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870" y="3331908"/>
            <a:ext cx="6597989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9614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67" y="619127"/>
            <a:ext cx="10343444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FFFF"/>
                </a:solidFill>
                <a:latin typeface="Tw Cen MT"/>
                <a:ea typeface="+mj-lt"/>
                <a:cs typeface="Arial"/>
              </a:rPr>
              <a:t>Linear Algebra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0271" y="1493555"/>
            <a:ext cx="4424082" cy="474531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Get diagonal elements for a 3x3 or any square matrix (same row and column lengths)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4015-68CC-A65D-5BC4-611772DF0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5341" y="1500338"/>
            <a:ext cx="6209290" cy="350519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600" dirty="0">
                <a:solidFill>
                  <a:srgbClr val="FFFFFF"/>
                </a:solidFill>
                <a:ea typeface="+mn-lt"/>
                <a:cs typeface="+mn-lt"/>
              </a:rPr>
              <a:t> </a:t>
            </a:r>
            <a:endParaRPr lang="en-US" dirty="0"/>
          </a:p>
          <a:p>
            <a:pPr lvl="1"/>
            <a:endParaRPr lang="en-US" sz="2200" dirty="0"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96F4D343-5D37-26BF-4B8B-E7A6803375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37968A1-3997-B263-1EA9-DBD857BA8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067" y="2588835"/>
            <a:ext cx="4015219" cy="3028888"/>
          </a:xfrm>
          <a:prstGeom prst="rect">
            <a:avLst/>
          </a:prstGeom>
        </p:spPr>
      </p:pic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5CFAFE21-6D43-E811-3B22-5195AAC1D535}"/>
              </a:ext>
            </a:extLst>
          </p:cNvPr>
          <p:cNvSpPr txBox="1">
            <a:spLocks/>
          </p:cNvSpPr>
          <p:nvPr/>
        </p:nvSpPr>
        <p:spPr>
          <a:xfrm>
            <a:off x="6205165" y="1484591"/>
            <a:ext cx="4951411" cy="474531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Get inverse of X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7BB9183-8E92-555E-5B9B-02EE3CA438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1401" y="1978224"/>
            <a:ext cx="6578938" cy="2876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475927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A7C7-1B21-E4DE-A30C-992523F350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56" y="609599"/>
            <a:ext cx="9905955" cy="4278923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a typeface="+mj-lt"/>
                <a:cs typeface="+mj-lt"/>
              </a:rPr>
              <a:t>Pseudorandom Number Generation</a:t>
            </a:r>
            <a:endParaRPr lang="en-US" b="1" dirty="0">
              <a:ea typeface="+mj-lt"/>
              <a:cs typeface="+mj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719856DE-EB4C-E1E6-078D-CC52E70FD2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2482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67" y="619127"/>
            <a:ext cx="10343444" cy="880356"/>
          </a:xfrm>
        </p:spPr>
        <p:txBody>
          <a:bodyPr>
            <a:normAutofit/>
          </a:bodyPr>
          <a:lstStyle/>
          <a:p>
            <a:pPr algn="ctr"/>
            <a:r>
              <a:rPr lang="en-US" b="1">
                <a:ea typeface="+mj-lt"/>
                <a:cs typeface="+mj-lt"/>
              </a:rPr>
              <a:t>Pseudorandom Number Generation</a:t>
            </a:r>
            <a:endParaRPr lang="en-US" b="1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3967" y="1493555"/>
            <a:ext cx="4854725" cy="47453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dirty="0" err="1">
                <a:ea typeface="+mn-lt"/>
                <a:cs typeface="+mn-lt"/>
              </a:rPr>
              <a:t>numpy.random</a:t>
            </a:r>
            <a:r>
              <a:rPr lang="en-US" sz="2800" dirty="0">
                <a:ea typeface="+mn-lt"/>
                <a:cs typeface="+mn-lt"/>
              </a:rPr>
              <a:t> module supplements the built-in Python </a:t>
            </a:r>
            <a:r>
              <a:rPr lang="en-US" sz="2800" b="1" dirty="0">
                <a:ea typeface="+mn-lt"/>
                <a:cs typeface="+mn-lt"/>
              </a:rPr>
              <a:t>random </a:t>
            </a:r>
            <a:r>
              <a:rPr lang="en-US" sz="2800" dirty="0">
                <a:ea typeface="+mn-lt"/>
                <a:cs typeface="+mn-lt"/>
              </a:rPr>
              <a:t>function that generates arrays of sample values from many types of probability distributions.</a:t>
            </a:r>
            <a:endParaRPr lang="en-US" sz="20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4015-68CC-A65D-5BC4-611772DF0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351928" y="1500338"/>
            <a:ext cx="6838479" cy="350519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Example: you can generate a 3x4 array of samples from the normal distribution with the mean of -2 and the standard deviation (std) of 5 using </a:t>
            </a:r>
            <a:r>
              <a:rPr lang="en-US" b="1" dirty="0">
                <a:solidFill>
                  <a:srgbClr val="FFFFFF"/>
                </a:solidFill>
                <a:ea typeface="+mn-lt"/>
                <a:cs typeface="+mn-lt"/>
              </a:rPr>
              <a:t>normal</a:t>
            </a:r>
            <a:r>
              <a:rPr lang="en-US" dirty="0">
                <a:solidFill>
                  <a:srgbClr val="FFFFFF"/>
                </a:solidFill>
                <a:ea typeface="+mn-lt"/>
                <a:cs typeface="+mn-lt"/>
              </a:rPr>
              <a:t>:</a:t>
            </a:r>
          </a:p>
          <a:p>
            <a:endParaRPr lang="en-US" sz="2000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sz="2000" dirty="0">
                <a:ea typeface="+mn-lt"/>
                <a:cs typeface="+mn-lt"/>
              </a:rPr>
              <a:t>verify that the mean and std of samples are close to -2 and 5 with </a:t>
            </a:r>
            <a:r>
              <a:rPr lang="en-US" sz="2000" dirty="0" err="1">
                <a:ea typeface="+mn-lt"/>
                <a:cs typeface="+mn-lt"/>
              </a:rPr>
              <a:t>np.mean</a:t>
            </a:r>
            <a:r>
              <a:rPr lang="en-US" sz="2000" dirty="0">
                <a:ea typeface="+mn-lt"/>
                <a:cs typeface="+mn-lt"/>
              </a:rPr>
              <a:t>(samples) and </a:t>
            </a:r>
            <a:r>
              <a:rPr lang="en-US" sz="2000" dirty="0" err="1">
                <a:ea typeface="+mn-lt"/>
                <a:cs typeface="+mn-lt"/>
              </a:rPr>
              <a:t>np.std</a:t>
            </a:r>
            <a:r>
              <a:rPr lang="en-US" sz="2000" dirty="0">
                <a:ea typeface="+mn-lt"/>
                <a:cs typeface="+mn-lt"/>
              </a:rPr>
              <a:t>(samples)</a:t>
            </a: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2823277D-422B-7871-4E61-035CD5C8FE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00889C8-E6DC-B845-959E-59582080DC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2987" y="2958801"/>
            <a:ext cx="6826601" cy="254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094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67" y="619127"/>
            <a:ext cx="10343444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Pseudorandom Number Generation 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75A5B-3415-C498-5584-CD2C8D2E3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83340" y="1662889"/>
            <a:ext cx="10044953" cy="45759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dirty="0">
                <a:ea typeface="+mn-lt"/>
                <a:cs typeface="+mn-lt"/>
              </a:rPr>
              <a:t>pseudorandom numbers </a:t>
            </a:r>
          </a:p>
          <a:p>
            <a:pPr lvl="1"/>
            <a:r>
              <a:rPr lang="en-US" sz="2400" dirty="0">
                <a:ea typeface="+mn-lt"/>
                <a:cs typeface="+mn-lt"/>
              </a:rPr>
              <a:t>generated from an algorithm with deterministic behavior based on the seed of the random number generation. </a:t>
            </a:r>
            <a:endParaRPr lang="en-US" sz="1600" dirty="0">
              <a:ea typeface="+mn-lt"/>
              <a:cs typeface="+mn-lt"/>
            </a:endParaRPr>
          </a:p>
          <a:p>
            <a:r>
              <a:rPr lang="en-US" sz="2800" dirty="0">
                <a:ea typeface="+mn-lt"/>
                <a:cs typeface="+mn-lt"/>
              </a:rPr>
              <a:t>the same ”random” sequences can be replicated by using the same </a:t>
            </a:r>
            <a:r>
              <a:rPr lang="en-US" sz="2800" b="1" dirty="0">
                <a:ea typeface="+mn-lt"/>
                <a:cs typeface="+mn-lt"/>
              </a:rPr>
              <a:t>seed</a:t>
            </a:r>
            <a:r>
              <a:rPr lang="en-US" sz="2800" dirty="0">
                <a:ea typeface="+mn-lt"/>
                <a:cs typeface="+mn-lt"/>
              </a:rPr>
              <a:t>.</a:t>
            </a:r>
          </a:p>
          <a:p>
            <a:r>
              <a:rPr lang="en-US" sz="2800" b="1" dirty="0" err="1">
                <a:solidFill>
                  <a:srgbClr val="FFFFFF"/>
                </a:solidFill>
                <a:ea typeface="+mn-lt"/>
                <a:cs typeface="+mn-lt"/>
              </a:rPr>
              <a:t>np.random.seed</a:t>
            </a:r>
            <a:r>
              <a:rPr lang="en-US" sz="2800" b="1" dirty="0">
                <a:solidFill>
                  <a:srgbClr val="FFFFFF"/>
                </a:solidFill>
                <a:ea typeface="+mn-lt"/>
                <a:cs typeface="+mn-lt"/>
              </a:rPr>
              <a:t> – 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set or</a:t>
            </a:r>
            <a:r>
              <a:rPr lang="en-US" sz="2800" b="1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2800" dirty="0">
                <a:solidFill>
                  <a:srgbClr val="FFFFFF"/>
                </a:solidFill>
                <a:ea typeface="+mn-lt"/>
                <a:cs typeface="+mn-lt"/>
              </a:rPr>
              <a:t>change NumPy’s random number generation seed</a:t>
            </a:r>
            <a:endParaRPr lang="en-US" sz="2400" dirty="0"/>
          </a:p>
          <a:p>
            <a:pPr marL="0" indent="0">
              <a:buNone/>
            </a:pPr>
            <a:endParaRPr lang="en-US" sz="2800" dirty="0"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5F3C00DE-FD7E-82C9-B88E-A06C31CC8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60179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9661-FF9D-69C5-F671-F0E425108E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3967" y="619127"/>
            <a:ext cx="10343444" cy="88035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+mj-lt"/>
                <a:cs typeface="+mj-lt"/>
              </a:rPr>
              <a:t>Pseudorandom Number Generation </a:t>
            </a:r>
            <a:endParaRPr lang="en-US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934015-68CC-A65D-5BC4-611772DF05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411941" y="1978223"/>
            <a:ext cx="9816354" cy="418276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lvl="1" indent="0">
              <a:buNone/>
            </a:pPr>
            <a:r>
              <a:rPr lang="en-US" sz="2800" b="1" dirty="0">
                <a:solidFill>
                  <a:srgbClr val="FF0000"/>
                </a:solidFill>
                <a:ea typeface="+mn-lt"/>
                <a:cs typeface="+mn-lt"/>
              </a:rPr>
              <a:t>TO DO:</a:t>
            </a:r>
          </a:p>
          <a:p>
            <a:pPr marL="457200" lvl="1" indent="0">
              <a:buNone/>
            </a:pPr>
            <a:r>
              <a:rPr lang="en-US" dirty="0">
                <a:ea typeface="+mn-lt"/>
                <a:cs typeface="+mn-lt"/>
              </a:rPr>
              <a:t>1. </a:t>
            </a:r>
            <a:r>
              <a:rPr lang="en-US" sz="2400" dirty="0">
                <a:ea typeface="+mn-lt"/>
                <a:cs typeface="+mn-lt"/>
              </a:rPr>
              <a:t>Recreate the example from the previous 2 slides.</a:t>
            </a:r>
          </a:p>
          <a:p>
            <a:pPr marL="457200" lvl="1" indent="0">
              <a:buNone/>
            </a:pPr>
            <a:r>
              <a:rPr lang="en-US" sz="2400" dirty="0">
                <a:ea typeface="+mn-lt"/>
                <a:cs typeface="+mn-lt"/>
              </a:rPr>
              <a:t>2. Try to generate the same sequence </a:t>
            </a:r>
          </a:p>
          <a:p>
            <a:pPr marL="457200" lvl="1" indent="0">
              <a:buNone/>
            </a:pPr>
            <a:endParaRPr lang="en-US" dirty="0">
              <a:ea typeface="+mn-lt"/>
              <a:cs typeface="+mn-lt"/>
            </a:endParaRPr>
          </a:p>
        </p:txBody>
      </p:sp>
      <p:pic>
        <p:nvPicPr>
          <p:cNvPr id="5" name="Picture 4" descr="A blue and white logo&#10;&#10;Description automatically generated">
            <a:extLst>
              <a:ext uri="{FF2B5EF4-FFF2-40B4-BE49-F238E27FC236}">
                <a16:creationId xmlns:a16="http://schemas.microsoft.com/office/drawing/2014/main" id="{5F3C00DE-FD7E-82C9-B88E-A06C31CC8E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88775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F4DB1-4568-E07E-3DA6-753EC21BB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E7311-3373-F925-9B93-D752FAE448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McKinney, W. (2022). </a:t>
            </a:r>
            <a:r>
              <a:rPr lang="en-US" sz="3200" i="1" u="sng" dirty="0"/>
              <a:t>Python for Data Analysis: Data Wrangling with Pandas, </a:t>
            </a:r>
            <a:r>
              <a:rPr lang="en-US" sz="3200" i="1" u="sng" dirty="0" err="1"/>
              <a:t>Numpy</a:t>
            </a:r>
            <a:r>
              <a:rPr lang="en-US" sz="3200" i="1" u="sng" dirty="0"/>
              <a:t>, and </a:t>
            </a:r>
            <a:r>
              <a:rPr lang="en-US" sz="3200" i="1" u="sng" dirty="0" err="1"/>
              <a:t>IPython</a:t>
            </a:r>
            <a:r>
              <a:rPr lang="en-US" sz="3200" i="1" u="sng" dirty="0"/>
              <a:t>.</a:t>
            </a:r>
            <a:r>
              <a:rPr lang="en-US" sz="3200" dirty="0"/>
              <a:t> O’Reilly. (ISBN: 1-0981-0402-1)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431304-42F6-92B7-EC89-117F3F3C7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6093" y="-9236"/>
            <a:ext cx="1415143" cy="1359097"/>
          </a:xfrm>
          <a:prstGeom prst="rect">
            <a:avLst/>
          </a:prstGeom>
        </p:spPr>
      </p:pic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CB7B7A1B-AB69-5A99-0BE2-2B6D4FFE7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400" y="-14287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89541A8-453B-B99B-4929-D9220B0BC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tx1">
              <a:alpha val="60000"/>
            </a:schemeClr>
          </a:solidFill>
        </p:grpSpPr>
        <p:sp>
          <p:nvSpPr>
            <p:cNvPr id="7" name="Rectangle 5">
              <a:extLst>
                <a:ext uri="{FF2B5EF4-FFF2-40B4-BE49-F238E27FC236}">
                  <a16:creationId xmlns:a16="http://schemas.microsoft.com/office/drawing/2014/main" id="{B90E35D1-D9D0-C4B8-763E-DBBDC1338F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0E7FF039-5EEE-4898-6692-12F6EA7442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0FFF143B-A775-5676-67DC-3FABDD654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8">
              <a:extLst>
                <a:ext uri="{FF2B5EF4-FFF2-40B4-BE49-F238E27FC236}">
                  <a16:creationId xmlns:a16="http://schemas.microsoft.com/office/drawing/2014/main" id="{13430185-23F9-D91A-415F-ECC4EDEF5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D3DC5201-4A0A-3EAA-DCC5-5620B3691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0">
              <a:extLst>
                <a:ext uri="{FF2B5EF4-FFF2-40B4-BE49-F238E27FC236}">
                  <a16:creationId xmlns:a16="http://schemas.microsoft.com/office/drawing/2014/main" id="{A6FF2FDD-4A57-680E-2FE8-F836C1E41E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AEFD2E6D-B575-041A-1F8A-7AAEA1B01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DF653D84-397C-DBF0-C512-134937A2A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08726EF2-2E79-BADA-ACE4-4DEE555787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ADE9589D-437C-42E3-06FE-E160D02FE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EE1F7C4F-B9DF-DF3D-6D75-B829EE6C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Line 16">
              <a:extLst>
                <a:ext uri="{FF2B5EF4-FFF2-40B4-BE49-F238E27FC236}">
                  <a16:creationId xmlns:a16="http://schemas.microsoft.com/office/drawing/2014/main" id="{5FA5D378-4CE9-FA89-4FF9-E7DB114549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B5B63901-52C3-1CCA-3A39-546331DC40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E544BBC9-09CD-48D9-A7B3-218DCAB3AC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662FE91B-B1E9-3AC4-4C66-299D5B7773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8854B306-1FE2-2330-D0C3-01A449B425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C11C3B90-C0EB-CF4A-D873-E47303EAAA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E1F43475-C4BF-565B-BBFF-DF59388E1C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23">
              <a:extLst>
                <a:ext uri="{FF2B5EF4-FFF2-40B4-BE49-F238E27FC236}">
                  <a16:creationId xmlns:a16="http://schemas.microsoft.com/office/drawing/2014/main" id="{2C0252AA-EB39-B915-3767-E2D722AE2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4">
              <a:extLst>
                <a:ext uri="{FF2B5EF4-FFF2-40B4-BE49-F238E27FC236}">
                  <a16:creationId xmlns:a16="http://schemas.microsoft.com/office/drawing/2014/main" id="{9EA57AC4-1A3C-2EE2-DCE4-556418D196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5">
              <a:extLst>
                <a:ext uri="{FF2B5EF4-FFF2-40B4-BE49-F238E27FC236}">
                  <a16:creationId xmlns:a16="http://schemas.microsoft.com/office/drawing/2014/main" id="{04A3E516-A5E6-7061-FCDB-425052AFC9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6">
              <a:extLst>
                <a:ext uri="{FF2B5EF4-FFF2-40B4-BE49-F238E27FC236}">
                  <a16:creationId xmlns:a16="http://schemas.microsoft.com/office/drawing/2014/main" id="{83D958F1-322E-6A7B-897D-DE089F7DE1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7">
              <a:extLst>
                <a:ext uri="{FF2B5EF4-FFF2-40B4-BE49-F238E27FC236}">
                  <a16:creationId xmlns:a16="http://schemas.microsoft.com/office/drawing/2014/main" id="{0E34CF8F-75DE-5924-CEC0-B840C556CD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8">
              <a:extLst>
                <a:ext uri="{FF2B5EF4-FFF2-40B4-BE49-F238E27FC236}">
                  <a16:creationId xmlns:a16="http://schemas.microsoft.com/office/drawing/2014/main" id="{9BB41624-3F4D-8C34-CBA7-2EF6A8D62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9">
              <a:extLst>
                <a:ext uri="{FF2B5EF4-FFF2-40B4-BE49-F238E27FC236}">
                  <a16:creationId xmlns:a16="http://schemas.microsoft.com/office/drawing/2014/main" id="{4352AE03-7918-140F-9401-7FF5D67D8B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30">
              <a:extLst>
                <a:ext uri="{FF2B5EF4-FFF2-40B4-BE49-F238E27FC236}">
                  <a16:creationId xmlns:a16="http://schemas.microsoft.com/office/drawing/2014/main" id="{69B4C85B-F320-3F8A-BE2D-CF0A7667C9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31">
              <a:extLst>
                <a:ext uri="{FF2B5EF4-FFF2-40B4-BE49-F238E27FC236}">
                  <a16:creationId xmlns:a16="http://schemas.microsoft.com/office/drawing/2014/main" id="{45A60BAD-D52F-C638-6C5B-A1CF26A67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" name="Title 1">
            <a:extLst>
              <a:ext uri="{FF2B5EF4-FFF2-40B4-BE49-F238E27FC236}">
                <a16:creationId xmlns:a16="http://schemas.microsoft.com/office/drawing/2014/main" id="{E0073B36-B464-1CD6-9FCF-01C22BEDEC28}"/>
              </a:ext>
            </a:extLst>
          </p:cNvPr>
          <p:cNvSpPr txBox="1">
            <a:spLocks/>
          </p:cNvSpPr>
          <p:nvPr/>
        </p:nvSpPr>
        <p:spPr>
          <a:xfrm>
            <a:off x="1141413" y="1082673"/>
            <a:ext cx="2869416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4000" dirty="0"/>
              <a:t>references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73B9046-E492-E8E2-CA1A-B5F4C8BDE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423A067E-FD76-2448-997B-D46C5711A252}"/>
              </a:ext>
            </a:extLst>
          </p:cNvPr>
          <p:cNvSpPr txBox="1">
            <a:spLocks/>
          </p:cNvSpPr>
          <p:nvPr/>
        </p:nvSpPr>
        <p:spPr>
          <a:xfrm>
            <a:off x="5014129" y="1082673"/>
            <a:ext cx="6034871" cy="47085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/>
              <a:t>McKinney, W. (2022). </a:t>
            </a:r>
            <a:r>
              <a:rPr lang="en-US" sz="2800" i="1" u="sng" dirty="0"/>
              <a:t>Python for Data Analysis: Data Wrangling with Pandas, </a:t>
            </a:r>
            <a:r>
              <a:rPr lang="en-US" sz="2800" i="1" u="sng" dirty="0" err="1"/>
              <a:t>Numpy</a:t>
            </a:r>
            <a:r>
              <a:rPr lang="en-US" sz="2800" i="1" u="sng" dirty="0"/>
              <a:t>, and </a:t>
            </a:r>
            <a:r>
              <a:rPr lang="en-US" sz="2800" i="1" u="sng" dirty="0" err="1"/>
              <a:t>IPython</a:t>
            </a:r>
            <a:r>
              <a:rPr lang="en-US" sz="2800" i="1" u="sng" dirty="0"/>
              <a:t>.</a:t>
            </a:r>
            <a:r>
              <a:rPr lang="en-US" sz="2800" dirty="0"/>
              <a:t> O’Reilly. (ISBN: 1-0981-0402-1)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B5256A2-E51E-6681-A0F8-8226E206F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solidFill>
            <a:schemeClr val="tx1">
              <a:alpha val="60000"/>
            </a:schemeClr>
          </a:solidFill>
        </p:grpSpPr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301FAAE9-B1A1-AE4B-4A90-B0C36A6D6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8EC2DF1E-C826-63BD-5BA8-5B24DC7F32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94DA2DFD-CBFA-FCA9-23C5-D556EF887B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8E47D969-0B5B-ACA2-BFC2-C7C34C2308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75CCD18B-879A-4B43-911C-30CCD21D2D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2CB1B7BF-076D-7548-78A2-4293AFEF9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6CAAEBCB-28A1-4AF5-EC91-19D8CD8C73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ED9907C3-F2C5-E585-607A-42A7945F22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D35C3EE3-671A-1791-FEBE-A48BE23870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Rectangle 41">
              <a:extLst>
                <a:ext uri="{FF2B5EF4-FFF2-40B4-BE49-F238E27FC236}">
                  <a16:creationId xmlns:a16="http://schemas.microsoft.com/office/drawing/2014/main" id="{10DBA37D-A179-A764-078A-3FB888621E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48" name="Picture 47" descr="A blue and white logo&#10;&#10;Description automatically generated">
            <a:extLst>
              <a:ext uri="{FF2B5EF4-FFF2-40B4-BE49-F238E27FC236}">
                <a16:creationId xmlns:a16="http://schemas.microsoft.com/office/drawing/2014/main" id="{2D793D7D-0A26-74BF-E441-D356B9B09A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0228" y="-15101"/>
            <a:ext cx="1415143" cy="135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3348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>
            <a:extLst>
              <a:ext uri="{FF2B5EF4-FFF2-40B4-BE49-F238E27FC236}">
                <a16:creationId xmlns:a16="http://schemas.microsoft.com/office/drawing/2014/main" id="{678E285C-BE9E-45B7-A3EE-B9792DAE9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B86F577-8905-4B21-8AF3-C1BB34337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D2F1CFF3-A579-4D24-B5F9-1C71BA6FE5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57601B50-7EB1-43FA-8360-4297BCD763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0BD8B7A-CD01-4638-A2C9-299AC68B9B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Rectangle 8">
              <a:extLst>
                <a:ext uri="{FF2B5EF4-FFF2-40B4-BE49-F238E27FC236}">
                  <a16:creationId xmlns:a16="http://schemas.microsoft.com/office/drawing/2014/main" id="{095B58F9-6C29-48BE-9DA6-3855080521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C84674F-2E8A-4B70-B801-00722CDD58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34F320BB-D6A9-45FE-8556-498B763B1E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493D54A-532A-46ED-AF63-A0A54818EF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AF2EDFA-9C0B-44E2-B4BB-312B58BCA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A3641113-CE35-42A4-B605-41BC06BF4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DA2E5B2C-BAC4-4440-9B7E-F38783197A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8A506DF-2E53-42C9-94BE-B98E32E0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12934FF8-5F70-40BF-BBB6-5EB941FB9B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8EB3FB08-D01D-4E24-BE40-C16269DF6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D24E50D7-2753-4169-AD51-C106DA1B7A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DF94B7E0-D9B6-4096-94D0-18D3AC0EF6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EBC05ADE-BBA2-4387-B005-3196E2E198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BED1CEE-14D2-442F-AB08-401ABE3EFB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F6574C0-78E8-49EA-84BC-EE9D55707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65BCDB0B-615E-4CA1-AFD5-6B121CB7CE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40627863-B7FC-44D1-9E53-E728FFF675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52FD6F8C-3AF1-487E-91F4-6E55146F1F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50323CF3-93CB-4E03-95C0-B180BB87A8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B47D82F-CF1B-47E6-9FA2-F3A9C5F945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0606708F-F2D4-4678-8ED2-39041BC64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D7EB95B4-15E4-433D-B36F-21FF341AD9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500A541B-4C75-497C-A489-097ED29964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5789326F-12A4-48B8-B0ED-A6A2AE0C27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25FA672E-2B65-477F-AA75-6261CE652F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BB09AF8D-E68B-499C-B9F5-2F365813D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7991AEAD-B5F3-47BA-9F1B-86C16A84A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19A85F58-4C3A-4388-B55C-2329EEAECF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05652F38-94D9-41B7-A699-7E8F0C78D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3C043852-C250-4518-BB89-C91A34917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0CAB9A07-ECF2-416C-8528-F75DACB138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904A314C-A829-4AA6-92E2-529BCCF95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244EE6BA-4569-43ED-9E2E-1FB66201B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BEB8252E-FB2A-4BB5-BEC6-CA10FF6F7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91414711-C3A4-4E96-854A-DDDEB2F2E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86815BA8-3055-4B42-98C3-4202FD92E0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44457813-E991-44AE-9A83-B7488D1F3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Rectangle 45">
              <a:extLst>
                <a:ext uri="{FF2B5EF4-FFF2-40B4-BE49-F238E27FC236}">
                  <a16:creationId xmlns:a16="http://schemas.microsoft.com/office/drawing/2014/main" id="{8CE1CF47-A73F-4560-8835-AE1DC51E5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C2A935E4-AACC-4CB9-995E-D286178873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93B5B778-8ACB-4004-932D-BD95997BAE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1434AF34-0919-40AD-84B1-446D4FF2D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29546CF3-6DDD-4073-AB7F-C6E722257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289D46AB-128A-477F-B6C9-F40F115D6C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A7DA7E67-3368-44AD-AACD-EB64AE3487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78BB1152-AB85-4AD8-BBA1-07CEA1F508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A982E7F2-DD68-4093-B9C5-3E42B475AB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682E224-4CD6-420B-897A-B23D50B82E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31B90F10-06CD-480E-8D35-6E0FFFB894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7BC977DB-69B0-4D8D-B77C-E1127EC417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24127454-3FCB-41D6-ACFB-81D7E05A79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7AA80D42-B8A8-475B-ADBF-99719CE9FE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6" name="Rectangle 65">
            <a:extLst>
              <a:ext uri="{FF2B5EF4-FFF2-40B4-BE49-F238E27FC236}">
                <a16:creationId xmlns:a16="http://schemas.microsoft.com/office/drawing/2014/main" id="{34106153-7990-4956-BD26-A04A030064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8" name="Picture 2">
            <a:extLst>
              <a:ext uri="{FF2B5EF4-FFF2-40B4-BE49-F238E27FC236}">
                <a16:creationId xmlns:a16="http://schemas.microsoft.com/office/drawing/2014/main" id="{BDEA11A5-20BA-4650-A324-47C0465FF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-3747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70" name="Group 69">
            <a:extLst>
              <a:ext uri="{FF2B5EF4-FFF2-40B4-BE49-F238E27FC236}">
                <a16:creationId xmlns:a16="http://schemas.microsoft.com/office/drawing/2014/main" id="{866FCB64-0A37-46EB-8A9B-EC0C4C000A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bg2"/>
              </a:gs>
              <a:gs pos="100000">
                <a:schemeClr val="tx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71" name="Rectangle 5">
              <a:extLst>
                <a:ext uri="{FF2B5EF4-FFF2-40B4-BE49-F238E27FC236}">
                  <a16:creationId xmlns:a16="http://schemas.microsoft.com/office/drawing/2014/main" id="{8A162E18-5BEB-4E42-9B10-A1FDF6A0B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">
              <a:extLst>
                <a:ext uri="{FF2B5EF4-FFF2-40B4-BE49-F238E27FC236}">
                  <a16:creationId xmlns:a16="http://schemas.microsoft.com/office/drawing/2014/main" id="{7BB781C9-EC32-45FE-ACE7-C24F128C4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7">
              <a:extLst>
                <a:ext uri="{FF2B5EF4-FFF2-40B4-BE49-F238E27FC236}">
                  <a16:creationId xmlns:a16="http://schemas.microsoft.com/office/drawing/2014/main" id="{927C5647-36E8-4A20-86D4-47831D50CF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Rectangle 8">
              <a:extLst>
                <a:ext uri="{FF2B5EF4-FFF2-40B4-BE49-F238E27FC236}">
                  <a16:creationId xmlns:a16="http://schemas.microsoft.com/office/drawing/2014/main" id="{62F2AF20-CBBE-4249-B9E2-D6B30191CF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5" name="Freeform 9">
              <a:extLst>
                <a:ext uri="{FF2B5EF4-FFF2-40B4-BE49-F238E27FC236}">
                  <a16:creationId xmlns:a16="http://schemas.microsoft.com/office/drawing/2014/main" id="{731C1229-F8A7-4B36-A52B-98A65EF86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6" name="Freeform 10">
              <a:extLst>
                <a:ext uri="{FF2B5EF4-FFF2-40B4-BE49-F238E27FC236}">
                  <a16:creationId xmlns:a16="http://schemas.microsoft.com/office/drawing/2014/main" id="{609AC686-2DBB-4D82-866C-9FF222BDDF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7" name="Freeform 11">
              <a:extLst>
                <a:ext uri="{FF2B5EF4-FFF2-40B4-BE49-F238E27FC236}">
                  <a16:creationId xmlns:a16="http://schemas.microsoft.com/office/drawing/2014/main" id="{F899E6EB-BCDD-45D2-BF4B-9CA3A2798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2">
              <a:extLst>
                <a:ext uri="{FF2B5EF4-FFF2-40B4-BE49-F238E27FC236}">
                  <a16:creationId xmlns:a16="http://schemas.microsoft.com/office/drawing/2014/main" id="{BBD3AAC8-2330-4FAB-8E31-3D50AD954F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3">
              <a:extLst>
                <a:ext uri="{FF2B5EF4-FFF2-40B4-BE49-F238E27FC236}">
                  <a16:creationId xmlns:a16="http://schemas.microsoft.com/office/drawing/2014/main" id="{6B54F723-A70A-4865-A560-7850498A1B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4">
              <a:extLst>
                <a:ext uri="{FF2B5EF4-FFF2-40B4-BE49-F238E27FC236}">
                  <a16:creationId xmlns:a16="http://schemas.microsoft.com/office/drawing/2014/main" id="{9B911CCD-C9A2-4DC8-A278-3C6FD76A76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5">
              <a:extLst>
                <a:ext uri="{FF2B5EF4-FFF2-40B4-BE49-F238E27FC236}">
                  <a16:creationId xmlns:a16="http://schemas.microsoft.com/office/drawing/2014/main" id="{D559B729-03FB-435D-89BF-AF57A801B3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6">
              <a:extLst>
                <a:ext uri="{FF2B5EF4-FFF2-40B4-BE49-F238E27FC236}">
                  <a16:creationId xmlns:a16="http://schemas.microsoft.com/office/drawing/2014/main" id="{D1C90213-0F60-4268-BE48-8221E61614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3" name="Freeform 17">
              <a:extLst>
                <a:ext uri="{FF2B5EF4-FFF2-40B4-BE49-F238E27FC236}">
                  <a16:creationId xmlns:a16="http://schemas.microsoft.com/office/drawing/2014/main" id="{A7A6A293-A06F-48B8-865A-3F65287B85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4" name="Freeform 18">
              <a:extLst>
                <a:ext uri="{FF2B5EF4-FFF2-40B4-BE49-F238E27FC236}">
                  <a16:creationId xmlns:a16="http://schemas.microsoft.com/office/drawing/2014/main" id="{8F6861B5-AAA4-4017-929E-1FD1CA106C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9">
              <a:extLst>
                <a:ext uri="{FF2B5EF4-FFF2-40B4-BE49-F238E27FC236}">
                  <a16:creationId xmlns:a16="http://schemas.microsoft.com/office/drawing/2014/main" id="{D776D07C-2081-4DD3-A464-40F3CA41A3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20">
              <a:extLst>
                <a:ext uri="{FF2B5EF4-FFF2-40B4-BE49-F238E27FC236}">
                  <a16:creationId xmlns:a16="http://schemas.microsoft.com/office/drawing/2014/main" id="{BBC236D6-77E5-4B3C-92D7-D708B237D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21">
              <a:extLst>
                <a:ext uri="{FF2B5EF4-FFF2-40B4-BE49-F238E27FC236}">
                  <a16:creationId xmlns:a16="http://schemas.microsoft.com/office/drawing/2014/main" id="{8064714E-7ADE-4BD9-8981-34C135762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22">
              <a:extLst>
                <a:ext uri="{FF2B5EF4-FFF2-40B4-BE49-F238E27FC236}">
                  <a16:creationId xmlns:a16="http://schemas.microsoft.com/office/drawing/2014/main" id="{2FD1F23F-B1EE-46F5-B460-924E54A70D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23">
              <a:extLst>
                <a:ext uri="{FF2B5EF4-FFF2-40B4-BE49-F238E27FC236}">
                  <a16:creationId xmlns:a16="http://schemas.microsoft.com/office/drawing/2014/main" id="{9699361A-3AFF-4826-B99C-0354EAB0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24">
              <a:extLst>
                <a:ext uri="{FF2B5EF4-FFF2-40B4-BE49-F238E27FC236}">
                  <a16:creationId xmlns:a16="http://schemas.microsoft.com/office/drawing/2014/main" id="{B272F7B1-7BE2-4FC9-BB91-207EFD9E6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25">
              <a:extLst>
                <a:ext uri="{FF2B5EF4-FFF2-40B4-BE49-F238E27FC236}">
                  <a16:creationId xmlns:a16="http://schemas.microsoft.com/office/drawing/2014/main" id="{CDE59C1F-AFD9-4DD5-B04A-9EB2AAED5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26">
              <a:extLst>
                <a:ext uri="{FF2B5EF4-FFF2-40B4-BE49-F238E27FC236}">
                  <a16:creationId xmlns:a16="http://schemas.microsoft.com/office/drawing/2014/main" id="{1551E418-6CD4-4320-8224-F084039C5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27">
              <a:extLst>
                <a:ext uri="{FF2B5EF4-FFF2-40B4-BE49-F238E27FC236}">
                  <a16:creationId xmlns:a16="http://schemas.microsoft.com/office/drawing/2014/main" id="{1F27D4B1-EBD4-4BC9-AC2E-3AD616C847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28">
              <a:extLst>
                <a:ext uri="{FF2B5EF4-FFF2-40B4-BE49-F238E27FC236}">
                  <a16:creationId xmlns:a16="http://schemas.microsoft.com/office/drawing/2014/main" id="{C42B8D84-898A-4F76-A0F2-5699ED72BC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29">
              <a:extLst>
                <a:ext uri="{FF2B5EF4-FFF2-40B4-BE49-F238E27FC236}">
                  <a16:creationId xmlns:a16="http://schemas.microsoft.com/office/drawing/2014/main" id="{B440932E-7985-4BA6-9899-F22A64485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30">
              <a:extLst>
                <a:ext uri="{FF2B5EF4-FFF2-40B4-BE49-F238E27FC236}">
                  <a16:creationId xmlns:a16="http://schemas.microsoft.com/office/drawing/2014/main" id="{4B8CE969-CA1A-48CB-8588-4146F41F33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31">
              <a:extLst>
                <a:ext uri="{FF2B5EF4-FFF2-40B4-BE49-F238E27FC236}">
                  <a16:creationId xmlns:a16="http://schemas.microsoft.com/office/drawing/2014/main" id="{138A4875-4593-4894-89D5-DFCFF0EED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32">
              <a:extLst>
                <a:ext uri="{FF2B5EF4-FFF2-40B4-BE49-F238E27FC236}">
                  <a16:creationId xmlns:a16="http://schemas.microsoft.com/office/drawing/2014/main" id="{F079F26B-58E4-494E-A8BA-3F054F1F3B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Rectangle 33">
              <a:extLst>
                <a:ext uri="{FF2B5EF4-FFF2-40B4-BE49-F238E27FC236}">
                  <a16:creationId xmlns:a16="http://schemas.microsoft.com/office/drawing/2014/main" id="{04C9ECC5-BB4A-4417-B874-B75953F84F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34">
              <a:extLst>
                <a:ext uri="{FF2B5EF4-FFF2-40B4-BE49-F238E27FC236}">
                  <a16:creationId xmlns:a16="http://schemas.microsoft.com/office/drawing/2014/main" id="{4CCCF285-B51D-4A2F-8384-830A391711B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35">
              <a:extLst>
                <a:ext uri="{FF2B5EF4-FFF2-40B4-BE49-F238E27FC236}">
                  <a16:creationId xmlns:a16="http://schemas.microsoft.com/office/drawing/2014/main" id="{BD6C6299-A09A-47DF-8A96-69D39FCA5A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36">
              <a:extLst>
                <a:ext uri="{FF2B5EF4-FFF2-40B4-BE49-F238E27FC236}">
                  <a16:creationId xmlns:a16="http://schemas.microsoft.com/office/drawing/2014/main" id="{EE60C4B9-C404-42CD-8E94-70D4DC16AB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37">
              <a:extLst>
                <a:ext uri="{FF2B5EF4-FFF2-40B4-BE49-F238E27FC236}">
                  <a16:creationId xmlns:a16="http://schemas.microsoft.com/office/drawing/2014/main" id="{52BD4447-C1EB-4798-8764-AB93EA9303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38">
              <a:extLst>
                <a:ext uri="{FF2B5EF4-FFF2-40B4-BE49-F238E27FC236}">
                  <a16:creationId xmlns:a16="http://schemas.microsoft.com/office/drawing/2014/main" id="{50411559-C414-4F7C-BC6C-69F87BC9C7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39">
              <a:extLst>
                <a:ext uri="{FF2B5EF4-FFF2-40B4-BE49-F238E27FC236}">
                  <a16:creationId xmlns:a16="http://schemas.microsoft.com/office/drawing/2014/main" id="{64737770-BB27-41C0-95CB-5290545086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40">
              <a:extLst>
                <a:ext uri="{FF2B5EF4-FFF2-40B4-BE49-F238E27FC236}">
                  <a16:creationId xmlns:a16="http://schemas.microsoft.com/office/drawing/2014/main" id="{28929FDB-16CF-4165-B32A-EB673EFB7C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41">
              <a:extLst>
                <a:ext uri="{FF2B5EF4-FFF2-40B4-BE49-F238E27FC236}">
                  <a16:creationId xmlns:a16="http://schemas.microsoft.com/office/drawing/2014/main" id="{D8C82883-237C-4209-9545-E832FEE3A8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42">
              <a:extLst>
                <a:ext uri="{FF2B5EF4-FFF2-40B4-BE49-F238E27FC236}">
                  <a16:creationId xmlns:a16="http://schemas.microsoft.com/office/drawing/2014/main" id="{F1A52653-BD09-4D65-B05C-2AF4A6473A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43">
              <a:extLst>
                <a:ext uri="{FF2B5EF4-FFF2-40B4-BE49-F238E27FC236}">
                  <a16:creationId xmlns:a16="http://schemas.microsoft.com/office/drawing/2014/main" id="{30724E80-2FD3-4E4A-A3EA-18A4C8886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44">
              <a:extLst>
                <a:ext uri="{FF2B5EF4-FFF2-40B4-BE49-F238E27FC236}">
                  <a16:creationId xmlns:a16="http://schemas.microsoft.com/office/drawing/2014/main" id="{F1B978C7-7BC5-4F73-8B02-66A3CF67CE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Rectangle 45">
              <a:extLst>
                <a:ext uri="{FF2B5EF4-FFF2-40B4-BE49-F238E27FC236}">
                  <a16:creationId xmlns:a16="http://schemas.microsoft.com/office/drawing/2014/main" id="{799F0CED-DF8F-4350-A036-1981FBE596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46">
              <a:extLst>
                <a:ext uri="{FF2B5EF4-FFF2-40B4-BE49-F238E27FC236}">
                  <a16:creationId xmlns:a16="http://schemas.microsoft.com/office/drawing/2014/main" id="{9F4DD366-0E86-4E99-9557-496E88B42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Freeform 47">
              <a:extLst>
                <a:ext uri="{FF2B5EF4-FFF2-40B4-BE49-F238E27FC236}">
                  <a16:creationId xmlns:a16="http://schemas.microsoft.com/office/drawing/2014/main" id="{78BB3321-D5DC-4951-AB38-0C54E3D01D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48">
              <a:extLst>
                <a:ext uri="{FF2B5EF4-FFF2-40B4-BE49-F238E27FC236}">
                  <a16:creationId xmlns:a16="http://schemas.microsoft.com/office/drawing/2014/main" id="{955E548C-7F86-45B2-A0D2-03EAC578D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49">
              <a:extLst>
                <a:ext uri="{FF2B5EF4-FFF2-40B4-BE49-F238E27FC236}">
                  <a16:creationId xmlns:a16="http://schemas.microsoft.com/office/drawing/2014/main" id="{0013F508-5E69-4911-AD93-4ABE3E7C56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50">
              <a:extLst>
                <a:ext uri="{FF2B5EF4-FFF2-40B4-BE49-F238E27FC236}">
                  <a16:creationId xmlns:a16="http://schemas.microsoft.com/office/drawing/2014/main" id="{A7F86768-93E0-4044-A62A-B11EB18FF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51">
              <a:extLst>
                <a:ext uri="{FF2B5EF4-FFF2-40B4-BE49-F238E27FC236}">
                  <a16:creationId xmlns:a16="http://schemas.microsoft.com/office/drawing/2014/main" id="{BA32A7B4-1DB2-4E4A-B86E-D8DB97B696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52">
              <a:extLst>
                <a:ext uri="{FF2B5EF4-FFF2-40B4-BE49-F238E27FC236}">
                  <a16:creationId xmlns:a16="http://schemas.microsoft.com/office/drawing/2014/main" id="{AB250BD5-076C-4428-B6AF-E9EAE4F65E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53">
              <a:extLst>
                <a:ext uri="{FF2B5EF4-FFF2-40B4-BE49-F238E27FC236}">
                  <a16:creationId xmlns:a16="http://schemas.microsoft.com/office/drawing/2014/main" id="{027DA06A-045F-4711-9307-0508B6ACF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54">
              <a:extLst>
                <a:ext uri="{FF2B5EF4-FFF2-40B4-BE49-F238E27FC236}">
                  <a16:creationId xmlns:a16="http://schemas.microsoft.com/office/drawing/2014/main" id="{3EB0EDA8-385A-4B2B-97F0-5194F23EB5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55">
              <a:extLst>
                <a:ext uri="{FF2B5EF4-FFF2-40B4-BE49-F238E27FC236}">
                  <a16:creationId xmlns:a16="http://schemas.microsoft.com/office/drawing/2014/main" id="{D6FA258E-AF3F-47C9-9F4E-39ECFD7AC0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56">
              <a:extLst>
                <a:ext uri="{FF2B5EF4-FFF2-40B4-BE49-F238E27FC236}">
                  <a16:creationId xmlns:a16="http://schemas.microsoft.com/office/drawing/2014/main" id="{6E471E73-A9C0-4C68-BD8F-360F2ED7BD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57">
              <a:extLst>
                <a:ext uri="{FF2B5EF4-FFF2-40B4-BE49-F238E27FC236}">
                  <a16:creationId xmlns:a16="http://schemas.microsoft.com/office/drawing/2014/main" id="{C78C3110-8153-4163-B809-0B0C0C9E5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58">
              <a:extLst>
                <a:ext uri="{FF2B5EF4-FFF2-40B4-BE49-F238E27FC236}">
                  <a16:creationId xmlns:a16="http://schemas.microsoft.com/office/drawing/2014/main" id="{DBC57B9F-0B9B-4EDE-B3B3-7C5D5DB399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1073BA-CAE4-8E85-D3C4-076DBCB18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6425" y="1113282"/>
            <a:ext cx="3734941" cy="23966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Thank you!</a:t>
            </a:r>
          </a:p>
        </p:txBody>
      </p:sp>
      <p:sp useBgFill="1">
        <p:nvSpPr>
          <p:cNvPr id="126" name="Round Diagonal Corner Rectangle 6">
            <a:extLst>
              <a:ext uri="{FF2B5EF4-FFF2-40B4-BE49-F238E27FC236}">
                <a16:creationId xmlns:a16="http://schemas.microsoft.com/office/drawing/2014/main" id="{62B94F88-FD5B-4053-B143-DFF55CE443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808057"/>
            <a:ext cx="5286376" cy="5234394"/>
          </a:xfrm>
          <a:prstGeom prst="round2DiagRect">
            <a:avLst>
              <a:gd name="adj1" fmla="val 6185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0D6B741-6E59-A15A-B86C-61F5A59BC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1396" y="1199257"/>
            <a:ext cx="4635583" cy="4451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04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4199</TotalTime>
  <Words>1181</Words>
  <Application>Microsoft Office PowerPoint</Application>
  <PresentationFormat>Widescreen</PresentationFormat>
  <Paragraphs>207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Arial,Sans-Serif</vt:lpstr>
      <vt:lpstr>Cambria Math</vt:lpstr>
      <vt:lpstr>Courier New</vt:lpstr>
      <vt:lpstr>Tw Cen MT</vt:lpstr>
      <vt:lpstr>Tw Cen MT</vt:lpstr>
      <vt:lpstr>Wingdings</vt:lpstr>
      <vt:lpstr>Circuit</vt:lpstr>
      <vt:lpstr>Module 3:  Introduction to NumPy</vt:lpstr>
      <vt:lpstr>AGENDA</vt:lpstr>
      <vt:lpstr>NumPy </vt:lpstr>
      <vt:lpstr>The NumPy ndarray </vt:lpstr>
      <vt:lpstr>THE NUMPY NDARRAY </vt:lpstr>
      <vt:lpstr>THE NUMPY NDARRAY - Example</vt:lpstr>
      <vt:lpstr>Creating ndarrays </vt:lpstr>
      <vt:lpstr>Creating ndarrays </vt:lpstr>
      <vt:lpstr>Creating ndarrays </vt:lpstr>
      <vt:lpstr>Cast or convert arrays </vt:lpstr>
      <vt:lpstr>Arithmetic with NumPy Arrays</vt:lpstr>
      <vt:lpstr>Arithmetic with NumPy Arrays </vt:lpstr>
      <vt:lpstr>Basic Indexing and Slicing </vt:lpstr>
      <vt:lpstr>Basic Indexing and Slicing </vt:lpstr>
      <vt:lpstr> Basic Indexing and Slicing: two-dimensional array</vt:lpstr>
      <vt:lpstr>Basic Indexing and Slicing: Multidimensional array  </vt:lpstr>
      <vt:lpstr>Basic Indexing and Slicing</vt:lpstr>
      <vt:lpstr>Indexing with Slices </vt:lpstr>
      <vt:lpstr>Indexing with Slices</vt:lpstr>
      <vt:lpstr>Indexing with Slices </vt:lpstr>
      <vt:lpstr>Boolean Indexing</vt:lpstr>
      <vt:lpstr>Boolean Indexing</vt:lpstr>
      <vt:lpstr>Transposing Arrays </vt:lpstr>
      <vt:lpstr>Transposing Arrays </vt:lpstr>
      <vt:lpstr>Transposing Arrays </vt:lpstr>
      <vt:lpstr>Universal functions: Fast Element-Wise Array functions</vt:lpstr>
      <vt:lpstr>Fast Element-Wise Array Functions</vt:lpstr>
      <vt:lpstr>Fast Element-Wise Array Functions</vt:lpstr>
      <vt:lpstr>Array-Oriented Programming with Arrays</vt:lpstr>
      <vt:lpstr>Array-Oriented Programming  </vt:lpstr>
      <vt:lpstr>Expressing Conditional Logic </vt:lpstr>
      <vt:lpstr>Expressing Conditional Logic </vt:lpstr>
      <vt:lpstr>Mathematical and Statistical Methods </vt:lpstr>
      <vt:lpstr>Mathematical and Statistical Methods </vt:lpstr>
      <vt:lpstr>Linear Algebra</vt:lpstr>
      <vt:lpstr>Linear Algebra </vt:lpstr>
      <vt:lpstr>Linear Algebra </vt:lpstr>
      <vt:lpstr>Pseudorandom Number Generation</vt:lpstr>
      <vt:lpstr>Pseudorandom Number Generation</vt:lpstr>
      <vt:lpstr>Pseudorandom Number Generation </vt:lpstr>
      <vt:lpstr>Pseudorandom Number Generation </vt:lpstr>
      <vt:lpstr>references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:  Python Data Structures, Functions, and Files</dc:title>
  <dc:creator>Catherine Ata</dc:creator>
  <cp:lastModifiedBy>Catherine Ata</cp:lastModifiedBy>
  <cp:revision>801</cp:revision>
  <dcterms:created xsi:type="dcterms:W3CDTF">2024-06-04T16:42:17Z</dcterms:created>
  <dcterms:modified xsi:type="dcterms:W3CDTF">2024-08-14T20:08:02Z</dcterms:modified>
</cp:coreProperties>
</file>