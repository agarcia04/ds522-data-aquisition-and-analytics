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82" r:id="rId4"/>
    <p:sldId id="308" r:id="rId5"/>
    <p:sldId id="333" r:id="rId6"/>
    <p:sldId id="281" r:id="rId7"/>
    <p:sldId id="334" r:id="rId8"/>
    <p:sldId id="335" r:id="rId9"/>
    <p:sldId id="336" r:id="rId10"/>
    <p:sldId id="337" r:id="rId11"/>
    <p:sldId id="338" r:id="rId12"/>
    <p:sldId id="339" r:id="rId13"/>
    <p:sldId id="321" r:id="rId14"/>
    <p:sldId id="340" r:id="rId15"/>
    <p:sldId id="342" r:id="rId16"/>
    <p:sldId id="341" r:id="rId17"/>
    <p:sldId id="344" r:id="rId18"/>
    <p:sldId id="343" r:id="rId19"/>
    <p:sldId id="345" r:id="rId20"/>
    <p:sldId id="346" r:id="rId21"/>
    <p:sldId id="347" r:id="rId22"/>
    <p:sldId id="348" r:id="rId23"/>
    <p:sldId id="322" r:id="rId24"/>
    <p:sldId id="349" r:id="rId25"/>
    <p:sldId id="350" r:id="rId26"/>
    <p:sldId id="351" r:id="rId27"/>
    <p:sldId id="352" r:id="rId28"/>
    <p:sldId id="354" r:id="rId29"/>
    <p:sldId id="353" r:id="rId30"/>
    <p:sldId id="355" r:id="rId31"/>
    <p:sldId id="356" r:id="rId32"/>
    <p:sldId id="323" r:id="rId33"/>
    <p:sldId id="357" r:id="rId34"/>
    <p:sldId id="358" r:id="rId35"/>
    <p:sldId id="360" r:id="rId36"/>
    <p:sldId id="361" r:id="rId37"/>
    <p:sldId id="362" r:id="rId38"/>
    <p:sldId id="359" r:id="rId39"/>
    <p:sldId id="363" r:id="rId40"/>
    <p:sldId id="325" r:id="rId41"/>
    <p:sldId id="364" r:id="rId42"/>
    <p:sldId id="365" r:id="rId43"/>
    <p:sldId id="366" r:id="rId44"/>
    <p:sldId id="367" r:id="rId45"/>
    <p:sldId id="368" r:id="rId46"/>
    <p:sldId id="370" r:id="rId47"/>
    <p:sldId id="369" r:id="rId48"/>
    <p:sldId id="371" r:id="rId49"/>
    <p:sldId id="372" r:id="rId50"/>
    <p:sldId id="373" r:id="rId51"/>
    <p:sldId id="317" r:id="rId52"/>
    <p:sldId id="279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04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Ata" userId="4e21e26771b92a65" providerId="LiveId" clId="{B80059B1-9787-4AEC-8099-FA1CFA50BC69}"/>
    <pc:docChg chg="undo custSel addSld delSld modSld">
      <pc:chgData name="Catherine Ata" userId="4e21e26771b92a65" providerId="LiveId" clId="{B80059B1-9787-4AEC-8099-FA1CFA50BC69}" dt="2024-08-28T16:55:11.584" v="3021" actId="1076"/>
      <pc:docMkLst>
        <pc:docMk/>
      </pc:docMkLst>
      <pc:sldChg chg="modSp">
        <pc:chgData name="Catherine Ata" userId="4e21e26771b92a65" providerId="LiveId" clId="{B80059B1-9787-4AEC-8099-FA1CFA50BC69}" dt="2024-08-28T00:16:12.161" v="3019" actId="20577"/>
        <pc:sldMkLst>
          <pc:docMk/>
          <pc:sldMk cId="1316968593" sldId="257"/>
        </pc:sldMkLst>
        <pc:graphicFrameChg chg="mod">
          <ac:chgData name="Catherine Ata" userId="4e21e26771b92a65" providerId="LiveId" clId="{B80059B1-9787-4AEC-8099-FA1CFA50BC69}" dt="2024-08-28T00:16:12.161" v="3019" actId="20577"/>
          <ac:graphicFrameMkLst>
            <pc:docMk/>
            <pc:sldMk cId="1316968593" sldId="257"/>
            <ac:graphicFrameMk id="53" creationId="{B3529599-F5B4-68D7-C3D3-833636480F09}"/>
          </ac:graphicFrameMkLst>
        </pc:graphicFrameChg>
      </pc:sldChg>
      <pc:sldChg chg="addSp delSp modSp mod">
        <pc:chgData name="Catherine Ata" userId="4e21e26771b92a65" providerId="LiveId" clId="{B80059B1-9787-4AEC-8099-FA1CFA50BC69}" dt="2024-08-27T22:11:56.994" v="714" actId="14100"/>
        <pc:sldMkLst>
          <pc:docMk/>
          <pc:sldMk cId="2251826545" sldId="258"/>
        </pc:sldMkLst>
        <pc:spChg chg="mod">
          <ac:chgData name="Catherine Ata" userId="4e21e26771b92a65" providerId="LiveId" clId="{B80059B1-9787-4AEC-8099-FA1CFA50BC69}" dt="2024-08-27T22:05:21.072" v="594" actId="14100"/>
          <ac:spMkLst>
            <pc:docMk/>
            <pc:sldMk cId="2251826545" sldId="258"/>
            <ac:spMk id="2" creationId="{D4065369-7529-3EBB-DDFC-7BE7CEFA1D6C}"/>
          </ac:spMkLst>
        </pc:spChg>
        <pc:spChg chg="mod">
          <ac:chgData name="Catherine Ata" userId="4e21e26771b92a65" providerId="LiveId" clId="{B80059B1-9787-4AEC-8099-FA1CFA50BC69}" dt="2024-08-27T22:11:56.994" v="714" actId="14100"/>
          <ac:spMkLst>
            <pc:docMk/>
            <pc:sldMk cId="2251826545" sldId="258"/>
            <ac:spMk id="3" creationId="{6894B957-7D2F-464C-DB8B-5E3E8F5605E3}"/>
          </ac:spMkLst>
        </pc:spChg>
        <pc:spChg chg="del mod">
          <ac:chgData name="Catherine Ata" userId="4e21e26771b92a65" providerId="LiveId" clId="{B80059B1-9787-4AEC-8099-FA1CFA50BC69}" dt="2024-08-27T22:10:24.647" v="702" actId="478"/>
          <ac:spMkLst>
            <pc:docMk/>
            <pc:sldMk cId="2251826545" sldId="258"/>
            <ac:spMk id="6" creationId="{F07A9685-1816-237A-24E7-33C8782D4784}"/>
          </ac:spMkLst>
        </pc:spChg>
        <pc:picChg chg="add mod">
          <ac:chgData name="Catherine Ata" userId="4e21e26771b92a65" providerId="LiveId" clId="{B80059B1-9787-4AEC-8099-FA1CFA50BC69}" dt="2024-08-27T22:11:52.023" v="712" actId="1076"/>
          <ac:picMkLst>
            <pc:docMk/>
            <pc:sldMk cId="2251826545" sldId="258"/>
            <ac:picMk id="7" creationId="{AD71A251-0BB4-497E-CF3A-D351906D17CA}"/>
          </ac:picMkLst>
        </pc:picChg>
        <pc:picChg chg="del mod">
          <ac:chgData name="Catherine Ata" userId="4e21e26771b92a65" providerId="LiveId" clId="{B80059B1-9787-4AEC-8099-FA1CFA50BC69}" dt="2024-08-27T22:11:20.448" v="709" actId="478"/>
          <ac:picMkLst>
            <pc:docMk/>
            <pc:sldMk cId="2251826545" sldId="258"/>
            <ac:picMk id="9" creationId="{EED27417-C7D3-8CF1-A88C-24CD09B0C39E}"/>
          </ac:picMkLst>
        </pc:picChg>
        <pc:picChg chg="del">
          <ac:chgData name="Catherine Ata" userId="4e21e26771b92a65" providerId="LiveId" clId="{B80059B1-9787-4AEC-8099-FA1CFA50BC69}" dt="2024-08-27T22:10:19.455" v="700" actId="478"/>
          <ac:picMkLst>
            <pc:docMk/>
            <pc:sldMk cId="2251826545" sldId="258"/>
            <ac:picMk id="11" creationId="{96D9FB02-FDA3-2409-7218-9F0A7BF6142C}"/>
          </ac:picMkLst>
        </pc:picChg>
      </pc:sldChg>
      <pc:sldChg chg="addSp delSp modSp add del mod">
        <pc:chgData name="Catherine Ata" userId="4e21e26771b92a65" providerId="LiveId" clId="{B80059B1-9787-4AEC-8099-FA1CFA50BC69}" dt="2024-08-27T22:39:47.142" v="1146" actId="255"/>
        <pc:sldMkLst>
          <pc:docMk/>
          <pc:sldMk cId="3392761998" sldId="261"/>
        </pc:sldMkLst>
        <pc:spChg chg="mod">
          <ac:chgData name="Catherine Ata" userId="4e21e26771b92a65" providerId="LiveId" clId="{B80059B1-9787-4AEC-8099-FA1CFA50BC69}" dt="2024-08-27T22:28:33.808" v="961" actId="14100"/>
          <ac:spMkLst>
            <pc:docMk/>
            <pc:sldMk cId="3392761998" sldId="261"/>
            <ac:spMk id="2" creationId="{5529D9A1-5160-0457-CA02-07BC1382FF6E}"/>
          </ac:spMkLst>
        </pc:spChg>
        <pc:spChg chg="mod">
          <ac:chgData name="Catherine Ata" userId="4e21e26771b92a65" providerId="LiveId" clId="{B80059B1-9787-4AEC-8099-FA1CFA50BC69}" dt="2024-08-27T22:39:47.142" v="1146" actId="255"/>
          <ac:spMkLst>
            <pc:docMk/>
            <pc:sldMk cId="3392761998" sldId="261"/>
            <ac:spMk id="3" creationId="{FCE55FD6-D68C-6291-B312-70DC1097A5A1}"/>
          </ac:spMkLst>
        </pc:spChg>
        <pc:spChg chg="add del mod">
          <ac:chgData name="Catherine Ata" userId="4e21e26771b92a65" providerId="LiveId" clId="{B80059B1-9787-4AEC-8099-FA1CFA50BC69}" dt="2024-08-27T22:32:51.750" v="1024"/>
          <ac:spMkLst>
            <pc:docMk/>
            <pc:sldMk cId="3392761998" sldId="261"/>
            <ac:spMk id="7" creationId="{416DB2B4-B6E9-3378-D16D-90F33AA7F3CD}"/>
          </ac:spMkLst>
        </pc:spChg>
        <pc:spChg chg="add mod">
          <ac:chgData name="Catherine Ata" userId="4e21e26771b92a65" providerId="LiveId" clId="{B80059B1-9787-4AEC-8099-FA1CFA50BC69}" dt="2024-08-27T22:34:46.778" v="1038" actId="1076"/>
          <ac:spMkLst>
            <pc:docMk/>
            <pc:sldMk cId="3392761998" sldId="261"/>
            <ac:spMk id="12" creationId="{E72AD905-1A0D-3450-4AAD-8008CE2FA225}"/>
          </ac:spMkLst>
        </pc:spChg>
        <pc:graphicFrameChg chg="del">
          <ac:chgData name="Catherine Ata" userId="4e21e26771b92a65" providerId="LiveId" clId="{B80059B1-9787-4AEC-8099-FA1CFA50BC69}" dt="2024-08-27T22:31:33.028" v="1013" actId="478"/>
          <ac:graphicFrameMkLst>
            <pc:docMk/>
            <pc:sldMk cId="3392761998" sldId="261"/>
            <ac:graphicFrameMk id="9" creationId="{047B7827-2C30-9996-B806-7C64937CB506}"/>
          </ac:graphicFrameMkLst>
        </pc:graphicFrameChg>
        <pc:picChg chg="add mod">
          <ac:chgData name="Catherine Ata" userId="4e21e26771b92a65" providerId="LiveId" clId="{B80059B1-9787-4AEC-8099-FA1CFA50BC69}" dt="2024-08-27T22:34:00.034" v="1032" actId="1076"/>
          <ac:picMkLst>
            <pc:docMk/>
            <pc:sldMk cId="3392761998" sldId="261"/>
            <ac:picMk id="6" creationId="{2046FE4A-D99F-A025-5891-5526B498C6E8}"/>
          </ac:picMkLst>
        </pc:picChg>
        <pc:picChg chg="del">
          <ac:chgData name="Catherine Ata" userId="4e21e26771b92a65" providerId="LiveId" clId="{B80059B1-9787-4AEC-8099-FA1CFA50BC69}" dt="2024-08-27T22:31:29.012" v="1012" actId="478"/>
          <ac:picMkLst>
            <pc:docMk/>
            <pc:sldMk cId="3392761998" sldId="261"/>
            <ac:picMk id="10" creationId="{709F133F-0C15-CA65-E64C-687513E2C4A1}"/>
          </ac:picMkLst>
        </pc:picChg>
        <pc:picChg chg="add mod">
          <ac:chgData name="Catherine Ata" userId="4e21e26771b92a65" providerId="LiveId" clId="{B80059B1-9787-4AEC-8099-FA1CFA50BC69}" dt="2024-08-27T22:34:01.984" v="1033" actId="1076"/>
          <ac:picMkLst>
            <pc:docMk/>
            <pc:sldMk cId="3392761998" sldId="261"/>
            <ac:picMk id="11" creationId="{6D3929FF-4559-5534-DBEB-CF4D2FB38727}"/>
          </ac:picMkLst>
        </pc:picChg>
      </pc:sldChg>
      <pc:sldChg chg="addSp delSp modSp mod">
        <pc:chgData name="Catherine Ata" userId="4e21e26771b92a65" providerId="LiveId" clId="{B80059B1-9787-4AEC-8099-FA1CFA50BC69}" dt="2024-08-27T21:37:26.776" v="221" actId="1076"/>
        <pc:sldMkLst>
          <pc:docMk/>
          <pc:sldMk cId="1765310388" sldId="281"/>
        </pc:sldMkLst>
        <pc:spChg chg="mod">
          <ac:chgData name="Catherine Ata" userId="4e21e26771b92a65" providerId="LiveId" clId="{B80059B1-9787-4AEC-8099-FA1CFA50BC69}" dt="2024-08-27T21:21:28.370" v="169" actId="20577"/>
          <ac:spMkLst>
            <pc:docMk/>
            <pc:sldMk cId="1765310388" sldId="281"/>
            <ac:spMk id="2" creationId="{3B3F58F4-F002-0A63-FDA5-2FE8E17AB734}"/>
          </ac:spMkLst>
        </pc:spChg>
        <pc:spChg chg="mod">
          <ac:chgData name="Catherine Ata" userId="4e21e26771b92a65" providerId="LiveId" clId="{B80059B1-9787-4AEC-8099-FA1CFA50BC69}" dt="2024-08-27T21:24:16.753" v="192" actId="14100"/>
          <ac:spMkLst>
            <pc:docMk/>
            <pc:sldMk cId="1765310388" sldId="281"/>
            <ac:spMk id="3" creationId="{3A568A40-3D18-D624-4D00-48777451A1E7}"/>
          </ac:spMkLst>
        </pc:spChg>
        <pc:spChg chg="mod">
          <ac:chgData name="Catherine Ata" userId="4e21e26771b92a65" providerId="LiveId" clId="{B80059B1-9787-4AEC-8099-FA1CFA50BC69}" dt="2024-08-27T21:16:33.008" v="144" actId="14100"/>
          <ac:spMkLst>
            <pc:docMk/>
            <pc:sldMk cId="1765310388" sldId="281"/>
            <ac:spMk id="4" creationId="{CCE1343B-D448-0F3D-2A82-B1953503574C}"/>
          </ac:spMkLst>
        </pc:spChg>
        <pc:picChg chg="mod">
          <ac:chgData name="Catherine Ata" userId="4e21e26771b92a65" providerId="LiveId" clId="{B80059B1-9787-4AEC-8099-FA1CFA50BC69}" dt="2024-08-27T21:16:23.678" v="142" actId="1076"/>
          <ac:picMkLst>
            <pc:docMk/>
            <pc:sldMk cId="1765310388" sldId="281"/>
            <ac:picMk id="6" creationId="{C35250E7-1B5B-7148-D292-983044F0CA57}"/>
          </ac:picMkLst>
        </pc:picChg>
        <pc:picChg chg="add mod">
          <ac:chgData name="Catherine Ata" userId="4e21e26771b92a65" providerId="LiveId" clId="{B80059B1-9787-4AEC-8099-FA1CFA50BC69}" dt="2024-08-27T21:37:26.776" v="221" actId="1076"/>
          <ac:picMkLst>
            <pc:docMk/>
            <pc:sldMk cId="1765310388" sldId="281"/>
            <ac:picMk id="7" creationId="{340D2E62-49BD-FB48-EBD4-F57CCD6C5245}"/>
          </ac:picMkLst>
        </pc:picChg>
        <pc:picChg chg="del mod">
          <ac:chgData name="Catherine Ata" userId="4e21e26771b92a65" providerId="LiveId" clId="{B80059B1-9787-4AEC-8099-FA1CFA50BC69}" dt="2024-08-27T21:37:21.695" v="219" actId="478"/>
          <ac:picMkLst>
            <pc:docMk/>
            <pc:sldMk cId="1765310388" sldId="281"/>
            <ac:picMk id="10" creationId="{D7127A13-F733-8375-1C64-57016814329E}"/>
          </ac:picMkLst>
        </pc:picChg>
      </pc:sldChg>
      <pc:sldChg chg="modSp mod">
        <pc:chgData name="Catherine Ata" userId="4e21e26771b92a65" providerId="LiveId" clId="{B80059B1-9787-4AEC-8099-FA1CFA50BC69}" dt="2024-08-27T21:18:50.011" v="155" actId="20577"/>
        <pc:sldMkLst>
          <pc:docMk/>
          <pc:sldMk cId="3804984846" sldId="282"/>
        </pc:sldMkLst>
        <pc:spChg chg="mod">
          <ac:chgData name="Catherine Ata" userId="4e21e26771b92a65" providerId="LiveId" clId="{B80059B1-9787-4AEC-8099-FA1CFA50BC69}" dt="2024-08-27T21:18:50.011" v="155" actId="20577"/>
          <ac:spMkLst>
            <pc:docMk/>
            <pc:sldMk cId="3804984846" sldId="282"/>
            <ac:spMk id="2" creationId="{46CAA7C7-1B21-E4DE-A30C-992523F350E2}"/>
          </ac:spMkLst>
        </pc:spChg>
      </pc:sldChg>
      <pc:sldChg chg="addSp delSp modSp mod">
        <pc:chgData name="Catherine Ata" userId="4e21e26771b92a65" providerId="LiveId" clId="{B80059B1-9787-4AEC-8099-FA1CFA50BC69}" dt="2024-08-27T21:41:20.742" v="238" actId="1076"/>
        <pc:sldMkLst>
          <pc:docMk/>
          <pc:sldMk cId="1439247380" sldId="283"/>
        </pc:sldMkLst>
        <pc:spChg chg="mod">
          <ac:chgData name="Catherine Ata" userId="4e21e26771b92a65" providerId="LiveId" clId="{B80059B1-9787-4AEC-8099-FA1CFA50BC69}" dt="2024-08-27T21:26:13.966" v="195" actId="14100"/>
          <ac:spMkLst>
            <pc:docMk/>
            <pc:sldMk cId="1439247380" sldId="283"/>
            <ac:spMk id="4" creationId="{CCE1343B-D448-0F3D-2A82-B1953503574C}"/>
          </ac:spMkLst>
        </pc:spChg>
        <pc:spChg chg="mod">
          <ac:chgData name="Catherine Ata" userId="4e21e26771b92a65" providerId="LiveId" clId="{B80059B1-9787-4AEC-8099-FA1CFA50BC69}" dt="2024-08-27T21:26:47.421" v="201" actId="14100"/>
          <ac:spMkLst>
            <pc:docMk/>
            <pc:sldMk cId="1439247380" sldId="283"/>
            <ac:spMk id="5" creationId="{888ACC19-834C-C129-258C-506522102B65}"/>
          </ac:spMkLst>
        </pc:spChg>
        <pc:graphicFrameChg chg="del">
          <ac:chgData name="Catherine Ata" userId="4e21e26771b92a65" providerId="LiveId" clId="{B80059B1-9787-4AEC-8099-FA1CFA50BC69}" dt="2024-08-27T21:26:07.546" v="194" actId="478"/>
          <ac:graphicFrameMkLst>
            <pc:docMk/>
            <pc:sldMk cId="1439247380" sldId="283"/>
            <ac:graphicFrameMk id="11" creationId="{56670B05-8723-63C3-32B5-5518F2709A6A}"/>
          </ac:graphicFrameMkLst>
        </pc:graphicFrameChg>
        <pc:picChg chg="add del mod">
          <ac:chgData name="Catherine Ata" userId="4e21e26771b92a65" providerId="LiveId" clId="{B80059B1-9787-4AEC-8099-FA1CFA50BC69}" dt="2024-08-27T21:40:38.926" v="233" actId="478"/>
          <ac:picMkLst>
            <pc:docMk/>
            <pc:sldMk cId="1439247380" sldId="283"/>
            <ac:picMk id="6" creationId="{F8719036-EAB0-471E-185F-EA8C53F0C846}"/>
          </ac:picMkLst>
        </pc:picChg>
        <pc:picChg chg="del mod">
          <ac:chgData name="Catherine Ata" userId="4e21e26771b92a65" providerId="LiveId" clId="{B80059B1-9787-4AEC-8099-FA1CFA50BC69}" dt="2024-08-27T21:31:26.593" v="211" actId="478"/>
          <ac:picMkLst>
            <pc:docMk/>
            <pc:sldMk cId="1439247380" sldId="283"/>
            <ac:picMk id="7" creationId="{A295C58B-D998-64AA-51E3-C64503ADFF1D}"/>
          </ac:picMkLst>
        </pc:picChg>
        <pc:picChg chg="add del mod">
          <ac:chgData name="Catherine Ata" userId="4e21e26771b92a65" providerId="LiveId" clId="{B80059B1-9787-4AEC-8099-FA1CFA50BC69}" dt="2024-08-27T21:41:15.958" v="236" actId="478"/>
          <ac:picMkLst>
            <pc:docMk/>
            <pc:sldMk cId="1439247380" sldId="283"/>
            <ac:picMk id="10" creationId="{BF4A23D4-5C71-AEC5-F119-C2DD28CB8346}"/>
          </ac:picMkLst>
        </pc:picChg>
        <pc:picChg chg="del mod">
          <ac:chgData name="Catherine Ata" userId="4e21e26771b92a65" providerId="LiveId" clId="{B80059B1-9787-4AEC-8099-FA1CFA50BC69}" dt="2024-08-27T21:31:46.734" v="213" actId="478"/>
          <ac:picMkLst>
            <pc:docMk/>
            <pc:sldMk cId="1439247380" sldId="283"/>
            <ac:picMk id="12" creationId="{B3C460EB-65C5-7B98-99C9-896059CB23D7}"/>
          </ac:picMkLst>
        </pc:picChg>
        <pc:picChg chg="add mod">
          <ac:chgData name="Catherine Ata" userId="4e21e26771b92a65" providerId="LiveId" clId="{B80059B1-9787-4AEC-8099-FA1CFA50BC69}" dt="2024-08-27T21:40:41.389" v="235" actId="1076"/>
          <ac:picMkLst>
            <pc:docMk/>
            <pc:sldMk cId="1439247380" sldId="283"/>
            <ac:picMk id="14" creationId="{80EE882A-668D-663C-B540-FBE7AFA50438}"/>
          </ac:picMkLst>
        </pc:picChg>
        <pc:picChg chg="add mod">
          <ac:chgData name="Catherine Ata" userId="4e21e26771b92a65" providerId="LiveId" clId="{B80059B1-9787-4AEC-8099-FA1CFA50BC69}" dt="2024-08-27T21:41:20.742" v="238" actId="1076"/>
          <ac:picMkLst>
            <pc:docMk/>
            <pc:sldMk cId="1439247380" sldId="283"/>
            <ac:picMk id="16" creationId="{ED5B86CB-88DE-65A8-211D-A6D7A8E50992}"/>
          </ac:picMkLst>
        </pc:picChg>
      </pc:sldChg>
      <pc:sldChg chg="addSp delSp modSp mod">
        <pc:chgData name="Catherine Ata" userId="4e21e26771b92a65" providerId="LiveId" clId="{B80059B1-9787-4AEC-8099-FA1CFA50BC69}" dt="2024-08-27T22:00:34.202" v="505" actId="20577"/>
        <pc:sldMkLst>
          <pc:docMk/>
          <pc:sldMk cId="2483628239" sldId="284"/>
        </pc:sldMkLst>
        <pc:spChg chg="mod">
          <ac:chgData name="Catherine Ata" userId="4e21e26771b92a65" providerId="LiveId" clId="{B80059B1-9787-4AEC-8099-FA1CFA50BC69}" dt="2024-08-27T21:55:07.393" v="254" actId="14100"/>
          <ac:spMkLst>
            <pc:docMk/>
            <pc:sldMk cId="2483628239" sldId="284"/>
            <ac:spMk id="2" creationId="{37C1921E-EC87-3861-32D6-1C146BF8C53F}"/>
          </ac:spMkLst>
        </pc:spChg>
        <pc:spChg chg="del">
          <ac:chgData name="Catherine Ata" userId="4e21e26771b92a65" providerId="LiveId" clId="{B80059B1-9787-4AEC-8099-FA1CFA50BC69}" dt="2024-08-27T21:51:45.245" v="246" actId="478"/>
          <ac:spMkLst>
            <pc:docMk/>
            <pc:sldMk cId="2483628239" sldId="284"/>
            <ac:spMk id="5" creationId="{E72DC5BC-10ED-2137-7BE7-7B4F72BD6A5F}"/>
          </ac:spMkLst>
        </pc:spChg>
        <pc:spChg chg="mod">
          <ac:chgData name="Catherine Ata" userId="4e21e26771b92a65" providerId="LiveId" clId="{B80059B1-9787-4AEC-8099-FA1CFA50BC69}" dt="2024-08-27T21:59:46.391" v="491" actId="21"/>
          <ac:spMkLst>
            <pc:docMk/>
            <pc:sldMk cId="2483628239" sldId="284"/>
            <ac:spMk id="8" creationId="{1E6B4726-B887-AE65-79C3-09810318F35C}"/>
          </ac:spMkLst>
        </pc:spChg>
        <pc:spChg chg="add mod">
          <ac:chgData name="Catherine Ata" userId="4e21e26771b92a65" providerId="LiveId" clId="{B80059B1-9787-4AEC-8099-FA1CFA50BC69}" dt="2024-08-27T22:00:34.202" v="505" actId="20577"/>
          <ac:spMkLst>
            <pc:docMk/>
            <pc:sldMk cId="2483628239" sldId="284"/>
            <ac:spMk id="17" creationId="{9F1963CD-54A9-FD6D-7FF2-DB94B329494E}"/>
          </ac:spMkLst>
        </pc:spChg>
        <pc:graphicFrameChg chg="del">
          <ac:chgData name="Catherine Ata" userId="4e21e26771b92a65" providerId="LiveId" clId="{B80059B1-9787-4AEC-8099-FA1CFA50BC69}" dt="2024-08-27T21:51:47.788" v="247" actId="478"/>
          <ac:graphicFrameMkLst>
            <pc:docMk/>
            <pc:sldMk cId="2483628239" sldId="284"/>
            <ac:graphicFrameMk id="10" creationId="{31C9CFD4-E366-706A-96C7-178AF13BE246}"/>
          </ac:graphicFrameMkLst>
        </pc:graphicFrameChg>
        <pc:graphicFrameChg chg="del">
          <ac:chgData name="Catherine Ata" userId="4e21e26771b92a65" providerId="LiveId" clId="{B80059B1-9787-4AEC-8099-FA1CFA50BC69}" dt="2024-08-27T21:27:18.146" v="205" actId="478"/>
          <ac:graphicFrameMkLst>
            <pc:docMk/>
            <pc:sldMk cId="2483628239" sldId="284"/>
            <ac:graphicFrameMk id="12" creationId="{BF5A4C9B-113E-2B6E-021D-526DD1DB31D8}"/>
          </ac:graphicFrameMkLst>
        </pc:graphicFrameChg>
        <pc:picChg chg="add del mod">
          <ac:chgData name="Catherine Ata" userId="4e21e26771b92a65" providerId="LiveId" clId="{B80059B1-9787-4AEC-8099-FA1CFA50BC69}" dt="2024-08-27T21:41:53.750" v="239" actId="478"/>
          <ac:picMkLst>
            <pc:docMk/>
            <pc:sldMk cId="2483628239" sldId="284"/>
            <ac:picMk id="6" creationId="{DEE4429A-C4AF-6A89-E991-9C5CF09B4A87}"/>
          </ac:picMkLst>
        </pc:picChg>
        <pc:picChg chg="del mod">
          <ac:chgData name="Catherine Ata" userId="4e21e26771b92a65" providerId="LiveId" clId="{B80059B1-9787-4AEC-8099-FA1CFA50BC69}" dt="2024-08-27T21:32:20.096" v="216" actId="478"/>
          <ac:picMkLst>
            <pc:docMk/>
            <pc:sldMk cId="2483628239" sldId="284"/>
            <ac:picMk id="7" creationId="{DEB3CAEB-C4B7-0814-791B-FD2D5FE8536B}"/>
          </ac:picMkLst>
        </pc:picChg>
        <pc:picChg chg="add mod">
          <ac:chgData name="Catherine Ata" userId="4e21e26771b92a65" providerId="LiveId" clId="{B80059B1-9787-4AEC-8099-FA1CFA50BC69}" dt="2024-08-27T21:57:28.248" v="384" actId="1076"/>
          <ac:picMkLst>
            <pc:docMk/>
            <pc:sldMk cId="2483628239" sldId="284"/>
            <ac:picMk id="11" creationId="{72427199-ADE5-0754-425B-11A388001D52}"/>
          </ac:picMkLst>
        </pc:picChg>
        <pc:picChg chg="add mod">
          <ac:chgData name="Catherine Ata" userId="4e21e26771b92a65" providerId="LiveId" clId="{B80059B1-9787-4AEC-8099-FA1CFA50BC69}" dt="2024-08-27T22:00:14.286" v="498" actId="1076"/>
          <ac:picMkLst>
            <pc:docMk/>
            <pc:sldMk cId="2483628239" sldId="284"/>
            <ac:picMk id="14" creationId="{E76A5756-D355-8114-8942-FD52E026C44F}"/>
          </ac:picMkLst>
        </pc:picChg>
        <pc:picChg chg="add mod">
          <ac:chgData name="Catherine Ata" userId="4e21e26771b92a65" providerId="LiveId" clId="{B80059B1-9787-4AEC-8099-FA1CFA50BC69}" dt="2024-08-27T22:00:31.633" v="503" actId="1076"/>
          <ac:picMkLst>
            <pc:docMk/>
            <pc:sldMk cId="2483628239" sldId="284"/>
            <ac:picMk id="16" creationId="{6D917CBF-2CC7-BBF1-83CC-908D54BE64D5}"/>
          </ac:picMkLst>
        </pc:picChg>
      </pc:sldChg>
      <pc:sldChg chg="addSp delSp modSp mod">
        <pc:chgData name="Catherine Ata" userId="4e21e26771b92a65" providerId="LiveId" clId="{B80059B1-9787-4AEC-8099-FA1CFA50BC69}" dt="2024-08-27T22:09:39.397" v="695" actId="1076"/>
        <pc:sldMkLst>
          <pc:docMk/>
          <pc:sldMk cId="1267315013" sldId="285"/>
        </pc:sldMkLst>
        <pc:spChg chg="mod">
          <ac:chgData name="Catherine Ata" userId="4e21e26771b92a65" providerId="LiveId" clId="{B80059B1-9787-4AEC-8099-FA1CFA50BC69}" dt="2024-08-27T22:01:53.276" v="515" actId="14100"/>
          <ac:spMkLst>
            <pc:docMk/>
            <pc:sldMk cId="1267315013" sldId="285"/>
            <ac:spMk id="2" creationId="{5F53288F-D697-1CA2-B76D-F82174DE241A}"/>
          </ac:spMkLst>
        </pc:spChg>
        <pc:spChg chg="mod">
          <ac:chgData name="Catherine Ata" userId="4e21e26771b92a65" providerId="LiveId" clId="{B80059B1-9787-4AEC-8099-FA1CFA50BC69}" dt="2024-08-27T22:02:43.179" v="529" actId="20577"/>
          <ac:spMkLst>
            <pc:docMk/>
            <pc:sldMk cId="1267315013" sldId="285"/>
            <ac:spMk id="4" creationId="{D98D57D9-8B39-B36A-7BD4-957C49BECAD3}"/>
          </ac:spMkLst>
        </pc:spChg>
        <pc:spChg chg="mod">
          <ac:chgData name="Catherine Ata" userId="4e21e26771b92a65" providerId="LiveId" clId="{B80059B1-9787-4AEC-8099-FA1CFA50BC69}" dt="2024-08-27T22:09:30.955" v="692" actId="1076"/>
          <ac:spMkLst>
            <pc:docMk/>
            <pc:sldMk cId="1267315013" sldId="285"/>
            <ac:spMk id="11" creationId="{12B1A916-CDB0-7223-67C1-A81D16FCEACF}"/>
          </ac:spMkLst>
        </pc:spChg>
        <pc:spChg chg="add mod">
          <ac:chgData name="Catherine Ata" userId="4e21e26771b92a65" providerId="LiveId" clId="{B80059B1-9787-4AEC-8099-FA1CFA50BC69}" dt="2024-08-27T22:09:36.287" v="694" actId="1076"/>
          <ac:spMkLst>
            <pc:docMk/>
            <pc:sldMk cId="1267315013" sldId="285"/>
            <ac:spMk id="12" creationId="{41886253-3D90-E4C4-E5BE-6CE7CD415593}"/>
          </ac:spMkLst>
        </pc:spChg>
        <pc:graphicFrameChg chg="del">
          <ac:chgData name="Catherine Ata" userId="4e21e26771b92a65" providerId="LiveId" clId="{B80059B1-9787-4AEC-8099-FA1CFA50BC69}" dt="2024-08-27T22:04:06.643" v="580" actId="478"/>
          <ac:graphicFrameMkLst>
            <pc:docMk/>
            <pc:sldMk cId="1267315013" sldId="285"/>
            <ac:graphicFrameMk id="13" creationId="{3385698E-A3D5-41AA-AECF-08B7BC8FF643}"/>
          </ac:graphicFrameMkLst>
        </pc:graphicFrameChg>
        <pc:picChg chg="del mod">
          <ac:chgData name="Catherine Ata" userId="4e21e26771b92a65" providerId="LiveId" clId="{B80059B1-9787-4AEC-8099-FA1CFA50BC69}" dt="2024-08-27T22:01:13.338" v="509" actId="478"/>
          <ac:picMkLst>
            <pc:docMk/>
            <pc:sldMk cId="1267315013" sldId="285"/>
            <ac:picMk id="5" creationId="{718C70D7-4C2C-3B51-7515-0FC96E1E570E}"/>
          </ac:picMkLst>
        </pc:picChg>
        <pc:picChg chg="add mod">
          <ac:chgData name="Catherine Ata" userId="4e21e26771b92a65" providerId="LiveId" clId="{B80059B1-9787-4AEC-8099-FA1CFA50BC69}" dt="2024-08-27T22:08:55.265" v="683" actId="1076"/>
          <ac:picMkLst>
            <pc:docMk/>
            <pc:sldMk cId="1267315013" sldId="285"/>
            <ac:picMk id="7" creationId="{ACF2394E-1F7F-9B73-A222-506DADEB8BDE}"/>
          </ac:picMkLst>
        </pc:picChg>
        <pc:picChg chg="del mod">
          <ac:chgData name="Catherine Ata" userId="4e21e26771b92a65" providerId="LiveId" clId="{B80059B1-9787-4AEC-8099-FA1CFA50BC69}" dt="2024-08-27T22:05:01.856" v="590" actId="478"/>
          <ac:picMkLst>
            <pc:docMk/>
            <pc:sldMk cId="1267315013" sldId="285"/>
            <ac:picMk id="8" creationId="{1454371C-95FD-2D33-729E-EE0E5B2EB94C}"/>
          </ac:picMkLst>
        </pc:picChg>
        <pc:picChg chg="add mod">
          <ac:chgData name="Catherine Ata" userId="4e21e26771b92a65" providerId="LiveId" clId="{B80059B1-9787-4AEC-8099-FA1CFA50BC69}" dt="2024-08-27T22:09:32.365" v="693" actId="1076"/>
          <ac:picMkLst>
            <pc:docMk/>
            <pc:sldMk cId="1267315013" sldId="285"/>
            <ac:picMk id="10" creationId="{8518A05C-CBD6-9D85-D51F-B0178C7F9604}"/>
          </ac:picMkLst>
        </pc:picChg>
        <pc:picChg chg="add mod">
          <ac:chgData name="Catherine Ata" userId="4e21e26771b92a65" providerId="LiveId" clId="{B80059B1-9787-4AEC-8099-FA1CFA50BC69}" dt="2024-08-27T22:09:39.397" v="695" actId="1076"/>
          <ac:picMkLst>
            <pc:docMk/>
            <pc:sldMk cId="1267315013" sldId="285"/>
            <ac:picMk id="14" creationId="{3CB56A5B-915E-4033-34B7-268E87E65B10}"/>
          </ac:picMkLst>
        </pc:picChg>
      </pc:sldChg>
      <pc:sldChg chg="addSp delSp modSp mod">
        <pc:chgData name="Catherine Ata" userId="4e21e26771b92a65" providerId="LiveId" clId="{B80059B1-9787-4AEC-8099-FA1CFA50BC69}" dt="2024-08-27T22:27:08.572" v="918" actId="1076"/>
        <pc:sldMkLst>
          <pc:docMk/>
          <pc:sldMk cId="1269482941" sldId="287"/>
        </pc:sldMkLst>
        <pc:spChg chg="mod">
          <ac:chgData name="Catherine Ata" userId="4e21e26771b92a65" providerId="LiveId" clId="{B80059B1-9787-4AEC-8099-FA1CFA50BC69}" dt="2024-08-27T22:14:01.576" v="750" actId="6549"/>
          <ac:spMkLst>
            <pc:docMk/>
            <pc:sldMk cId="1269482941" sldId="287"/>
            <ac:spMk id="2" creationId="{D4065369-7529-3EBB-DDFC-7BE7CEFA1D6C}"/>
          </ac:spMkLst>
        </pc:spChg>
        <pc:spChg chg="mod">
          <ac:chgData name="Catherine Ata" userId="4e21e26771b92a65" providerId="LiveId" clId="{B80059B1-9787-4AEC-8099-FA1CFA50BC69}" dt="2024-08-27T22:24:45.664" v="886" actId="14100"/>
          <ac:spMkLst>
            <pc:docMk/>
            <pc:sldMk cId="1269482941" sldId="287"/>
            <ac:spMk id="3" creationId="{6894B957-7D2F-464C-DB8B-5E3E8F5605E3}"/>
          </ac:spMkLst>
        </pc:spChg>
        <pc:spChg chg="mod">
          <ac:chgData name="Catherine Ata" userId="4e21e26771b92a65" providerId="LiveId" clId="{B80059B1-9787-4AEC-8099-FA1CFA50BC69}" dt="2024-08-27T22:25:21.054" v="891" actId="1076"/>
          <ac:spMkLst>
            <pc:docMk/>
            <pc:sldMk cId="1269482941" sldId="287"/>
            <ac:spMk id="8" creationId="{F6AFB0C1-5140-A35C-1667-BEC3F375349C}"/>
          </ac:spMkLst>
        </pc:spChg>
        <pc:spChg chg="add mod">
          <ac:chgData name="Catherine Ata" userId="4e21e26771b92a65" providerId="LiveId" clId="{B80059B1-9787-4AEC-8099-FA1CFA50BC69}" dt="2024-08-27T22:27:08.572" v="918" actId="1076"/>
          <ac:spMkLst>
            <pc:docMk/>
            <pc:sldMk cId="1269482941" sldId="287"/>
            <ac:spMk id="15" creationId="{4F4F50A7-C2AC-E54D-8A80-7D88658ACBBB}"/>
          </ac:spMkLst>
        </pc:spChg>
        <pc:graphicFrameChg chg="del">
          <ac:chgData name="Catherine Ata" userId="4e21e26771b92a65" providerId="LiveId" clId="{B80059B1-9787-4AEC-8099-FA1CFA50BC69}" dt="2024-08-27T22:20:09.832" v="867" actId="478"/>
          <ac:graphicFrameMkLst>
            <pc:docMk/>
            <pc:sldMk cId="1269482941" sldId="287"/>
            <ac:graphicFrameMk id="12" creationId="{56752C13-D659-8156-DD75-D79E0307D555}"/>
          </ac:graphicFrameMkLst>
        </pc:graphicFrameChg>
        <pc:picChg chg="add mod">
          <ac:chgData name="Catherine Ata" userId="4e21e26771b92a65" providerId="LiveId" clId="{B80059B1-9787-4AEC-8099-FA1CFA50BC69}" dt="2024-08-27T22:25:36.195" v="895" actId="1076"/>
          <ac:picMkLst>
            <pc:docMk/>
            <pc:sldMk cId="1269482941" sldId="287"/>
            <ac:picMk id="6" creationId="{B1E3EE4E-AA8A-49CE-0D82-9A24EC7A6DD2}"/>
          </ac:picMkLst>
        </pc:picChg>
        <pc:picChg chg="del mod">
          <ac:chgData name="Catherine Ata" userId="4e21e26771b92a65" providerId="LiveId" clId="{B80059B1-9787-4AEC-8099-FA1CFA50BC69}" dt="2024-08-27T22:18:38.614" v="831" actId="478"/>
          <ac:picMkLst>
            <pc:docMk/>
            <pc:sldMk cId="1269482941" sldId="287"/>
            <ac:picMk id="7" creationId="{5208EDDA-72DA-1D92-85FA-3D7DA9C5E70D}"/>
          </ac:picMkLst>
        </pc:picChg>
        <pc:picChg chg="add mod">
          <ac:chgData name="Catherine Ata" userId="4e21e26771b92a65" providerId="LiveId" clId="{B80059B1-9787-4AEC-8099-FA1CFA50BC69}" dt="2024-08-27T22:25:51.548" v="898" actId="1076"/>
          <ac:picMkLst>
            <pc:docMk/>
            <pc:sldMk cId="1269482941" sldId="287"/>
            <ac:picMk id="10" creationId="{879281AC-B94F-FB88-B68E-336D6DDE6EF4}"/>
          </ac:picMkLst>
        </pc:picChg>
        <pc:picChg chg="del">
          <ac:chgData name="Catherine Ata" userId="4e21e26771b92a65" providerId="LiveId" clId="{B80059B1-9787-4AEC-8099-FA1CFA50BC69}" dt="2024-08-27T22:20:06.877" v="866" actId="478"/>
          <ac:picMkLst>
            <pc:docMk/>
            <pc:sldMk cId="1269482941" sldId="287"/>
            <ac:picMk id="11" creationId="{9EC7FCD8-E94E-2F2D-2AFE-1509BBE1782C}"/>
          </ac:picMkLst>
        </pc:picChg>
        <pc:picChg chg="add mod">
          <ac:chgData name="Catherine Ata" userId="4e21e26771b92a65" providerId="LiveId" clId="{B80059B1-9787-4AEC-8099-FA1CFA50BC69}" dt="2024-08-27T22:25:48.188" v="897" actId="14100"/>
          <ac:picMkLst>
            <pc:docMk/>
            <pc:sldMk cId="1269482941" sldId="287"/>
            <ac:picMk id="14" creationId="{82770CDD-94BC-D049-541A-EC83FA63A9FF}"/>
          </ac:picMkLst>
        </pc:picChg>
      </pc:sldChg>
      <pc:sldChg chg="addSp delSp modSp mod">
        <pc:chgData name="Catherine Ata" userId="4e21e26771b92a65" providerId="LiveId" clId="{B80059B1-9787-4AEC-8099-FA1CFA50BC69}" dt="2024-08-28T16:55:11.584" v="3021" actId="1076"/>
        <pc:sldMkLst>
          <pc:docMk/>
          <pc:sldMk cId="1766831829" sldId="289"/>
        </pc:sldMkLst>
        <pc:spChg chg="mod">
          <ac:chgData name="Catherine Ata" userId="4e21e26771b92a65" providerId="LiveId" clId="{B80059B1-9787-4AEC-8099-FA1CFA50BC69}" dt="2024-08-27T22:40:15.323" v="1167" actId="20577"/>
          <ac:spMkLst>
            <pc:docMk/>
            <pc:sldMk cId="1766831829" sldId="289"/>
            <ac:spMk id="2" creationId="{3B3F58F4-F002-0A63-FDA5-2FE8E17AB734}"/>
          </ac:spMkLst>
        </pc:spChg>
        <pc:spChg chg="mod">
          <ac:chgData name="Catherine Ata" userId="4e21e26771b92a65" providerId="LiveId" clId="{B80059B1-9787-4AEC-8099-FA1CFA50BC69}" dt="2024-08-27T22:42:34.347" v="1251" actId="113"/>
          <ac:spMkLst>
            <pc:docMk/>
            <pc:sldMk cId="1766831829" sldId="289"/>
            <ac:spMk id="4" creationId="{CCE1343B-D448-0F3D-2A82-B1953503574C}"/>
          </ac:spMkLst>
        </pc:spChg>
        <pc:spChg chg="add mod">
          <ac:chgData name="Catherine Ata" userId="4e21e26771b92a65" providerId="LiveId" clId="{B80059B1-9787-4AEC-8099-FA1CFA50BC69}" dt="2024-08-28T16:55:11.584" v="3021" actId="1076"/>
          <ac:spMkLst>
            <pc:docMk/>
            <pc:sldMk cId="1766831829" sldId="289"/>
            <ac:spMk id="8" creationId="{4C72D1E8-E16C-BD95-AB9B-4F1622FD8F73}"/>
          </ac:spMkLst>
        </pc:spChg>
        <pc:graphicFrameChg chg="del modGraphic">
          <ac:chgData name="Catherine Ata" userId="4e21e26771b92a65" providerId="LiveId" clId="{B80059B1-9787-4AEC-8099-FA1CFA50BC69}" dt="2024-08-27T22:33:15.725" v="1026" actId="478"/>
          <ac:graphicFrameMkLst>
            <pc:docMk/>
            <pc:sldMk cId="1766831829" sldId="289"/>
            <ac:graphicFrameMk id="11" creationId="{40D3EA70-7B19-CC87-5B4C-060C60F4A867}"/>
          </ac:graphicFrameMkLst>
        </pc:graphicFrameChg>
        <pc:picChg chg="del">
          <ac:chgData name="Catherine Ata" userId="4e21e26771b92a65" providerId="LiveId" clId="{B80059B1-9787-4AEC-8099-FA1CFA50BC69}" dt="2024-08-27T22:39:55.628" v="1147" actId="478"/>
          <ac:picMkLst>
            <pc:docMk/>
            <pc:sldMk cId="1766831829" sldId="289"/>
            <ac:picMk id="6" creationId="{9DCAFE9F-699F-E9CC-3824-65C41AF41595}"/>
          </ac:picMkLst>
        </pc:picChg>
        <pc:picChg chg="add mod">
          <ac:chgData name="Catherine Ata" userId="4e21e26771b92a65" providerId="LiveId" clId="{B80059B1-9787-4AEC-8099-FA1CFA50BC69}" dt="2024-08-27T22:49:11.922" v="1253" actId="1076"/>
          <ac:picMkLst>
            <pc:docMk/>
            <pc:sldMk cId="1766831829" sldId="289"/>
            <ac:picMk id="7" creationId="{B42678DB-DCC8-1E50-2437-C557A9E3A15E}"/>
          </ac:picMkLst>
        </pc:picChg>
        <pc:picChg chg="del">
          <ac:chgData name="Catherine Ata" userId="4e21e26771b92a65" providerId="LiveId" clId="{B80059B1-9787-4AEC-8099-FA1CFA50BC69}" dt="2024-08-27T22:39:57.434" v="1148" actId="478"/>
          <ac:picMkLst>
            <pc:docMk/>
            <pc:sldMk cId="1766831829" sldId="289"/>
            <ac:picMk id="12" creationId="{0305D963-80F8-738E-24F8-58C7F71BC126}"/>
          </ac:picMkLst>
        </pc:picChg>
      </pc:sldChg>
      <pc:sldChg chg="addSp delSp modSp mod">
        <pc:chgData name="Catherine Ata" userId="4e21e26771b92a65" providerId="LiveId" clId="{B80059B1-9787-4AEC-8099-FA1CFA50BC69}" dt="2024-08-27T21:13:47.470" v="103" actId="1076"/>
        <pc:sldMkLst>
          <pc:docMk/>
          <pc:sldMk cId="349740764" sldId="308"/>
        </pc:sldMkLst>
        <pc:spChg chg="mod">
          <ac:chgData name="Catherine Ata" userId="4e21e26771b92a65" providerId="LiveId" clId="{B80059B1-9787-4AEC-8099-FA1CFA50BC69}" dt="2024-08-27T20:58:27.809" v="12" actId="20577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Catherine Ata" userId="4e21e26771b92a65" providerId="LiveId" clId="{B80059B1-9787-4AEC-8099-FA1CFA50BC69}" dt="2024-08-27T21:13:45.026" v="102" actId="14100"/>
          <ac:spMkLst>
            <pc:docMk/>
            <pc:sldMk cId="349740764" sldId="308"/>
            <ac:spMk id="3" creationId="{B65FEB2A-9723-77BC-B7D8-112D3C437235}"/>
          </ac:spMkLst>
        </pc:spChg>
        <pc:picChg chg="del">
          <ac:chgData name="Catherine Ata" userId="4e21e26771b92a65" providerId="LiveId" clId="{B80059B1-9787-4AEC-8099-FA1CFA50BC69}" dt="2024-08-27T21:07:25.001" v="32" actId="478"/>
          <ac:picMkLst>
            <pc:docMk/>
            <pc:sldMk cId="349740764" sldId="308"/>
            <ac:picMk id="4" creationId="{B151F558-C0CA-2251-135F-51A033350F57}"/>
          </ac:picMkLst>
        </pc:picChg>
        <pc:picChg chg="add mod">
          <ac:chgData name="Catherine Ata" userId="4e21e26771b92a65" providerId="LiveId" clId="{B80059B1-9787-4AEC-8099-FA1CFA50BC69}" dt="2024-08-27T21:13:47.470" v="103" actId="1076"/>
          <ac:picMkLst>
            <pc:docMk/>
            <pc:sldMk cId="349740764" sldId="308"/>
            <ac:picMk id="6" creationId="{CC8173FC-9184-4DDC-6481-1A74C1909DA4}"/>
          </ac:picMkLst>
        </pc:picChg>
      </pc:sldChg>
      <pc:sldChg chg="addSp delSp modSp mod">
        <pc:chgData name="Catherine Ata" userId="4e21e26771b92a65" providerId="LiveId" clId="{B80059B1-9787-4AEC-8099-FA1CFA50BC69}" dt="2024-08-27T21:39:40.680" v="232" actId="113"/>
        <pc:sldMkLst>
          <pc:docMk/>
          <pc:sldMk cId="409215051" sldId="309"/>
        </pc:sldMkLst>
        <pc:spChg chg="mod">
          <ac:chgData name="Catherine Ata" userId="4e21e26771b92a65" providerId="LiveId" clId="{B80059B1-9787-4AEC-8099-FA1CFA50BC69}" dt="2024-08-27T21:21:41.915" v="171" actId="1076"/>
          <ac:spMkLst>
            <pc:docMk/>
            <pc:sldMk cId="409215051" sldId="309"/>
            <ac:spMk id="2" creationId="{3B3F58F4-F002-0A63-FDA5-2FE8E17AB734}"/>
          </ac:spMkLst>
        </pc:spChg>
        <pc:spChg chg="mod">
          <ac:chgData name="Catherine Ata" userId="4e21e26771b92a65" providerId="LiveId" clId="{B80059B1-9787-4AEC-8099-FA1CFA50BC69}" dt="2024-08-27T21:39:40.680" v="232" actId="113"/>
          <ac:spMkLst>
            <pc:docMk/>
            <pc:sldMk cId="409215051" sldId="309"/>
            <ac:spMk id="4" creationId="{CCE1343B-D448-0F3D-2A82-B1953503574C}"/>
          </ac:spMkLst>
        </pc:spChg>
        <pc:graphicFrameChg chg="del">
          <ac:chgData name="Catherine Ata" userId="4e21e26771b92a65" providerId="LiveId" clId="{B80059B1-9787-4AEC-8099-FA1CFA50BC69}" dt="2024-08-27T21:22:02.692" v="174" actId="478"/>
          <ac:graphicFrameMkLst>
            <pc:docMk/>
            <pc:sldMk cId="409215051" sldId="309"/>
            <ac:graphicFrameMk id="7" creationId="{8F9E773A-9C21-698C-FA47-112FD1A51E4F}"/>
          </ac:graphicFrameMkLst>
        </pc:graphicFrameChg>
        <pc:picChg chg="add mod">
          <ac:chgData name="Catherine Ata" userId="4e21e26771b92a65" providerId="LiveId" clId="{B80059B1-9787-4AEC-8099-FA1CFA50BC69}" dt="2024-08-27T21:38:52.155" v="225" actId="1076"/>
          <ac:picMkLst>
            <pc:docMk/>
            <pc:sldMk cId="409215051" sldId="309"/>
            <ac:picMk id="5" creationId="{692024F6-1D7A-3CDB-F4BD-88AA6765EAE3}"/>
          </ac:picMkLst>
        </pc:picChg>
        <pc:picChg chg="del mod">
          <ac:chgData name="Catherine Ata" userId="4e21e26771b92a65" providerId="LiveId" clId="{B80059B1-9787-4AEC-8099-FA1CFA50BC69}" dt="2024-08-27T21:38:45.111" v="222" actId="478"/>
          <ac:picMkLst>
            <pc:docMk/>
            <pc:sldMk cId="409215051" sldId="309"/>
            <ac:picMk id="6" creationId="{B62C5E74-337B-D8AB-A219-82530E144CD1}"/>
          </ac:picMkLst>
        </pc:picChg>
        <pc:picChg chg="del mod">
          <ac:chgData name="Catherine Ata" userId="4e21e26771b92a65" providerId="LiveId" clId="{B80059B1-9787-4AEC-8099-FA1CFA50BC69}" dt="2024-08-27T21:39:19.199" v="226" actId="478"/>
          <ac:picMkLst>
            <pc:docMk/>
            <pc:sldMk cId="409215051" sldId="309"/>
            <ac:picMk id="10" creationId="{576D18FE-D0ED-F333-D39C-8DFFCDFEE123}"/>
          </ac:picMkLst>
        </pc:picChg>
        <pc:picChg chg="add mod">
          <ac:chgData name="Catherine Ata" userId="4e21e26771b92a65" providerId="LiveId" clId="{B80059B1-9787-4AEC-8099-FA1CFA50BC69}" dt="2024-08-27T21:39:33.614" v="231" actId="1076"/>
          <ac:picMkLst>
            <pc:docMk/>
            <pc:sldMk cId="409215051" sldId="309"/>
            <ac:picMk id="11" creationId="{918C9851-C930-C9F8-FCDC-631BDBF709C5}"/>
          </ac:picMkLst>
        </pc:picChg>
      </pc:sldChg>
      <pc:sldChg chg="modSp mod">
        <pc:chgData name="Catherine Ata" userId="4e21e26771b92a65" providerId="LiveId" clId="{B80059B1-9787-4AEC-8099-FA1CFA50BC69}" dt="2024-08-28T00:17:00.587" v="3020" actId="14100"/>
        <pc:sldMkLst>
          <pc:docMk/>
          <pc:sldMk cId="2097729747" sldId="317"/>
        </pc:sldMkLst>
        <pc:spChg chg="mod">
          <ac:chgData name="Catherine Ata" userId="4e21e26771b92a65" providerId="LiveId" clId="{B80059B1-9787-4AEC-8099-FA1CFA50BC69}" dt="2024-08-28T00:17:00.587" v="3020" actId="14100"/>
          <ac:spMkLst>
            <pc:docMk/>
            <pc:sldMk cId="2097729747" sldId="317"/>
            <ac:spMk id="33" creationId="{FC05C291-EABE-25F1-06DF-64CCDF547018}"/>
          </ac:spMkLst>
        </pc:spChg>
      </pc:sldChg>
      <pc:sldChg chg="addSp delSp modSp add mod">
        <pc:chgData name="Catherine Ata" userId="4e21e26771b92a65" providerId="LiveId" clId="{B80059B1-9787-4AEC-8099-FA1CFA50BC69}" dt="2024-08-27T22:17:37.966" v="830" actId="20577"/>
        <pc:sldMkLst>
          <pc:docMk/>
          <pc:sldMk cId="3839950019" sldId="318"/>
        </pc:sldMkLst>
        <pc:spChg chg="mod">
          <ac:chgData name="Catherine Ata" userId="4e21e26771b92a65" providerId="LiveId" clId="{B80059B1-9787-4AEC-8099-FA1CFA50BC69}" dt="2024-08-27T22:17:37.966" v="830" actId="20577"/>
          <ac:spMkLst>
            <pc:docMk/>
            <pc:sldMk cId="3839950019" sldId="318"/>
            <ac:spMk id="3" creationId="{6894B957-7D2F-464C-DB8B-5E3E8F5605E3}"/>
          </ac:spMkLst>
        </pc:spChg>
        <pc:spChg chg="del">
          <ac:chgData name="Catherine Ata" userId="4e21e26771b92a65" providerId="LiveId" clId="{B80059B1-9787-4AEC-8099-FA1CFA50BC69}" dt="2024-08-27T22:12:27.752" v="741" actId="478"/>
          <ac:spMkLst>
            <pc:docMk/>
            <pc:sldMk cId="3839950019" sldId="318"/>
            <ac:spMk id="6" creationId="{F07A9685-1816-237A-24E7-33C8782D4784}"/>
          </ac:spMkLst>
        </pc:spChg>
        <pc:spChg chg="add del">
          <ac:chgData name="Catherine Ata" userId="4e21e26771b92a65" providerId="LiveId" clId="{B80059B1-9787-4AEC-8099-FA1CFA50BC69}" dt="2024-08-27T22:17:30.542" v="827" actId="478"/>
          <ac:spMkLst>
            <pc:docMk/>
            <pc:sldMk cId="3839950019" sldId="318"/>
            <ac:spMk id="8" creationId="{6E6849A0-2C51-C52E-C767-F8C672238BF0}"/>
          </ac:spMkLst>
        </pc:spChg>
        <pc:picChg chg="add del mod">
          <ac:chgData name="Catherine Ata" userId="4e21e26771b92a65" providerId="LiveId" clId="{B80059B1-9787-4AEC-8099-FA1CFA50BC69}" dt="2024-08-27T22:17:28.214" v="826" actId="478"/>
          <ac:picMkLst>
            <pc:docMk/>
            <pc:sldMk cId="3839950019" sldId="318"/>
            <ac:picMk id="7" creationId="{B372E166-EBDB-67DB-E2EB-6F17922271F4}"/>
          </ac:picMkLst>
        </pc:picChg>
        <pc:picChg chg="del">
          <ac:chgData name="Catherine Ata" userId="4e21e26771b92a65" providerId="LiveId" clId="{B80059B1-9787-4AEC-8099-FA1CFA50BC69}" dt="2024-08-27T22:12:02.824" v="715" actId="478"/>
          <ac:picMkLst>
            <pc:docMk/>
            <pc:sldMk cId="3839950019" sldId="318"/>
            <ac:picMk id="9" creationId="{EED27417-C7D3-8CF1-A88C-24CD09B0C39E}"/>
          </ac:picMkLst>
        </pc:picChg>
        <pc:picChg chg="del mod">
          <ac:chgData name="Catherine Ata" userId="4e21e26771b92a65" providerId="LiveId" clId="{B80059B1-9787-4AEC-8099-FA1CFA50BC69}" dt="2024-08-27T22:13:46.935" v="745" actId="478"/>
          <ac:picMkLst>
            <pc:docMk/>
            <pc:sldMk cId="3839950019" sldId="318"/>
            <ac:picMk id="11" creationId="{96D9FB02-FDA3-2409-7218-9F0A7BF6142C}"/>
          </ac:picMkLst>
        </pc:picChg>
        <pc:picChg chg="add mod">
          <ac:chgData name="Catherine Ata" userId="4e21e26771b92a65" providerId="LiveId" clId="{B80059B1-9787-4AEC-8099-FA1CFA50BC69}" dt="2024-08-27T22:17:36.013" v="829" actId="1076"/>
          <ac:picMkLst>
            <pc:docMk/>
            <pc:sldMk cId="3839950019" sldId="318"/>
            <ac:picMk id="12" creationId="{2F4D5691-03D3-47AA-9F2F-91532989B332}"/>
          </ac:picMkLst>
        </pc:picChg>
      </pc:sldChg>
      <pc:sldChg chg="addSp delSp modSp add del mod">
        <pc:chgData name="Catherine Ata" userId="4e21e26771b92a65" providerId="LiveId" clId="{B80059B1-9787-4AEC-8099-FA1CFA50BC69}" dt="2024-08-27T22:09:54.049" v="696" actId="47"/>
        <pc:sldMkLst>
          <pc:docMk/>
          <pc:sldMk cId="4151366614" sldId="318"/>
        </pc:sldMkLst>
        <pc:spChg chg="mod">
          <ac:chgData name="Catherine Ata" userId="4e21e26771b92a65" providerId="LiveId" clId="{B80059B1-9787-4AEC-8099-FA1CFA50BC69}" dt="2024-08-27T22:08:33.210" v="680" actId="255"/>
          <ac:spMkLst>
            <pc:docMk/>
            <pc:sldMk cId="4151366614" sldId="318"/>
            <ac:spMk id="4" creationId="{D98D57D9-8B39-B36A-7BD4-957C49BECAD3}"/>
          </ac:spMkLst>
        </pc:spChg>
        <pc:spChg chg="del">
          <ac:chgData name="Catherine Ata" userId="4e21e26771b92a65" providerId="LiveId" clId="{B80059B1-9787-4AEC-8099-FA1CFA50BC69}" dt="2024-08-27T22:07:42.186" v="667" actId="478"/>
          <ac:spMkLst>
            <pc:docMk/>
            <pc:sldMk cId="4151366614" sldId="318"/>
            <ac:spMk id="11" creationId="{12B1A916-CDB0-7223-67C1-A81D16FCEACF}"/>
          </ac:spMkLst>
        </pc:spChg>
        <pc:picChg chg="add mod">
          <ac:chgData name="Catherine Ata" userId="4e21e26771b92a65" providerId="LiveId" clId="{B80059B1-9787-4AEC-8099-FA1CFA50BC69}" dt="2024-08-27T22:08:19.257" v="678" actId="1076"/>
          <ac:picMkLst>
            <pc:docMk/>
            <pc:sldMk cId="4151366614" sldId="318"/>
            <ac:picMk id="5" creationId="{DEE58E71-07E5-94BB-7F8D-C90F81D34899}"/>
          </ac:picMkLst>
        </pc:picChg>
        <pc:picChg chg="del">
          <ac:chgData name="Catherine Ata" userId="4e21e26771b92a65" providerId="LiveId" clId="{B80059B1-9787-4AEC-8099-FA1CFA50BC69}" dt="2024-08-27T22:06:25.577" v="622" actId="478"/>
          <ac:picMkLst>
            <pc:docMk/>
            <pc:sldMk cId="4151366614" sldId="318"/>
            <ac:picMk id="7" creationId="{ACF2394E-1F7F-9B73-A222-506DADEB8BDE}"/>
          </ac:picMkLst>
        </pc:picChg>
        <pc:picChg chg="del">
          <ac:chgData name="Catherine Ata" userId="4e21e26771b92a65" providerId="LiveId" clId="{B80059B1-9787-4AEC-8099-FA1CFA50BC69}" dt="2024-08-27T22:07:44.025" v="668" actId="478"/>
          <ac:picMkLst>
            <pc:docMk/>
            <pc:sldMk cId="4151366614" sldId="318"/>
            <ac:picMk id="10" creationId="{8518A05C-CBD6-9D85-D51F-B0178C7F9604}"/>
          </ac:picMkLst>
        </pc:picChg>
      </pc:sldChg>
      <pc:sldChg chg="addSp delSp modSp add mod">
        <pc:chgData name="Catherine Ata" userId="4e21e26771b92a65" providerId="LiveId" clId="{B80059B1-9787-4AEC-8099-FA1CFA50BC69}" dt="2024-08-27T22:56:09.874" v="1468" actId="1076"/>
        <pc:sldMkLst>
          <pc:docMk/>
          <pc:sldMk cId="3359632177" sldId="319"/>
        </pc:sldMkLst>
        <pc:spChg chg="mod">
          <ac:chgData name="Catherine Ata" userId="4e21e26771b92a65" providerId="LiveId" clId="{B80059B1-9787-4AEC-8099-FA1CFA50BC69}" dt="2024-08-27T22:55:59.232" v="1465" actId="113"/>
          <ac:spMkLst>
            <pc:docMk/>
            <pc:sldMk cId="3359632177" sldId="319"/>
            <ac:spMk id="4" creationId="{CCE1343B-D448-0F3D-2A82-B1953503574C}"/>
          </ac:spMkLst>
        </pc:spChg>
        <pc:spChg chg="del">
          <ac:chgData name="Catherine Ata" userId="4e21e26771b92a65" providerId="LiveId" clId="{B80059B1-9787-4AEC-8099-FA1CFA50BC69}" dt="2024-08-27T22:52:50.767" v="1399" actId="478"/>
          <ac:spMkLst>
            <pc:docMk/>
            <pc:sldMk cId="3359632177" sldId="319"/>
            <ac:spMk id="8" creationId="{4C72D1E8-E16C-BD95-AB9B-4F1622FD8F73}"/>
          </ac:spMkLst>
        </pc:spChg>
        <pc:picChg chg="add mod">
          <ac:chgData name="Catherine Ata" userId="4e21e26771b92a65" providerId="LiveId" clId="{B80059B1-9787-4AEC-8099-FA1CFA50BC69}" dt="2024-08-27T22:53:42.766" v="1404" actId="1076"/>
          <ac:picMkLst>
            <pc:docMk/>
            <pc:sldMk cId="3359632177" sldId="319"/>
            <ac:picMk id="6" creationId="{D3DB4209-A032-114A-C8EB-75E33CC06577}"/>
          </ac:picMkLst>
        </pc:picChg>
        <pc:picChg chg="del">
          <ac:chgData name="Catherine Ata" userId="4e21e26771b92a65" providerId="LiveId" clId="{B80059B1-9787-4AEC-8099-FA1CFA50BC69}" dt="2024-08-27T22:52:50.767" v="1399" actId="478"/>
          <ac:picMkLst>
            <pc:docMk/>
            <pc:sldMk cId="3359632177" sldId="319"/>
            <ac:picMk id="7" creationId="{B42678DB-DCC8-1E50-2437-C557A9E3A15E}"/>
          </ac:picMkLst>
        </pc:picChg>
        <pc:picChg chg="add mod">
          <ac:chgData name="Catherine Ata" userId="4e21e26771b92a65" providerId="LiveId" clId="{B80059B1-9787-4AEC-8099-FA1CFA50BC69}" dt="2024-08-27T22:56:09.874" v="1468" actId="1076"/>
          <ac:picMkLst>
            <pc:docMk/>
            <pc:sldMk cId="3359632177" sldId="319"/>
            <ac:picMk id="10" creationId="{C620FCE1-EDD4-203F-71F3-669ECAE9D1DB}"/>
          </ac:picMkLst>
        </pc:picChg>
      </pc:sldChg>
      <pc:sldChg chg="addSp delSp modSp add mod">
        <pc:chgData name="Catherine Ata" userId="4e21e26771b92a65" providerId="LiveId" clId="{B80059B1-9787-4AEC-8099-FA1CFA50BC69}" dt="2024-08-27T23:30:30.829" v="1653" actId="1076"/>
        <pc:sldMkLst>
          <pc:docMk/>
          <pc:sldMk cId="3925654337" sldId="320"/>
        </pc:sldMkLst>
        <pc:spChg chg="mod">
          <ac:chgData name="Catherine Ata" userId="4e21e26771b92a65" providerId="LiveId" clId="{B80059B1-9787-4AEC-8099-FA1CFA50BC69}" dt="2024-08-27T22:59:33.881" v="1537" actId="14100"/>
          <ac:spMkLst>
            <pc:docMk/>
            <pc:sldMk cId="3925654337" sldId="320"/>
            <ac:spMk id="2" creationId="{3B3F58F4-F002-0A63-FDA5-2FE8E17AB734}"/>
          </ac:spMkLst>
        </pc:spChg>
        <pc:spChg chg="mod">
          <ac:chgData name="Catherine Ata" userId="4e21e26771b92a65" providerId="LiveId" clId="{B80059B1-9787-4AEC-8099-FA1CFA50BC69}" dt="2024-08-27T23:29:58.696" v="1643"/>
          <ac:spMkLst>
            <pc:docMk/>
            <pc:sldMk cId="3925654337" sldId="320"/>
            <ac:spMk id="4" creationId="{CCE1343B-D448-0F3D-2A82-B1953503574C}"/>
          </ac:spMkLst>
        </pc:spChg>
        <pc:picChg chg="del">
          <ac:chgData name="Catherine Ata" userId="4e21e26771b92a65" providerId="LiveId" clId="{B80059B1-9787-4AEC-8099-FA1CFA50BC69}" dt="2024-08-27T23:24:52.952" v="1540" actId="478"/>
          <ac:picMkLst>
            <pc:docMk/>
            <pc:sldMk cId="3925654337" sldId="320"/>
            <ac:picMk id="6" creationId="{D3DB4209-A032-114A-C8EB-75E33CC06577}"/>
          </ac:picMkLst>
        </pc:picChg>
        <pc:picChg chg="add mod">
          <ac:chgData name="Catherine Ata" userId="4e21e26771b92a65" providerId="LiveId" clId="{B80059B1-9787-4AEC-8099-FA1CFA50BC69}" dt="2024-08-27T23:30:29.803" v="1652" actId="1076"/>
          <ac:picMkLst>
            <pc:docMk/>
            <pc:sldMk cId="3925654337" sldId="320"/>
            <ac:picMk id="7" creationId="{4FBE5377-A763-CD65-0EF4-FB05F5BEC603}"/>
          </ac:picMkLst>
        </pc:picChg>
        <pc:picChg chg="add mod">
          <ac:chgData name="Catherine Ata" userId="4e21e26771b92a65" providerId="LiveId" clId="{B80059B1-9787-4AEC-8099-FA1CFA50BC69}" dt="2024-08-27T23:30:30.829" v="1653" actId="1076"/>
          <ac:picMkLst>
            <pc:docMk/>
            <pc:sldMk cId="3925654337" sldId="320"/>
            <ac:picMk id="9" creationId="{F2F2EE17-EF56-5691-84E8-1489A0D8B0CA}"/>
          </ac:picMkLst>
        </pc:picChg>
        <pc:picChg chg="del">
          <ac:chgData name="Catherine Ata" userId="4e21e26771b92a65" providerId="LiveId" clId="{B80059B1-9787-4AEC-8099-FA1CFA50BC69}" dt="2024-08-27T23:26:40.504" v="1541" actId="478"/>
          <ac:picMkLst>
            <pc:docMk/>
            <pc:sldMk cId="3925654337" sldId="320"/>
            <ac:picMk id="10" creationId="{C620FCE1-EDD4-203F-71F3-669ECAE9D1DB}"/>
          </ac:picMkLst>
        </pc:picChg>
        <pc:picChg chg="add mod">
          <ac:chgData name="Catherine Ata" userId="4e21e26771b92a65" providerId="LiveId" clId="{B80059B1-9787-4AEC-8099-FA1CFA50BC69}" dt="2024-08-27T23:30:13.837" v="1647" actId="1076"/>
          <ac:picMkLst>
            <pc:docMk/>
            <pc:sldMk cId="3925654337" sldId="320"/>
            <ac:picMk id="12" creationId="{2A207FBC-DA54-13E7-7D9F-4838DCC6404A}"/>
          </ac:picMkLst>
        </pc:picChg>
      </pc:sldChg>
      <pc:sldChg chg="modSp add mod">
        <pc:chgData name="Catherine Ata" userId="4e21e26771b92a65" providerId="LiveId" clId="{B80059B1-9787-4AEC-8099-FA1CFA50BC69}" dt="2024-08-27T22:58:02.808" v="1472" actId="20577"/>
        <pc:sldMkLst>
          <pc:docMk/>
          <pc:sldMk cId="1816993049" sldId="321"/>
        </pc:sldMkLst>
        <pc:spChg chg="mod">
          <ac:chgData name="Catherine Ata" userId="4e21e26771b92a65" providerId="LiveId" clId="{B80059B1-9787-4AEC-8099-FA1CFA50BC69}" dt="2024-08-27T22:58:02.808" v="1472" actId="20577"/>
          <ac:spMkLst>
            <pc:docMk/>
            <pc:sldMk cId="1816993049" sldId="321"/>
            <ac:spMk id="2" creationId="{46CAA7C7-1B21-E4DE-A30C-992523F350E2}"/>
          </ac:spMkLst>
        </pc:spChg>
      </pc:sldChg>
      <pc:sldChg chg="modSp add mod">
        <pc:chgData name="Catherine Ata" userId="4e21e26771b92a65" providerId="LiveId" clId="{B80059B1-9787-4AEC-8099-FA1CFA50BC69}" dt="2024-08-27T22:58:28.088" v="1475" actId="20577"/>
        <pc:sldMkLst>
          <pc:docMk/>
          <pc:sldMk cId="4137010427" sldId="322"/>
        </pc:sldMkLst>
        <pc:spChg chg="mod">
          <ac:chgData name="Catherine Ata" userId="4e21e26771b92a65" providerId="LiveId" clId="{B80059B1-9787-4AEC-8099-FA1CFA50BC69}" dt="2024-08-27T22:58:28.088" v="1475" actId="20577"/>
          <ac:spMkLst>
            <pc:docMk/>
            <pc:sldMk cId="4137010427" sldId="322"/>
            <ac:spMk id="2" creationId="{46CAA7C7-1B21-E4DE-A30C-992523F350E2}"/>
          </ac:spMkLst>
        </pc:spChg>
      </pc:sldChg>
      <pc:sldChg chg="modSp add mod">
        <pc:chgData name="Catherine Ata" userId="4e21e26771b92a65" providerId="LiveId" clId="{B80059B1-9787-4AEC-8099-FA1CFA50BC69}" dt="2024-08-27T22:58:47.454" v="1493" actId="20577"/>
        <pc:sldMkLst>
          <pc:docMk/>
          <pc:sldMk cId="4004939702" sldId="323"/>
        </pc:sldMkLst>
        <pc:spChg chg="mod">
          <ac:chgData name="Catherine Ata" userId="4e21e26771b92a65" providerId="LiveId" clId="{B80059B1-9787-4AEC-8099-FA1CFA50BC69}" dt="2024-08-27T22:58:47.454" v="1493" actId="20577"/>
          <ac:spMkLst>
            <pc:docMk/>
            <pc:sldMk cId="4004939702" sldId="323"/>
            <ac:spMk id="2" creationId="{46CAA7C7-1B21-E4DE-A30C-992523F350E2}"/>
          </ac:spMkLst>
        </pc:spChg>
      </pc:sldChg>
      <pc:sldChg chg="addSp delSp modSp add mod">
        <pc:chgData name="Catherine Ata" userId="4e21e26771b92a65" providerId="LiveId" clId="{B80059B1-9787-4AEC-8099-FA1CFA50BC69}" dt="2024-08-27T23:34:17.518" v="1749" actId="20577"/>
        <pc:sldMkLst>
          <pc:docMk/>
          <pc:sldMk cId="1381266878" sldId="324"/>
        </pc:sldMkLst>
        <pc:spChg chg="mod">
          <ac:chgData name="Catherine Ata" userId="4e21e26771b92a65" providerId="LiveId" clId="{B80059B1-9787-4AEC-8099-FA1CFA50BC69}" dt="2024-08-27T23:34:17.518" v="1749" actId="20577"/>
          <ac:spMkLst>
            <pc:docMk/>
            <pc:sldMk cId="1381266878" sldId="324"/>
            <ac:spMk id="4" creationId="{CCE1343B-D448-0F3D-2A82-B1953503574C}"/>
          </ac:spMkLst>
        </pc:spChg>
        <pc:picChg chg="add mod">
          <ac:chgData name="Catherine Ata" userId="4e21e26771b92a65" providerId="LiveId" clId="{B80059B1-9787-4AEC-8099-FA1CFA50BC69}" dt="2024-08-27T23:33:57.284" v="1745" actId="1076"/>
          <ac:picMkLst>
            <pc:docMk/>
            <pc:sldMk cId="1381266878" sldId="324"/>
            <ac:picMk id="6" creationId="{8E85A53B-0E2F-3F3D-1DD6-8FE2B71D9ECC}"/>
          </ac:picMkLst>
        </pc:picChg>
        <pc:picChg chg="del">
          <ac:chgData name="Catherine Ata" userId="4e21e26771b92a65" providerId="LiveId" clId="{B80059B1-9787-4AEC-8099-FA1CFA50BC69}" dt="2024-08-27T23:31:55.774" v="1742" actId="478"/>
          <ac:picMkLst>
            <pc:docMk/>
            <pc:sldMk cId="1381266878" sldId="324"/>
            <ac:picMk id="7" creationId="{4FBE5377-A763-CD65-0EF4-FB05F5BEC603}"/>
          </ac:picMkLst>
        </pc:picChg>
        <pc:picChg chg="del">
          <ac:chgData name="Catherine Ata" userId="4e21e26771b92a65" providerId="LiveId" clId="{B80059B1-9787-4AEC-8099-FA1CFA50BC69}" dt="2024-08-27T23:31:55.774" v="1742" actId="478"/>
          <ac:picMkLst>
            <pc:docMk/>
            <pc:sldMk cId="1381266878" sldId="324"/>
            <ac:picMk id="9" creationId="{F2F2EE17-EF56-5691-84E8-1489A0D8B0CA}"/>
          </ac:picMkLst>
        </pc:picChg>
        <pc:picChg chg="del">
          <ac:chgData name="Catherine Ata" userId="4e21e26771b92a65" providerId="LiveId" clId="{B80059B1-9787-4AEC-8099-FA1CFA50BC69}" dt="2024-08-27T23:31:57.519" v="1743" actId="478"/>
          <ac:picMkLst>
            <pc:docMk/>
            <pc:sldMk cId="1381266878" sldId="324"/>
            <ac:picMk id="12" creationId="{2A207FBC-DA54-13E7-7D9F-4838DCC6404A}"/>
          </ac:picMkLst>
        </pc:picChg>
      </pc:sldChg>
      <pc:sldChg chg="modSp add mod">
        <pc:chgData name="Catherine Ata" userId="4e21e26771b92a65" providerId="LiveId" clId="{B80059B1-9787-4AEC-8099-FA1CFA50BC69}" dt="2024-08-27T23:42:42.403" v="1791" actId="255"/>
        <pc:sldMkLst>
          <pc:docMk/>
          <pc:sldMk cId="1023263031" sldId="325"/>
        </pc:sldMkLst>
        <pc:spChg chg="mod">
          <ac:chgData name="Catherine Ata" userId="4e21e26771b92a65" providerId="LiveId" clId="{B80059B1-9787-4AEC-8099-FA1CFA50BC69}" dt="2024-08-27T23:42:42.403" v="1791" actId="255"/>
          <ac:spMkLst>
            <pc:docMk/>
            <pc:sldMk cId="1023263031" sldId="325"/>
            <ac:spMk id="2" creationId="{46CAA7C7-1B21-E4DE-A30C-992523F350E2}"/>
          </ac:spMkLst>
        </pc:spChg>
      </pc:sldChg>
      <pc:sldChg chg="addSp delSp modSp add mod">
        <pc:chgData name="Catherine Ata" userId="4e21e26771b92a65" providerId="LiveId" clId="{B80059B1-9787-4AEC-8099-FA1CFA50BC69}" dt="2024-08-27T23:50:02.061" v="2099" actId="113"/>
        <pc:sldMkLst>
          <pc:docMk/>
          <pc:sldMk cId="832288309" sldId="326"/>
        </pc:sldMkLst>
        <pc:spChg chg="mod">
          <ac:chgData name="Catherine Ata" userId="4e21e26771b92a65" providerId="LiveId" clId="{B80059B1-9787-4AEC-8099-FA1CFA50BC69}" dt="2024-08-27T23:43:12.813" v="1797" actId="20577"/>
          <ac:spMkLst>
            <pc:docMk/>
            <pc:sldMk cId="832288309" sldId="326"/>
            <ac:spMk id="2" creationId="{3B3F58F4-F002-0A63-FDA5-2FE8E17AB734}"/>
          </ac:spMkLst>
        </pc:spChg>
        <pc:spChg chg="mod">
          <ac:chgData name="Catherine Ata" userId="4e21e26771b92a65" providerId="LiveId" clId="{B80059B1-9787-4AEC-8099-FA1CFA50BC69}" dt="2024-08-27T23:48:49.532" v="2086" actId="20577"/>
          <ac:spMkLst>
            <pc:docMk/>
            <pc:sldMk cId="832288309" sldId="326"/>
            <ac:spMk id="4" creationId="{CCE1343B-D448-0F3D-2A82-B1953503574C}"/>
          </ac:spMkLst>
        </pc:spChg>
        <pc:spChg chg="add mod">
          <ac:chgData name="Catherine Ata" userId="4e21e26771b92a65" providerId="LiveId" clId="{B80059B1-9787-4AEC-8099-FA1CFA50BC69}" dt="2024-08-27T23:50:02.061" v="2099" actId="113"/>
          <ac:spMkLst>
            <pc:docMk/>
            <pc:sldMk cId="832288309" sldId="326"/>
            <ac:spMk id="10" creationId="{C912E3E2-8CFA-D862-640D-EAFD53B199F5}"/>
          </ac:spMkLst>
        </pc:spChg>
        <pc:spChg chg="add mod">
          <ac:chgData name="Catherine Ata" userId="4e21e26771b92a65" providerId="LiveId" clId="{B80059B1-9787-4AEC-8099-FA1CFA50BC69}" dt="2024-08-27T23:49:56.592" v="2098" actId="113"/>
          <ac:spMkLst>
            <pc:docMk/>
            <pc:sldMk cId="832288309" sldId="326"/>
            <ac:spMk id="11" creationId="{A48809D6-A404-98BA-F959-304425C0463C}"/>
          </ac:spMkLst>
        </pc:spChg>
        <pc:picChg chg="del">
          <ac:chgData name="Catherine Ata" userId="4e21e26771b92a65" providerId="LiveId" clId="{B80059B1-9787-4AEC-8099-FA1CFA50BC69}" dt="2024-08-27T23:44:02.096" v="1863" actId="478"/>
          <ac:picMkLst>
            <pc:docMk/>
            <pc:sldMk cId="832288309" sldId="326"/>
            <ac:picMk id="6" creationId="{8E85A53B-0E2F-3F3D-1DD6-8FE2B71D9ECC}"/>
          </ac:picMkLst>
        </pc:picChg>
        <pc:picChg chg="add mod">
          <ac:chgData name="Catherine Ata" userId="4e21e26771b92a65" providerId="LiveId" clId="{B80059B1-9787-4AEC-8099-FA1CFA50BC69}" dt="2024-08-27T23:48:42.296" v="2080" actId="1076"/>
          <ac:picMkLst>
            <pc:docMk/>
            <pc:sldMk cId="832288309" sldId="326"/>
            <ac:picMk id="7" creationId="{7FBEEB8F-2548-6BF6-193F-C99EF67C2AFB}"/>
          </ac:picMkLst>
        </pc:picChg>
        <pc:picChg chg="add mod">
          <ac:chgData name="Catherine Ata" userId="4e21e26771b92a65" providerId="LiveId" clId="{B80059B1-9787-4AEC-8099-FA1CFA50BC69}" dt="2024-08-27T23:48:34.709" v="2078" actId="1076"/>
          <ac:picMkLst>
            <pc:docMk/>
            <pc:sldMk cId="832288309" sldId="326"/>
            <ac:picMk id="9" creationId="{1C2E92D9-B7AE-8994-3AFE-1C43E56045C7}"/>
          </ac:picMkLst>
        </pc:picChg>
      </pc:sldChg>
      <pc:sldChg chg="addSp delSp modSp add mod">
        <pc:chgData name="Catherine Ata" userId="4e21e26771b92a65" providerId="LiveId" clId="{B80059B1-9787-4AEC-8099-FA1CFA50BC69}" dt="2024-08-27T23:53:28.760" v="2184" actId="1076"/>
        <pc:sldMkLst>
          <pc:docMk/>
          <pc:sldMk cId="2678827912" sldId="327"/>
        </pc:sldMkLst>
        <pc:spChg chg="mod">
          <ac:chgData name="Catherine Ata" userId="4e21e26771b92a65" providerId="LiveId" clId="{B80059B1-9787-4AEC-8099-FA1CFA50BC69}" dt="2024-08-27T23:52:36.570" v="2177" actId="20577"/>
          <ac:spMkLst>
            <pc:docMk/>
            <pc:sldMk cId="2678827912" sldId="327"/>
            <ac:spMk id="4" creationId="{CCE1343B-D448-0F3D-2A82-B1953503574C}"/>
          </ac:spMkLst>
        </pc:spChg>
        <pc:spChg chg="del">
          <ac:chgData name="Catherine Ata" userId="4e21e26771b92a65" providerId="LiveId" clId="{B80059B1-9787-4AEC-8099-FA1CFA50BC69}" dt="2024-08-27T23:53:18.335" v="2180" actId="478"/>
          <ac:spMkLst>
            <pc:docMk/>
            <pc:sldMk cId="2678827912" sldId="327"/>
            <ac:spMk id="10" creationId="{C912E3E2-8CFA-D862-640D-EAFD53B199F5}"/>
          </ac:spMkLst>
        </pc:spChg>
        <pc:spChg chg="del">
          <ac:chgData name="Catherine Ata" userId="4e21e26771b92a65" providerId="LiveId" clId="{B80059B1-9787-4AEC-8099-FA1CFA50BC69}" dt="2024-08-27T23:53:20.058" v="2181" actId="478"/>
          <ac:spMkLst>
            <pc:docMk/>
            <pc:sldMk cId="2678827912" sldId="327"/>
            <ac:spMk id="11" creationId="{A48809D6-A404-98BA-F959-304425C0463C}"/>
          </ac:spMkLst>
        </pc:spChg>
        <pc:picChg chg="add mod">
          <ac:chgData name="Catherine Ata" userId="4e21e26771b92a65" providerId="LiveId" clId="{B80059B1-9787-4AEC-8099-FA1CFA50BC69}" dt="2024-08-27T23:53:28.760" v="2184" actId="1076"/>
          <ac:picMkLst>
            <pc:docMk/>
            <pc:sldMk cId="2678827912" sldId="327"/>
            <ac:picMk id="6" creationId="{EF6A55C2-A1A9-366D-D0A7-AFF051CC1EB9}"/>
          </ac:picMkLst>
        </pc:picChg>
        <pc:picChg chg="del">
          <ac:chgData name="Catherine Ata" userId="4e21e26771b92a65" providerId="LiveId" clId="{B80059B1-9787-4AEC-8099-FA1CFA50BC69}" dt="2024-08-27T23:52:41.386" v="2178" actId="478"/>
          <ac:picMkLst>
            <pc:docMk/>
            <pc:sldMk cId="2678827912" sldId="327"/>
            <ac:picMk id="7" creationId="{7FBEEB8F-2548-6BF6-193F-C99EF67C2AFB}"/>
          </ac:picMkLst>
        </pc:picChg>
        <pc:picChg chg="del">
          <ac:chgData name="Catherine Ata" userId="4e21e26771b92a65" providerId="LiveId" clId="{B80059B1-9787-4AEC-8099-FA1CFA50BC69}" dt="2024-08-27T23:52:41.386" v="2178" actId="478"/>
          <ac:picMkLst>
            <pc:docMk/>
            <pc:sldMk cId="2678827912" sldId="327"/>
            <ac:picMk id="9" creationId="{1C2E92D9-B7AE-8994-3AFE-1C43E56045C7}"/>
          </ac:picMkLst>
        </pc:picChg>
      </pc:sldChg>
      <pc:sldChg chg="addSp delSp modSp add mod">
        <pc:chgData name="Catherine Ata" userId="4e21e26771b92a65" providerId="LiveId" clId="{B80059B1-9787-4AEC-8099-FA1CFA50BC69}" dt="2024-08-27T23:56:52.567" v="2264"/>
        <pc:sldMkLst>
          <pc:docMk/>
          <pc:sldMk cId="1856251035" sldId="328"/>
        </pc:sldMkLst>
        <pc:spChg chg="mod">
          <ac:chgData name="Catherine Ata" userId="4e21e26771b92a65" providerId="LiveId" clId="{B80059B1-9787-4AEC-8099-FA1CFA50BC69}" dt="2024-08-27T23:54:37.524" v="2211" actId="20577"/>
          <ac:spMkLst>
            <pc:docMk/>
            <pc:sldMk cId="1856251035" sldId="328"/>
            <ac:spMk id="2" creationId="{3B3F58F4-F002-0A63-FDA5-2FE8E17AB734}"/>
          </ac:spMkLst>
        </pc:spChg>
        <pc:spChg chg="mod">
          <ac:chgData name="Catherine Ata" userId="4e21e26771b92a65" providerId="LiveId" clId="{B80059B1-9787-4AEC-8099-FA1CFA50BC69}" dt="2024-08-27T23:55:24.644" v="2259" actId="113"/>
          <ac:spMkLst>
            <pc:docMk/>
            <pc:sldMk cId="1856251035" sldId="328"/>
            <ac:spMk id="4" creationId="{CCE1343B-D448-0F3D-2A82-B1953503574C}"/>
          </ac:spMkLst>
        </pc:spChg>
        <pc:picChg chg="del">
          <ac:chgData name="Catherine Ata" userId="4e21e26771b92a65" providerId="LiveId" clId="{B80059B1-9787-4AEC-8099-FA1CFA50BC69}" dt="2024-08-27T23:55:28.466" v="2260" actId="478"/>
          <ac:picMkLst>
            <pc:docMk/>
            <pc:sldMk cId="1856251035" sldId="328"/>
            <ac:picMk id="6" creationId="{EF6A55C2-A1A9-366D-D0A7-AFF051CC1EB9}"/>
          </ac:picMkLst>
        </pc:picChg>
        <pc:picChg chg="add mod">
          <ac:chgData name="Catherine Ata" userId="4e21e26771b92a65" providerId="LiveId" clId="{B80059B1-9787-4AEC-8099-FA1CFA50BC69}" dt="2024-08-27T23:55:49.969" v="2263" actId="1076"/>
          <ac:picMkLst>
            <pc:docMk/>
            <pc:sldMk cId="1856251035" sldId="328"/>
            <ac:picMk id="7" creationId="{A9B2526D-1FA4-C5C7-FB0D-B9B01C938409}"/>
          </ac:picMkLst>
        </pc:picChg>
        <pc:picChg chg="add mod">
          <ac:chgData name="Catherine Ata" userId="4e21e26771b92a65" providerId="LiveId" clId="{B80059B1-9787-4AEC-8099-FA1CFA50BC69}" dt="2024-08-27T23:56:52.567" v="2264"/>
          <ac:picMkLst>
            <pc:docMk/>
            <pc:sldMk cId="1856251035" sldId="328"/>
            <ac:picMk id="8" creationId="{FB7A4118-28BB-ED59-809C-7512383A7A15}"/>
          </ac:picMkLst>
        </pc:picChg>
      </pc:sldChg>
      <pc:sldChg chg="modSp add mod">
        <pc:chgData name="Catherine Ata" userId="4e21e26771b92a65" providerId="LiveId" clId="{B80059B1-9787-4AEC-8099-FA1CFA50BC69}" dt="2024-08-28T00:14:41.970" v="2993" actId="6549"/>
        <pc:sldMkLst>
          <pc:docMk/>
          <pc:sldMk cId="2487220875" sldId="329"/>
        </pc:sldMkLst>
        <pc:spChg chg="mod">
          <ac:chgData name="Catherine Ata" userId="4e21e26771b92a65" providerId="LiveId" clId="{B80059B1-9787-4AEC-8099-FA1CFA50BC69}" dt="2024-08-28T00:14:41.970" v="2993" actId="6549"/>
          <ac:spMkLst>
            <pc:docMk/>
            <pc:sldMk cId="2487220875" sldId="329"/>
            <ac:spMk id="2" creationId="{46CAA7C7-1B21-E4DE-A30C-992523F350E2}"/>
          </ac:spMkLst>
        </pc:spChg>
      </pc:sldChg>
      <pc:sldChg chg="addSp delSp modSp add mod">
        <pc:chgData name="Catherine Ata" userId="4e21e26771b92a65" providerId="LiveId" clId="{B80059B1-9787-4AEC-8099-FA1CFA50BC69}" dt="2024-08-28T00:02:41.552" v="2587" actId="478"/>
        <pc:sldMkLst>
          <pc:docMk/>
          <pc:sldMk cId="1482795819" sldId="330"/>
        </pc:sldMkLst>
        <pc:spChg chg="mod">
          <ac:chgData name="Catherine Ata" userId="4e21e26771b92a65" providerId="LiveId" clId="{B80059B1-9787-4AEC-8099-FA1CFA50BC69}" dt="2024-08-27T23:58:01.425" v="2318" actId="20577"/>
          <ac:spMkLst>
            <pc:docMk/>
            <pc:sldMk cId="1482795819" sldId="330"/>
            <ac:spMk id="2" creationId="{3B3F58F4-F002-0A63-FDA5-2FE8E17AB734}"/>
          </ac:spMkLst>
        </pc:spChg>
        <pc:spChg chg="mod">
          <ac:chgData name="Catherine Ata" userId="4e21e26771b92a65" providerId="LiveId" clId="{B80059B1-9787-4AEC-8099-FA1CFA50BC69}" dt="2024-08-28T00:01:06.985" v="2584" actId="12"/>
          <ac:spMkLst>
            <pc:docMk/>
            <pc:sldMk cId="1482795819" sldId="330"/>
            <ac:spMk id="4" creationId="{CCE1343B-D448-0F3D-2A82-B1953503574C}"/>
          </ac:spMkLst>
        </pc:spChg>
        <pc:picChg chg="add del">
          <ac:chgData name="Catherine Ata" userId="4e21e26771b92a65" providerId="LiveId" clId="{B80059B1-9787-4AEC-8099-FA1CFA50BC69}" dt="2024-08-28T00:02:41.552" v="2587" actId="478"/>
          <ac:picMkLst>
            <pc:docMk/>
            <pc:sldMk cId="1482795819" sldId="330"/>
            <ac:picMk id="6" creationId="{A66438FE-80B5-13CB-E382-182CEC21754E}"/>
          </ac:picMkLst>
        </pc:picChg>
        <pc:picChg chg="del mod">
          <ac:chgData name="Catherine Ata" userId="4e21e26771b92a65" providerId="LiveId" clId="{B80059B1-9787-4AEC-8099-FA1CFA50BC69}" dt="2024-08-27T23:59:33.722" v="2415" actId="478"/>
          <ac:picMkLst>
            <pc:docMk/>
            <pc:sldMk cId="1482795819" sldId="330"/>
            <ac:picMk id="7" creationId="{A9B2526D-1FA4-C5C7-FB0D-B9B01C938409}"/>
          </ac:picMkLst>
        </pc:picChg>
      </pc:sldChg>
      <pc:sldChg chg="addSp delSp modSp add mod">
        <pc:chgData name="Catherine Ata" userId="4e21e26771b92a65" providerId="LiveId" clId="{B80059B1-9787-4AEC-8099-FA1CFA50BC69}" dt="2024-08-28T00:09:40.341" v="2854"/>
        <pc:sldMkLst>
          <pc:docMk/>
          <pc:sldMk cId="4082421949" sldId="331"/>
        </pc:sldMkLst>
        <pc:spChg chg="mod">
          <ac:chgData name="Catherine Ata" userId="4e21e26771b92a65" providerId="LiveId" clId="{B80059B1-9787-4AEC-8099-FA1CFA50BC69}" dt="2024-08-28T00:04:16.291" v="2683" actId="113"/>
          <ac:spMkLst>
            <pc:docMk/>
            <pc:sldMk cId="4082421949" sldId="331"/>
            <ac:spMk id="4" creationId="{CCE1343B-D448-0F3D-2A82-B1953503574C}"/>
          </ac:spMkLst>
        </pc:spChg>
        <pc:spChg chg="add mod">
          <ac:chgData name="Catherine Ata" userId="4e21e26771b92a65" providerId="LiveId" clId="{B80059B1-9787-4AEC-8099-FA1CFA50BC69}" dt="2024-08-28T00:07:53.510" v="2700" actId="113"/>
          <ac:spMkLst>
            <pc:docMk/>
            <pc:sldMk cId="4082421949" sldId="331"/>
            <ac:spMk id="10" creationId="{86A39583-8641-BF56-9AA8-05CDA8288C88}"/>
          </ac:spMkLst>
        </pc:spChg>
        <pc:spChg chg="add del mod">
          <ac:chgData name="Catherine Ata" userId="4e21e26771b92a65" providerId="LiveId" clId="{B80059B1-9787-4AEC-8099-FA1CFA50BC69}" dt="2024-08-28T00:09:40.341" v="2854"/>
          <ac:spMkLst>
            <pc:docMk/>
            <pc:sldMk cId="4082421949" sldId="331"/>
            <ac:spMk id="11" creationId="{294BB92E-2EEF-48D3-4FB8-045B4B07AEFA}"/>
          </ac:spMkLst>
        </pc:spChg>
        <pc:spChg chg="add mod">
          <ac:chgData name="Catherine Ata" userId="4e21e26771b92a65" providerId="LiveId" clId="{B80059B1-9787-4AEC-8099-FA1CFA50BC69}" dt="2024-08-28T00:08:34.184" v="2781" actId="20577"/>
          <ac:spMkLst>
            <pc:docMk/>
            <pc:sldMk cId="4082421949" sldId="331"/>
            <ac:spMk id="12" creationId="{5EB40425-9C66-F6CA-6D3D-A414EA3876CC}"/>
          </ac:spMkLst>
        </pc:spChg>
        <pc:spChg chg="add mod">
          <ac:chgData name="Catherine Ata" userId="4e21e26771b92a65" providerId="LiveId" clId="{B80059B1-9787-4AEC-8099-FA1CFA50BC69}" dt="2024-08-28T00:09:22.123" v="2852" actId="1076"/>
          <ac:spMkLst>
            <pc:docMk/>
            <pc:sldMk cId="4082421949" sldId="331"/>
            <ac:spMk id="13" creationId="{D8864383-E9F9-D107-E289-9EEC823F2527}"/>
          </ac:spMkLst>
        </pc:spChg>
        <pc:picChg chg="mod">
          <ac:chgData name="Catherine Ata" userId="4e21e26771b92a65" providerId="LiveId" clId="{B80059B1-9787-4AEC-8099-FA1CFA50BC69}" dt="2024-08-28T00:06:50.439" v="2689" actId="14100"/>
          <ac:picMkLst>
            <pc:docMk/>
            <pc:sldMk cId="4082421949" sldId="331"/>
            <ac:picMk id="6" creationId="{A66438FE-80B5-13CB-E382-182CEC21754E}"/>
          </ac:picMkLst>
        </pc:picChg>
        <pc:picChg chg="add mod">
          <ac:chgData name="Catherine Ata" userId="4e21e26771b92a65" providerId="LiveId" clId="{B80059B1-9787-4AEC-8099-FA1CFA50BC69}" dt="2024-08-28T00:06:59.120" v="2693" actId="1076"/>
          <ac:picMkLst>
            <pc:docMk/>
            <pc:sldMk cId="4082421949" sldId="331"/>
            <ac:picMk id="7" creationId="{2FD6B75F-BAE3-178C-831C-AE6673C70FF6}"/>
          </ac:picMkLst>
        </pc:picChg>
        <pc:picChg chg="add mod">
          <ac:chgData name="Catherine Ata" userId="4e21e26771b92a65" providerId="LiveId" clId="{B80059B1-9787-4AEC-8099-FA1CFA50BC69}" dt="2024-08-28T00:09:15.346" v="2851" actId="1076"/>
          <ac:picMkLst>
            <pc:docMk/>
            <pc:sldMk cId="4082421949" sldId="331"/>
            <ac:picMk id="9" creationId="{594F9C9C-E9B8-A08C-4EA4-A5E61A526BAC}"/>
          </ac:picMkLst>
        </pc:picChg>
      </pc:sldChg>
      <pc:sldChg chg="addSp delSp modSp add mod">
        <pc:chgData name="Catherine Ata" userId="4e21e26771b92a65" providerId="LiveId" clId="{B80059B1-9787-4AEC-8099-FA1CFA50BC69}" dt="2024-08-28T00:12:37.935" v="2992" actId="20577"/>
        <pc:sldMkLst>
          <pc:docMk/>
          <pc:sldMk cId="31014488" sldId="332"/>
        </pc:sldMkLst>
        <pc:spChg chg="mod">
          <ac:chgData name="Catherine Ata" userId="4e21e26771b92a65" providerId="LiveId" clId="{B80059B1-9787-4AEC-8099-FA1CFA50BC69}" dt="2024-08-28T00:11:22.015" v="2927" actId="20577"/>
          <ac:spMkLst>
            <pc:docMk/>
            <pc:sldMk cId="31014488" sldId="332"/>
            <ac:spMk id="4" creationId="{CCE1343B-D448-0F3D-2A82-B1953503574C}"/>
          </ac:spMkLst>
        </pc:spChg>
        <pc:spChg chg="mod">
          <ac:chgData name="Catherine Ata" userId="4e21e26771b92a65" providerId="LiveId" clId="{B80059B1-9787-4AEC-8099-FA1CFA50BC69}" dt="2024-08-28T00:12:37.935" v="2992" actId="20577"/>
          <ac:spMkLst>
            <pc:docMk/>
            <pc:sldMk cId="31014488" sldId="332"/>
            <ac:spMk id="10" creationId="{86A39583-8641-BF56-9AA8-05CDA8288C88}"/>
          </ac:spMkLst>
        </pc:spChg>
        <pc:spChg chg="del">
          <ac:chgData name="Catherine Ata" userId="4e21e26771b92a65" providerId="LiveId" clId="{B80059B1-9787-4AEC-8099-FA1CFA50BC69}" dt="2024-08-28T00:11:14.126" v="2923" actId="478"/>
          <ac:spMkLst>
            <pc:docMk/>
            <pc:sldMk cId="31014488" sldId="332"/>
            <ac:spMk id="12" creationId="{5EB40425-9C66-F6CA-6D3D-A414EA3876CC}"/>
          </ac:spMkLst>
        </pc:spChg>
        <pc:spChg chg="del">
          <ac:chgData name="Catherine Ata" userId="4e21e26771b92a65" providerId="LiveId" clId="{B80059B1-9787-4AEC-8099-FA1CFA50BC69}" dt="2024-08-28T00:11:12.841" v="2922" actId="478"/>
          <ac:spMkLst>
            <pc:docMk/>
            <pc:sldMk cId="31014488" sldId="332"/>
            <ac:spMk id="13" creationId="{D8864383-E9F9-D107-E289-9EEC823F2527}"/>
          </ac:spMkLst>
        </pc:spChg>
        <pc:picChg chg="del">
          <ac:chgData name="Catherine Ata" userId="4e21e26771b92a65" providerId="LiveId" clId="{B80059B1-9787-4AEC-8099-FA1CFA50BC69}" dt="2024-08-28T00:10:39.095" v="2921" actId="478"/>
          <ac:picMkLst>
            <pc:docMk/>
            <pc:sldMk cId="31014488" sldId="332"/>
            <ac:picMk id="6" creationId="{A66438FE-80B5-13CB-E382-182CEC21754E}"/>
          </ac:picMkLst>
        </pc:picChg>
        <pc:picChg chg="del">
          <ac:chgData name="Catherine Ata" userId="4e21e26771b92a65" providerId="LiveId" clId="{B80059B1-9787-4AEC-8099-FA1CFA50BC69}" dt="2024-08-28T00:10:39.095" v="2921" actId="478"/>
          <ac:picMkLst>
            <pc:docMk/>
            <pc:sldMk cId="31014488" sldId="332"/>
            <ac:picMk id="7" creationId="{2FD6B75F-BAE3-178C-831C-AE6673C70FF6}"/>
          </ac:picMkLst>
        </pc:picChg>
        <pc:picChg chg="add mod">
          <ac:chgData name="Catherine Ata" userId="4e21e26771b92a65" providerId="LiveId" clId="{B80059B1-9787-4AEC-8099-FA1CFA50BC69}" dt="2024-08-28T00:12:16.332" v="2985" actId="1076"/>
          <ac:picMkLst>
            <pc:docMk/>
            <pc:sldMk cId="31014488" sldId="332"/>
            <ac:picMk id="8" creationId="{E9180297-24E6-D59E-34B5-3488827199C3}"/>
          </ac:picMkLst>
        </pc:picChg>
        <pc:picChg chg="del">
          <ac:chgData name="Catherine Ata" userId="4e21e26771b92a65" providerId="LiveId" clId="{B80059B1-9787-4AEC-8099-FA1CFA50BC69}" dt="2024-08-28T00:10:39.095" v="2921" actId="478"/>
          <ac:picMkLst>
            <pc:docMk/>
            <pc:sldMk cId="31014488" sldId="332"/>
            <ac:picMk id="9" creationId="{594F9C9C-E9B8-A08C-4EA4-A5E61A526BAC}"/>
          </ac:picMkLst>
        </pc:picChg>
      </pc:sldChg>
    </pc:docChg>
  </pc:docChgLst>
  <pc:docChgLst>
    <pc:chgData name="Catherine Ata" userId="4e21e26771b92a65" providerId="LiveId" clId="{9FDA7C9A-F82E-494F-9180-4A581E902B38}"/>
    <pc:docChg chg="undo custSel addSld delSld modSld sldOrd">
      <pc:chgData name="Catherine Ata" userId="4e21e26771b92a65" providerId="LiveId" clId="{9FDA7C9A-F82E-494F-9180-4A581E902B38}" dt="2024-08-31T17:10:40.794" v="13562" actId="6549"/>
      <pc:docMkLst>
        <pc:docMk/>
      </pc:docMkLst>
      <pc:sldChg chg="modSp mod">
        <pc:chgData name="Catherine Ata" userId="4e21e26771b92a65" providerId="LiveId" clId="{9FDA7C9A-F82E-494F-9180-4A581E902B38}" dt="2024-08-29T19:10:56.189" v="19" actId="20577"/>
        <pc:sldMkLst>
          <pc:docMk/>
          <pc:sldMk cId="158767598" sldId="256"/>
        </pc:sldMkLst>
        <pc:spChg chg="mod">
          <ac:chgData name="Catherine Ata" userId="4e21e26771b92a65" providerId="LiveId" clId="{9FDA7C9A-F82E-494F-9180-4A581E902B38}" dt="2024-08-29T19:10:56.189" v="19" actId="20577"/>
          <ac:spMkLst>
            <pc:docMk/>
            <pc:sldMk cId="158767598" sldId="256"/>
            <ac:spMk id="2" creationId="{6B420F8C-B260-B061-FAEB-456B3F2929EC}"/>
          </ac:spMkLst>
        </pc:spChg>
      </pc:sldChg>
      <pc:sldChg chg="modSp">
        <pc:chgData name="Catherine Ata" userId="4e21e26771b92a65" providerId="LiveId" clId="{9FDA7C9A-F82E-494F-9180-4A581E902B38}" dt="2024-08-29T19:39:06.524" v="185"/>
        <pc:sldMkLst>
          <pc:docMk/>
          <pc:sldMk cId="1316968593" sldId="257"/>
        </pc:sldMkLst>
        <pc:graphicFrameChg chg="mod">
          <ac:chgData name="Catherine Ata" userId="4e21e26771b92a65" providerId="LiveId" clId="{9FDA7C9A-F82E-494F-9180-4A581E902B38}" dt="2024-08-29T19:39:06.524" v="185"/>
          <ac:graphicFrameMkLst>
            <pc:docMk/>
            <pc:sldMk cId="1316968593" sldId="257"/>
            <ac:graphicFrameMk id="53" creationId="{B3529599-F5B4-68D7-C3D3-833636480F09}"/>
          </ac:graphicFrameMkLst>
        </pc:graphicFrameChg>
      </pc:sldChg>
      <pc:sldChg chg="del">
        <pc:chgData name="Catherine Ata" userId="4e21e26771b92a65" providerId="LiveId" clId="{9FDA7C9A-F82E-494F-9180-4A581E902B38}" dt="2024-08-30T00:51:45.596" v="2054" actId="2696"/>
        <pc:sldMkLst>
          <pc:docMk/>
          <pc:sldMk cId="2251826545" sldId="258"/>
        </pc:sldMkLst>
      </pc:sldChg>
      <pc:sldChg chg="del">
        <pc:chgData name="Catherine Ata" userId="4e21e26771b92a65" providerId="LiveId" clId="{9FDA7C9A-F82E-494F-9180-4A581E902B38}" dt="2024-08-30T17:54:10.279" v="5420" actId="2696"/>
        <pc:sldMkLst>
          <pc:docMk/>
          <pc:sldMk cId="3392761998" sldId="261"/>
        </pc:sldMkLst>
      </pc:sldChg>
      <pc:sldChg chg="addSp delSp modSp mod ord">
        <pc:chgData name="Catherine Ata" userId="4e21e26771b92a65" providerId="LiveId" clId="{9FDA7C9A-F82E-494F-9180-4A581E902B38}" dt="2024-08-31T00:24:46.974" v="13440" actId="113"/>
        <pc:sldMkLst>
          <pc:docMk/>
          <pc:sldMk cId="1765310388" sldId="281"/>
        </pc:sldMkLst>
        <pc:spChg chg="mod">
          <ac:chgData name="Catherine Ata" userId="4e21e26771b92a65" providerId="LiveId" clId="{9FDA7C9A-F82E-494F-9180-4A581E902B38}" dt="2024-08-29T21:34:57.395" v="609" actId="20577"/>
          <ac:spMkLst>
            <pc:docMk/>
            <pc:sldMk cId="1765310388" sldId="281"/>
            <ac:spMk id="2" creationId="{3B3F58F4-F002-0A63-FDA5-2FE8E17AB734}"/>
          </ac:spMkLst>
        </pc:spChg>
        <pc:spChg chg="del mod">
          <ac:chgData name="Catherine Ata" userId="4e21e26771b92a65" providerId="LiveId" clId="{9FDA7C9A-F82E-494F-9180-4A581E902B38}" dt="2024-08-29T21:38:44.194" v="748" actId="478"/>
          <ac:spMkLst>
            <pc:docMk/>
            <pc:sldMk cId="1765310388" sldId="281"/>
            <ac:spMk id="3" creationId="{3A568A40-3D18-D624-4D00-48777451A1E7}"/>
          </ac:spMkLst>
        </pc:spChg>
        <pc:spChg chg="mod">
          <ac:chgData name="Catherine Ata" userId="4e21e26771b92a65" providerId="LiveId" clId="{9FDA7C9A-F82E-494F-9180-4A581E902B38}" dt="2024-08-31T00:24:46.974" v="13440" actId="113"/>
          <ac:spMkLst>
            <pc:docMk/>
            <pc:sldMk cId="1765310388" sldId="281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29T20:43:28.540" v="597" actId="478"/>
          <ac:picMkLst>
            <pc:docMk/>
            <pc:sldMk cId="1765310388" sldId="281"/>
            <ac:picMk id="6" creationId="{C35250E7-1B5B-7148-D292-983044F0CA57}"/>
          </ac:picMkLst>
        </pc:picChg>
        <pc:picChg chg="del">
          <ac:chgData name="Catherine Ata" userId="4e21e26771b92a65" providerId="LiveId" clId="{9FDA7C9A-F82E-494F-9180-4A581E902B38}" dt="2024-08-29T20:43:28.540" v="597" actId="478"/>
          <ac:picMkLst>
            <pc:docMk/>
            <pc:sldMk cId="1765310388" sldId="281"/>
            <ac:picMk id="7" creationId="{340D2E62-49BD-FB48-EBD4-F57CCD6C5245}"/>
          </ac:picMkLst>
        </pc:picChg>
        <pc:picChg chg="add mod">
          <ac:chgData name="Catherine Ata" userId="4e21e26771b92a65" providerId="LiveId" clId="{9FDA7C9A-F82E-494F-9180-4A581E902B38}" dt="2024-08-29T21:52:48.714" v="921" actId="1076"/>
          <ac:picMkLst>
            <pc:docMk/>
            <pc:sldMk cId="1765310388" sldId="281"/>
            <ac:picMk id="9" creationId="{F3F851DD-B767-34E4-583E-5AADB4853962}"/>
          </ac:picMkLst>
        </pc:picChg>
        <pc:picChg chg="add mod">
          <ac:chgData name="Catherine Ata" userId="4e21e26771b92a65" providerId="LiveId" clId="{9FDA7C9A-F82E-494F-9180-4A581E902B38}" dt="2024-08-29T21:52:47.384" v="920" actId="1076"/>
          <ac:picMkLst>
            <pc:docMk/>
            <pc:sldMk cId="1765310388" sldId="281"/>
            <ac:picMk id="11" creationId="{DB6A8C80-4D1A-A8A8-EC56-558F91259B5D}"/>
          </ac:picMkLst>
        </pc:picChg>
      </pc:sldChg>
      <pc:sldChg chg="modSp mod">
        <pc:chgData name="Catherine Ata" userId="4e21e26771b92a65" providerId="LiveId" clId="{9FDA7C9A-F82E-494F-9180-4A581E902B38}" dt="2024-08-29T19:39:34.281" v="219" actId="20577"/>
        <pc:sldMkLst>
          <pc:docMk/>
          <pc:sldMk cId="3804984846" sldId="282"/>
        </pc:sldMkLst>
        <pc:spChg chg="mod">
          <ac:chgData name="Catherine Ata" userId="4e21e26771b92a65" providerId="LiveId" clId="{9FDA7C9A-F82E-494F-9180-4A581E902B38}" dt="2024-08-29T19:39:34.281" v="219" actId="20577"/>
          <ac:spMkLst>
            <pc:docMk/>
            <pc:sldMk cId="3804984846" sldId="282"/>
            <ac:spMk id="2" creationId="{46CAA7C7-1B21-E4DE-A30C-992523F350E2}"/>
          </ac:spMkLst>
        </pc:spChg>
      </pc:sldChg>
      <pc:sldChg chg="del">
        <pc:chgData name="Catherine Ata" userId="4e21e26771b92a65" providerId="LiveId" clId="{9FDA7C9A-F82E-494F-9180-4A581E902B38}" dt="2024-08-29T21:43:51.638" v="763" actId="2696"/>
        <pc:sldMkLst>
          <pc:docMk/>
          <pc:sldMk cId="1439247380" sldId="283"/>
        </pc:sldMkLst>
      </pc:sldChg>
      <pc:sldChg chg="del">
        <pc:chgData name="Catherine Ata" userId="4e21e26771b92a65" providerId="LiveId" clId="{9FDA7C9A-F82E-494F-9180-4A581E902B38}" dt="2024-08-29T21:43:58.124" v="764" actId="2696"/>
        <pc:sldMkLst>
          <pc:docMk/>
          <pc:sldMk cId="2483628239" sldId="284"/>
        </pc:sldMkLst>
      </pc:sldChg>
      <pc:sldChg chg="del">
        <pc:chgData name="Catherine Ata" userId="4e21e26771b92a65" providerId="LiveId" clId="{9FDA7C9A-F82E-494F-9180-4A581E902B38}" dt="2024-08-29T21:44:01.463" v="765" actId="2696"/>
        <pc:sldMkLst>
          <pc:docMk/>
          <pc:sldMk cId="1267315013" sldId="285"/>
        </pc:sldMkLst>
      </pc:sldChg>
      <pc:sldChg chg="add del">
        <pc:chgData name="Catherine Ata" userId="4e21e26771b92a65" providerId="LiveId" clId="{9FDA7C9A-F82E-494F-9180-4A581E902B38}" dt="2024-08-30T16:25:06.023" v="4536" actId="2696"/>
        <pc:sldMkLst>
          <pc:docMk/>
          <pc:sldMk cId="1269482941" sldId="287"/>
        </pc:sldMkLst>
      </pc:sldChg>
      <pc:sldChg chg="del">
        <pc:chgData name="Catherine Ata" userId="4e21e26771b92a65" providerId="LiveId" clId="{9FDA7C9A-F82E-494F-9180-4A581E902B38}" dt="2024-08-30T19:05:14.656" v="6885" actId="2696"/>
        <pc:sldMkLst>
          <pc:docMk/>
          <pc:sldMk cId="1766831829" sldId="289"/>
        </pc:sldMkLst>
      </pc:sldChg>
      <pc:sldChg chg="delSp modSp mod">
        <pc:chgData name="Catherine Ata" userId="4e21e26771b92a65" providerId="LiveId" clId="{9FDA7C9A-F82E-494F-9180-4A581E902B38}" dt="2024-08-31T00:24:06.340" v="13438" actId="20577"/>
        <pc:sldMkLst>
          <pc:docMk/>
          <pc:sldMk cId="349740764" sldId="308"/>
        </pc:sldMkLst>
        <pc:spChg chg="mod">
          <ac:chgData name="Catherine Ata" userId="4e21e26771b92a65" providerId="LiveId" clId="{9FDA7C9A-F82E-494F-9180-4A581E902B38}" dt="2024-08-29T21:44:25.752" v="771" actId="20577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Catherine Ata" userId="4e21e26771b92a65" providerId="LiveId" clId="{9FDA7C9A-F82E-494F-9180-4A581E902B38}" dt="2024-08-31T00:24:06.340" v="13438" actId="20577"/>
          <ac:spMkLst>
            <pc:docMk/>
            <pc:sldMk cId="349740764" sldId="308"/>
            <ac:spMk id="3" creationId="{B65FEB2A-9723-77BC-B7D8-112D3C437235}"/>
          </ac:spMkLst>
        </pc:spChg>
        <pc:picChg chg="del">
          <ac:chgData name="Catherine Ata" userId="4e21e26771b92a65" providerId="LiveId" clId="{9FDA7C9A-F82E-494F-9180-4A581E902B38}" dt="2024-08-29T19:49:57.120" v="355" actId="478"/>
          <ac:picMkLst>
            <pc:docMk/>
            <pc:sldMk cId="349740764" sldId="308"/>
            <ac:picMk id="6" creationId="{CC8173FC-9184-4DDC-6481-1A74C1909DA4}"/>
          </ac:picMkLst>
        </pc:picChg>
      </pc:sldChg>
      <pc:sldChg chg="del">
        <pc:chgData name="Catherine Ata" userId="4e21e26771b92a65" providerId="LiveId" clId="{9FDA7C9A-F82E-494F-9180-4A581E902B38}" dt="2024-08-29T21:43:45.484" v="762" actId="2696"/>
        <pc:sldMkLst>
          <pc:docMk/>
          <pc:sldMk cId="409215051" sldId="309"/>
        </pc:sldMkLst>
      </pc:sldChg>
      <pc:sldChg chg="del">
        <pc:chgData name="Catherine Ata" userId="4e21e26771b92a65" providerId="LiveId" clId="{9FDA7C9A-F82E-494F-9180-4A581E902B38}" dt="2024-08-30T00:51:49.548" v="2055" actId="2696"/>
        <pc:sldMkLst>
          <pc:docMk/>
          <pc:sldMk cId="3839950019" sldId="318"/>
        </pc:sldMkLst>
      </pc:sldChg>
      <pc:sldChg chg="del">
        <pc:chgData name="Catherine Ata" userId="4e21e26771b92a65" providerId="LiveId" clId="{9FDA7C9A-F82E-494F-9180-4A581E902B38}" dt="2024-08-30T19:05:20.878" v="6886" actId="2696"/>
        <pc:sldMkLst>
          <pc:docMk/>
          <pc:sldMk cId="3359632177" sldId="319"/>
        </pc:sldMkLst>
      </pc:sldChg>
      <pc:sldChg chg="del">
        <pc:chgData name="Catherine Ata" userId="4e21e26771b92a65" providerId="LiveId" clId="{9FDA7C9A-F82E-494F-9180-4A581E902B38}" dt="2024-08-30T19:05:27.645" v="6887" actId="2696"/>
        <pc:sldMkLst>
          <pc:docMk/>
          <pc:sldMk cId="3925654337" sldId="320"/>
        </pc:sldMkLst>
      </pc:sldChg>
      <pc:sldChg chg="modSp mod">
        <pc:chgData name="Catherine Ata" userId="4e21e26771b92a65" providerId="LiveId" clId="{9FDA7C9A-F82E-494F-9180-4A581E902B38}" dt="2024-08-29T19:39:56.417" v="238" actId="20577"/>
        <pc:sldMkLst>
          <pc:docMk/>
          <pc:sldMk cId="1816993049" sldId="321"/>
        </pc:sldMkLst>
        <pc:spChg chg="mod">
          <ac:chgData name="Catherine Ata" userId="4e21e26771b92a65" providerId="LiveId" clId="{9FDA7C9A-F82E-494F-9180-4A581E902B38}" dt="2024-08-29T19:39:56.417" v="238" actId="20577"/>
          <ac:spMkLst>
            <pc:docMk/>
            <pc:sldMk cId="1816993049" sldId="321"/>
            <ac:spMk id="2" creationId="{46CAA7C7-1B21-E4DE-A30C-992523F350E2}"/>
          </ac:spMkLst>
        </pc:spChg>
      </pc:sldChg>
      <pc:sldChg chg="modSp mod">
        <pc:chgData name="Catherine Ata" userId="4e21e26771b92a65" providerId="LiveId" clId="{9FDA7C9A-F82E-494F-9180-4A581E902B38}" dt="2024-08-29T19:40:23.977" v="273" actId="20577"/>
        <pc:sldMkLst>
          <pc:docMk/>
          <pc:sldMk cId="4137010427" sldId="322"/>
        </pc:sldMkLst>
        <pc:spChg chg="mod">
          <ac:chgData name="Catherine Ata" userId="4e21e26771b92a65" providerId="LiveId" clId="{9FDA7C9A-F82E-494F-9180-4A581E902B38}" dt="2024-08-29T19:40:23.977" v="273" actId="20577"/>
          <ac:spMkLst>
            <pc:docMk/>
            <pc:sldMk cId="4137010427" sldId="322"/>
            <ac:spMk id="2" creationId="{46CAA7C7-1B21-E4DE-A30C-992523F350E2}"/>
          </ac:spMkLst>
        </pc:spChg>
      </pc:sldChg>
      <pc:sldChg chg="modSp mod">
        <pc:chgData name="Catherine Ata" userId="4e21e26771b92a65" providerId="LiveId" clId="{9FDA7C9A-F82E-494F-9180-4A581E902B38}" dt="2024-08-29T19:41:12.512" v="343" actId="20577"/>
        <pc:sldMkLst>
          <pc:docMk/>
          <pc:sldMk cId="4004939702" sldId="323"/>
        </pc:sldMkLst>
        <pc:spChg chg="mod">
          <ac:chgData name="Catherine Ata" userId="4e21e26771b92a65" providerId="LiveId" clId="{9FDA7C9A-F82E-494F-9180-4A581E902B38}" dt="2024-08-29T19:41:12.512" v="343" actId="20577"/>
          <ac:spMkLst>
            <pc:docMk/>
            <pc:sldMk cId="4004939702" sldId="323"/>
            <ac:spMk id="2" creationId="{46CAA7C7-1B21-E4DE-A30C-992523F350E2}"/>
          </ac:spMkLst>
        </pc:spChg>
      </pc:sldChg>
      <pc:sldChg chg="del">
        <pc:chgData name="Catherine Ata" userId="4e21e26771b92a65" providerId="LiveId" clId="{9FDA7C9A-F82E-494F-9180-4A581E902B38}" dt="2024-08-30T19:05:36.828" v="6888" actId="2696"/>
        <pc:sldMkLst>
          <pc:docMk/>
          <pc:sldMk cId="1381266878" sldId="324"/>
        </pc:sldMkLst>
      </pc:sldChg>
      <pc:sldChg chg="modSp mod">
        <pc:chgData name="Catherine Ata" userId="4e21e26771b92a65" providerId="LiveId" clId="{9FDA7C9A-F82E-494F-9180-4A581E902B38}" dt="2024-08-29T19:40:51.443" v="317" actId="20577"/>
        <pc:sldMkLst>
          <pc:docMk/>
          <pc:sldMk cId="1023263031" sldId="325"/>
        </pc:sldMkLst>
        <pc:spChg chg="mod">
          <ac:chgData name="Catherine Ata" userId="4e21e26771b92a65" providerId="LiveId" clId="{9FDA7C9A-F82E-494F-9180-4A581E902B38}" dt="2024-08-29T19:40:51.443" v="317" actId="20577"/>
          <ac:spMkLst>
            <pc:docMk/>
            <pc:sldMk cId="1023263031" sldId="325"/>
            <ac:spMk id="2" creationId="{46CAA7C7-1B21-E4DE-A30C-992523F350E2}"/>
          </ac:spMkLst>
        </pc:spChg>
      </pc:sldChg>
      <pc:sldChg chg="del">
        <pc:chgData name="Catherine Ata" userId="4e21e26771b92a65" providerId="LiveId" clId="{9FDA7C9A-F82E-494F-9180-4A581E902B38}" dt="2024-08-30T19:05:42.279" v="6889" actId="2696"/>
        <pc:sldMkLst>
          <pc:docMk/>
          <pc:sldMk cId="832288309" sldId="326"/>
        </pc:sldMkLst>
      </pc:sldChg>
      <pc:sldChg chg="del">
        <pc:chgData name="Catherine Ata" userId="4e21e26771b92a65" providerId="LiveId" clId="{9FDA7C9A-F82E-494F-9180-4A581E902B38}" dt="2024-08-30T19:06:17.473" v="6894" actId="2696"/>
        <pc:sldMkLst>
          <pc:docMk/>
          <pc:sldMk cId="2678827912" sldId="327"/>
        </pc:sldMkLst>
      </pc:sldChg>
      <pc:sldChg chg="del">
        <pc:chgData name="Catherine Ata" userId="4e21e26771b92a65" providerId="LiveId" clId="{9FDA7C9A-F82E-494F-9180-4A581E902B38}" dt="2024-08-30T19:06:13.260" v="6893" actId="2696"/>
        <pc:sldMkLst>
          <pc:docMk/>
          <pc:sldMk cId="1856251035" sldId="328"/>
        </pc:sldMkLst>
      </pc:sldChg>
      <pc:sldChg chg="del">
        <pc:chgData name="Catherine Ata" userId="4e21e26771b92a65" providerId="LiveId" clId="{9FDA7C9A-F82E-494F-9180-4A581E902B38}" dt="2024-08-30T19:08:18.084" v="6895" actId="2696"/>
        <pc:sldMkLst>
          <pc:docMk/>
          <pc:sldMk cId="2487220875" sldId="329"/>
        </pc:sldMkLst>
      </pc:sldChg>
      <pc:sldChg chg="del">
        <pc:chgData name="Catherine Ata" userId="4e21e26771b92a65" providerId="LiveId" clId="{9FDA7C9A-F82E-494F-9180-4A581E902B38}" dt="2024-08-30T19:05:58.128" v="6892" actId="2696"/>
        <pc:sldMkLst>
          <pc:docMk/>
          <pc:sldMk cId="1482795819" sldId="330"/>
        </pc:sldMkLst>
      </pc:sldChg>
      <pc:sldChg chg="del">
        <pc:chgData name="Catherine Ata" userId="4e21e26771b92a65" providerId="LiveId" clId="{9FDA7C9A-F82E-494F-9180-4A581E902B38}" dt="2024-08-30T19:05:53.786" v="6891" actId="2696"/>
        <pc:sldMkLst>
          <pc:docMk/>
          <pc:sldMk cId="4082421949" sldId="331"/>
        </pc:sldMkLst>
      </pc:sldChg>
      <pc:sldChg chg="del">
        <pc:chgData name="Catherine Ata" userId="4e21e26771b92a65" providerId="LiveId" clId="{9FDA7C9A-F82E-494F-9180-4A581E902B38}" dt="2024-08-30T19:05:49.158" v="6890" actId="2696"/>
        <pc:sldMkLst>
          <pc:docMk/>
          <pc:sldMk cId="31014488" sldId="332"/>
        </pc:sldMkLst>
      </pc:sldChg>
      <pc:sldChg chg="modSp add mod">
        <pc:chgData name="Catherine Ata" userId="4e21e26771b92a65" providerId="LiveId" clId="{9FDA7C9A-F82E-494F-9180-4A581E902B38}" dt="2024-08-31T00:24:30.452" v="13439" actId="14100"/>
        <pc:sldMkLst>
          <pc:docMk/>
          <pc:sldMk cId="2665427739" sldId="333"/>
        </pc:sldMkLst>
        <pc:spChg chg="mod">
          <ac:chgData name="Catherine Ata" userId="4e21e26771b92a65" providerId="LiveId" clId="{9FDA7C9A-F82E-494F-9180-4A581E902B38}" dt="2024-08-29T21:44:33.274" v="777" actId="20577"/>
          <ac:spMkLst>
            <pc:docMk/>
            <pc:sldMk cId="2665427739" sldId="333"/>
            <ac:spMk id="2" creationId="{FA0C35CC-F0EF-AED8-D2AE-3F8520947628}"/>
          </ac:spMkLst>
        </pc:spChg>
        <pc:spChg chg="mod">
          <ac:chgData name="Catherine Ata" userId="4e21e26771b92a65" providerId="LiveId" clId="{9FDA7C9A-F82E-494F-9180-4A581E902B38}" dt="2024-08-31T00:24:30.452" v="13439" actId="14100"/>
          <ac:spMkLst>
            <pc:docMk/>
            <pc:sldMk cId="2665427739" sldId="333"/>
            <ac:spMk id="3" creationId="{B65FEB2A-9723-77BC-B7D8-112D3C437235}"/>
          </ac:spMkLst>
        </pc:spChg>
      </pc:sldChg>
      <pc:sldChg chg="addSp delSp modSp add mod ord">
        <pc:chgData name="Catherine Ata" userId="4e21e26771b92a65" providerId="LiveId" clId="{9FDA7C9A-F82E-494F-9180-4A581E902B38}" dt="2024-08-29T21:59:08.961" v="1120" actId="1076"/>
        <pc:sldMkLst>
          <pc:docMk/>
          <pc:sldMk cId="1310545884" sldId="334"/>
        </pc:sldMkLst>
        <pc:spChg chg="mod">
          <ac:chgData name="Catherine Ata" userId="4e21e26771b92a65" providerId="LiveId" clId="{9FDA7C9A-F82E-494F-9180-4A581E902B38}" dt="2024-08-29T21:59:00.247" v="1118" actId="20577"/>
          <ac:spMkLst>
            <pc:docMk/>
            <pc:sldMk cId="1310545884" sldId="334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29T21:59:07.790" v="1119" actId="1076"/>
          <ac:picMkLst>
            <pc:docMk/>
            <pc:sldMk cId="1310545884" sldId="334"/>
            <ac:picMk id="5" creationId="{03A0B371-6CB6-A65B-D245-7B1067E95218}"/>
          </ac:picMkLst>
        </pc:picChg>
        <pc:picChg chg="add mod">
          <ac:chgData name="Catherine Ata" userId="4e21e26771b92a65" providerId="LiveId" clId="{9FDA7C9A-F82E-494F-9180-4A581E902B38}" dt="2024-08-29T21:59:08.961" v="1120" actId="1076"/>
          <ac:picMkLst>
            <pc:docMk/>
            <pc:sldMk cId="1310545884" sldId="334"/>
            <ac:picMk id="7" creationId="{004DE0E7-7749-593E-FD42-3B62766B6094}"/>
          </ac:picMkLst>
        </pc:picChg>
        <pc:picChg chg="del mod">
          <ac:chgData name="Catherine Ata" userId="4e21e26771b92a65" providerId="LiveId" clId="{9FDA7C9A-F82E-494F-9180-4A581E902B38}" dt="2024-08-29T21:54:33.695" v="1015" actId="478"/>
          <ac:picMkLst>
            <pc:docMk/>
            <pc:sldMk cId="1310545884" sldId="334"/>
            <ac:picMk id="9" creationId="{F3F851DD-B767-34E4-583E-5AADB4853962}"/>
          </ac:picMkLst>
        </pc:picChg>
        <pc:picChg chg="del">
          <ac:chgData name="Catherine Ata" userId="4e21e26771b92a65" providerId="LiveId" clId="{9FDA7C9A-F82E-494F-9180-4A581E902B38}" dt="2024-08-29T21:54:33.695" v="1015" actId="478"/>
          <ac:picMkLst>
            <pc:docMk/>
            <pc:sldMk cId="1310545884" sldId="334"/>
            <ac:picMk id="11" creationId="{DB6A8C80-4D1A-A8A8-EC56-558F91259B5D}"/>
          </ac:picMkLst>
        </pc:picChg>
      </pc:sldChg>
      <pc:sldChg chg="addSp delSp modSp add mod">
        <pc:chgData name="Catherine Ata" userId="4e21e26771b92a65" providerId="LiveId" clId="{9FDA7C9A-F82E-494F-9180-4A581E902B38}" dt="2024-08-31T00:25:12.762" v="13441" actId="14100"/>
        <pc:sldMkLst>
          <pc:docMk/>
          <pc:sldMk cId="229125954" sldId="335"/>
        </pc:sldMkLst>
        <pc:spChg chg="mod">
          <ac:chgData name="Catherine Ata" userId="4e21e26771b92a65" providerId="LiveId" clId="{9FDA7C9A-F82E-494F-9180-4A581E902B38}" dt="2024-08-31T00:25:12.762" v="13441" actId="14100"/>
          <ac:spMkLst>
            <pc:docMk/>
            <pc:sldMk cId="229125954" sldId="335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29T22:00:30.772" v="1168" actId="478"/>
          <ac:picMkLst>
            <pc:docMk/>
            <pc:sldMk cId="229125954" sldId="335"/>
            <ac:picMk id="5" creationId="{03A0B371-6CB6-A65B-D245-7B1067E95218}"/>
          </ac:picMkLst>
        </pc:picChg>
        <pc:picChg chg="add mod">
          <ac:chgData name="Catherine Ata" userId="4e21e26771b92a65" providerId="LiveId" clId="{9FDA7C9A-F82E-494F-9180-4A581E902B38}" dt="2024-08-29T22:03:31.229" v="1172" actId="1076"/>
          <ac:picMkLst>
            <pc:docMk/>
            <pc:sldMk cId="229125954" sldId="335"/>
            <ac:picMk id="6" creationId="{2C712136-942A-D9D1-C854-E3932CFB539F}"/>
          </ac:picMkLst>
        </pc:picChg>
        <pc:picChg chg="del">
          <ac:chgData name="Catherine Ata" userId="4e21e26771b92a65" providerId="LiveId" clId="{9FDA7C9A-F82E-494F-9180-4A581E902B38}" dt="2024-08-29T22:00:30.772" v="1168" actId="478"/>
          <ac:picMkLst>
            <pc:docMk/>
            <pc:sldMk cId="229125954" sldId="335"/>
            <ac:picMk id="7" creationId="{004DE0E7-7749-593E-FD42-3B62766B6094}"/>
          </ac:picMkLst>
        </pc:picChg>
        <pc:picChg chg="add mod">
          <ac:chgData name="Catherine Ata" userId="4e21e26771b92a65" providerId="LiveId" clId="{9FDA7C9A-F82E-494F-9180-4A581E902B38}" dt="2024-08-29T22:18:12.189" v="1174" actId="1076"/>
          <ac:picMkLst>
            <pc:docMk/>
            <pc:sldMk cId="229125954" sldId="335"/>
            <ac:picMk id="10" creationId="{47535D6F-9BB9-2C0B-1F79-C4D81949E965}"/>
          </ac:picMkLst>
        </pc:picChg>
      </pc:sldChg>
      <pc:sldChg chg="addSp delSp modSp add mod">
        <pc:chgData name="Catherine Ata" userId="4e21e26771b92a65" providerId="LiveId" clId="{9FDA7C9A-F82E-494F-9180-4A581E902B38}" dt="2024-08-29T22:26:26.486" v="1326" actId="1076"/>
        <pc:sldMkLst>
          <pc:docMk/>
          <pc:sldMk cId="1954080308" sldId="336"/>
        </pc:sldMkLst>
        <pc:spChg chg="mod">
          <ac:chgData name="Catherine Ata" userId="4e21e26771b92a65" providerId="LiveId" clId="{9FDA7C9A-F82E-494F-9180-4A581E902B38}" dt="2024-08-29T22:25:10.602" v="1320" actId="20577"/>
          <ac:spMkLst>
            <pc:docMk/>
            <pc:sldMk cId="1954080308" sldId="336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29T22:26:22.508" v="1325" actId="1076"/>
          <ac:picMkLst>
            <pc:docMk/>
            <pc:sldMk cId="1954080308" sldId="336"/>
            <ac:picMk id="5" creationId="{4350BB5C-2355-09E6-E821-C8565313D7D1}"/>
          </ac:picMkLst>
        </pc:picChg>
        <pc:picChg chg="del">
          <ac:chgData name="Catherine Ata" userId="4e21e26771b92a65" providerId="LiveId" clId="{9FDA7C9A-F82E-494F-9180-4A581E902B38}" dt="2024-08-29T22:24:55.420" v="1315" actId="478"/>
          <ac:picMkLst>
            <pc:docMk/>
            <pc:sldMk cId="1954080308" sldId="336"/>
            <ac:picMk id="6" creationId="{2C712136-942A-D9D1-C854-E3932CFB539F}"/>
          </ac:picMkLst>
        </pc:picChg>
        <pc:picChg chg="add mod">
          <ac:chgData name="Catherine Ata" userId="4e21e26771b92a65" providerId="LiveId" clId="{9FDA7C9A-F82E-494F-9180-4A581E902B38}" dt="2024-08-29T22:26:26.486" v="1326" actId="1076"/>
          <ac:picMkLst>
            <pc:docMk/>
            <pc:sldMk cId="1954080308" sldId="336"/>
            <ac:picMk id="9" creationId="{F73D7604-FC23-ABC1-AE32-BED497BEA4CA}"/>
          </ac:picMkLst>
        </pc:picChg>
        <pc:picChg chg="del">
          <ac:chgData name="Catherine Ata" userId="4e21e26771b92a65" providerId="LiveId" clId="{9FDA7C9A-F82E-494F-9180-4A581E902B38}" dt="2024-08-29T22:24:57.087" v="1316" actId="478"/>
          <ac:picMkLst>
            <pc:docMk/>
            <pc:sldMk cId="1954080308" sldId="336"/>
            <ac:picMk id="10" creationId="{47535D6F-9BB9-2C0B-1F79-C4D81949E965}"/>
          </ac:picMkLst>
        </pc:picChg>
      </pc:sldChg>
      <pc:sldChg chg="addSp delSp modSp add mod">
        <pc:chgData name="Catherine Ata" userId="4e21e26771b92a65" providerId="LiveId" clId="{9FDA7C9A-F82E-494F-9180-4A581E902B38}" dt="2024-08-30T00:12:07.469" v="1768" actId="20577"/>
        <pc:sldMkLst>
          <pc:docMk/>
          <pc:sldMk cId="4192197884" sldId="337"/>
        </pc:sldMkLst>
        <pc:spChg chg="mod">
          <ac:chgData name="Catherine Ata" userId="4e21e26771b92a65" providerId="LiveId" clId="{9FDA7C9A-F82E-494F-9180-4A581E902B38}" dt="2024-08-29T22:27:15.409" v="1367" actId="20577"/>
          <ac:spMkLst>
            <pc:docMk/>
            <pc:sldMk cId="4192197884" sldId="337"/>
            <ac:spMk id="2" creationId="{3B3F58F4-F002-0A63-FDA5-2FE8E17AB734}"/>
          </ac:spMkLst>
        </pc:spChg>
        <pc:spChg chg="add">
          <ac:chgData name="Catherine Ata" userId="4e21e26771b92a65" providerId="LiveId" clId="{9FDA7C9A-F82E-494F-9180-4A581E902B38}" dt="2024-08-29T22:27:59.399" v="1368"/>
          <ac:spMkLst>
            <pc:docMk/>
            <pc:sldMk cId="4192197884" sldId="337"/>
            <ac:spMk id="3" creationId="{074AD9C6-F4BE-4EBC-9D82-94AB76ABEBBB}"/>
          </ac:spMkLst>
        </pc:spChg>
        <pc:spChg chg="mod">
          <ac:chgData name="Catherine Ata" userId="4e21e26771b92a65" providerId="LiveId" clId="{9FDA7C9A-F82E-494F-9180-4A581E902B38}" dt="2024-08-30T00:12:07.469" v="1768" actId="20577"/>
          <ac:spMkLst>
            <pc:docMk/>
            <pc:sldMk cId="4192197884" sldId="337"/>
            <ac:spMk id="4" creationId="{CCE1343B-D448-0F3D-2A82-B1953503574C}"/>
          </ac:spMkLst>
        </pc:spChg>
        <pc:spChg chg="add">
          <ac:chgData name="Catherine Ata" userId="4e21e26771b92a65" providerId="LiveId" clId="{9FDA7C9A-F82E-494F-9180-4A581E902B38}" dt="2024-08-29T22:28:09.145" v="1370"/>
          <ac:spMkLst>
            <pc:docMk/>
            <pc:sldMk cId="4192197884" sldId="337"/>
            <ac:spMk id="6" creationId="{C3DBC9E7-9398-7F0D-EC04-92011430386E}"/>
          </ac:spMkLst>
        </pc:spChg>
        <pc:spChg chg="add mod">
          <ac:chgData name="Catherine Ata" userId="4e21e26771b92a65" providerId="LiveId" clId="{9FDA7C9A-F82E-494F-9180-4A581E902B38}" dt="2024-08-30T00:10:31.532" v="1745" actId="14100"/>
          <ac:spMkLst>
            <pc:docMk/>
            <pc:sldMk cId="4192197884" sldId="337"/>
            <ac:spMk id="13" creationId="{C311B161-7115-0370-5D44-D8BCD7934D46}"/>
          </ac:spMkLst>
        </pc:spChg>
        <pc:spChg chg="add mod">
          <ac:chgData name="Catherine Ata" userId="4e21e26771b92a65" providerId="LiveId" clId="{9FDA7C9A-F82E-494F-9180-4A581E902B38}" dt="2024-08-30T00:10:36.176" v="1746" actId="1076"/>
          <ac:spMkLst>
            <pc:docMk/>
            <pc:sldMk cId="4192197884" sldId="337"/>
            <ac:spMk id="14" creationId="{27FC54A4-5077-D0EF-CB19-379400A0FAB8}"/>
          </ac:spMkLst>
        </pc:spChg>
        <pc:spChg chg="add">
          <ac:chgData name="Catherine Ata" userId="4e21e26771b92a65" providerId="LiveId" clId="{9FDA7C9A-F82E-494F-9180-4A581E902B38}" dt="2024-08-29T22:41:53.193" v="1636"/>
          <ac:spMkLst>
            <pc:docMk/>
            <pc:sldMk cId="4192197884" sldId="337"/>
            <ac:spMk id="16" creationId="{774947ED-B043-EDB6-02E7-61DA1862DEC1}"/>
          </ac:spMkLst>
        </pc:spChg>
        <pc:spChg chg="add del mod">
          <ac:chgData name="Catherine Ata" userId="4e21e26771b92a65" providerId="LiveId" clId="{9FDA7C9A-F82E-494F-9180-4A581E902B38}" dt="2024-08-29T22:44:55.424" v="1683"/>
          <ac:spMkLst>
            <pc:docMk/>
            <pc:sldMk cId="4192197884" sldId="337"/>
            <ac:spMk id="17" creationId="{0FA86EEB-32B5-3601-D500-18EAF0E5AB44}"/>
          </ac:spMkLst>
        </pc:spChg>
        <pc:spChg chg="add mod">
          <ac:chgData name="Catherine Ata" userId="4e21e26771b92a65" providerId="LiveId" clId="{9FDA7C9A-F82E-494F-9180-4A581E902B38}" dt="2024-08-30T00:11:07.018" v="1749" actId="1076"/>
          <ac:spMkLst>
            <pc:docMk/>
            <pc:sldMk cId="4192197884" sldId="337"/>
            <ac:spMk id="18" creationId="{572AC589-34BE-0E4F-EF69-AE93C34C421A}"/>
          </ac:spMkLst>
        </pc:spChg>
        <pc:graphicFrameChg chg="add mod">
          <ac:chgData name="Catherine Ata" userId="4e21e26771b92a65" providerId="LiveId" clId="{9FDA7C9A-F82E-494F-9180-4A581E902B38}" dt="2024-08-29T22:37:38.143" v="1613"/>
          <ac:graphicFrameMkLst>
            <pc:docMk/>
            <pc:sldMk cId="4192197884" sldId="337"/>
            <ac:graphicFrameMk id="15" creationId="{2CDF2B42-63A9-27D5-96E7-E98E330D0206}"/>
          </ac:graphicFrameMkLst>
        </pc:graphicFrameChg>
        <pc:picChg chg="del">
          <ac:chgData name="Catherine Ata" userId="4e21e26771b92a65" providerId="LiveId" clId="{9FDA7C9A-F82E-494F-9180-4A581E902B38}" dt="2024-08-29T22:28:32.103" v="1373" actId="478"/>
          <ac:picMkLst>
            <pc:docMk/>
            <pc:sldMk cId="4192197884" sldId="337"/>
            <ac:picMk id="5" creationId="{4350BB5C-2355-09E6-E821-C8565313D7D1}"/>
          </ac:picMkLst>
        </pc:picChg>
        <pc:picChg chg="del">
          <ac:chgData name="Catherine Ata" userId="4e21e26771b92a65" providerId="LiveId" clId="{9FDA7C9A-F82E-494F-9180-4A581E902B38}" dt="2024-08-29T22:28:33.705" v="1374" actId="478"/>
          <ac:picMkLst>
            <pc:docMk/>
            <pc:sldMk cId="4192197884" sldId="337"/>
            <ac:picMk id="9" creationId="{F73D7604-FC23-ABC1-AE32-BED497BEA4CA}"/>
          </ac:picMkLst>
        </pc:picChg>
        <pc:picChg chg="add mod">
          <ac:chgData name="Catherine Ata" userId="4e21e26771b92a65" providerId="LiveId" clId="{9FDA7C9A-F82E-494F-9180-4A581E902B38}" dt="2024-08-30T00:11:00.370" v="1747" actId="1076"/>
          <ac:picMkLst>
            <pc:docMk/>
            <pc:sldMk cId="4192197884" sldId="337"/>
            <ac:picMk id="10" creationId="{C547E53C-B08C-17CB-F5F2-C23D94CB4DE1}"/>
          </ac:picMkLst>
        </pc:picChg>
        <pc:picChg chg="add mod">
          <ac:chgData name="Catherine Ata" userId="4e21e26771b92a65" providerId="LiveId" clId="{9FDA7C9A-F82E-494F-9180-4A581E902B38}" dt="2024-08-30T00:11:01.485" v="1748" actId="1076"/>
          <ac:picMkLst>
            <pc:docMk/>
            <pc:sldMk cId="4192197884" sldId="337"/>
            <ac:picMk id="12" creationId="{74198106-A3D8-16FD-2B1C-7127F93644EB}"/>
          </ac:picMkLst>
        </pc:picChg>
      </pc:sldChg>
      <pc:sldChg chg="addSp delSp modSp add mod">
        <pc:chgData name="Catherine Ata" userId="4e21e26771b92a65" providerId="LiveId" clId="{9FDA7C9A-F82E-494F-9180-4A581E902B38}" dt="2024-08-30T00:15:22.305" v="1790" actId="1076"/>
        <pc:sldMkLst>
          <pc:docMk/>
          <pc:sldMk cId="4045708125" sldId="338"/>
        </pc:sldMkLst>
        <pc:spChg chg="mod">
          <ac:chgData name="Catherine Ata" userId="4e21e26771b92a65" providerId="LiveId" clId="{9FDA7C9A-F82E-494F-9180-4A581E902B38}" dt="2024-08-30T00:13:41.950" v="1780" actId="20577"/>
          <ac:spMkLst>
            <pc:docMk/>
            <pc:sldMk cId="4045708125" sldId="338"/>
            <ac:spMk id="4" creationId="{CCE1343B-D448-0F3D-2A82-B1953503574C}"/>
          </ac:spMkLst>
        </pc:spChg>
        <pc:spChg chg="del">
          <ac:chgData name="Catherine Ata" userId="4e21e26771b92a65" providerId="LiveId" clId="{9FDA7C9A-F82E-494F-9180-4A581E902B38}" dt="2024-08-30T00:15:06.532" v="1787" actId="478"/>
          <ac:spMkLst>
            <pc:docMk/>
            <pc:sldMk cId="4045708125" sldId="338"/>
            <ac:spMk id="13" creationId="{C311B161-7115-0370-5D44-D8BCD7934D46}"/>
          </ac:spMkLst>
        </pc:spChg>
        <pc:spChg chg="del">
          <ac:chgData name="Catherine Ata" userId="4e21e26771b92a65" providerId="LiveId" clId="{9FDA7C9A-F82E-494F-9180-4A581E902B38}" dt="2024-08-30T00:15:06.532" v="1787" actId="478"/>
          <ac:spMkLst>
            <pc:docMk/>
            <pc:sldMk cId="4045708125" sldId="338"/>
            <ac:spMk id="14" creationId="{27FC54A4-5077-D0EF-CB19-379400A0FAB8}"/>
          </ac:spMkLst>
        </pc:spChg>
        <pc:spChg chg="del">
          <ac:chgData name="Catherine Ata" userId="4e21e26771b92a65" providerId="LiveId" clId="{9FDA7C9A-F82E-494F-9180-4A581E902B38}" dt="2024-08-30T00:15:06.532" v="1787" actId="478"/>
          <ac:spMkLst>
            <pc:docMk/>
            <pc:sldMk cId="4045708125" sldId="338"/>
            <ac:spMk id="18" creationId="{572AC589-34BE-0E4F-EF69-AE93C34C421A}"/>
          </ac:spMkLst>
        </pc:spChg>
        <pc:picChg chg="add mod">
          <ac:chgData name="Catherine Ata" userId="4e21e26771b92a65" providerId="LiveId" clId="{9FDA7C9A-F82E-494F-9180-4A581E902B38}" dt="2024-08-30T00:15:20.311" v="1789" actId="1076"/>
          <ac:picMkLst>
            <pc:docMk/>
            <pc:sldMk cId="4045708125" sldId="338"/>
            <ac:picMk id="5" creationId="{4C2320DA-6395-208D-4D7E-F246F58B6737}"/>
          </ac:picMkLst>
        </pc:picChg>
        <pc:picChg chg="add mod">
          <ac:chgData name="Catherine Ata" userId="4e21e26771b92a65" providerId="LiveId" clId="{9FDA7C9A-F82E-494F-9180-4A581E902B38}" dt="2024-08-30T00:15:22.305" v="1790" actId="1076"/>
          <ac:picMkLst>
            <pc:docMk/>
            <pc:sldMk cId="4045708125" sldId="338"/>
            <ac:picMk id="7" creationId="{872F8713-BE54-0BBB-1201-C6E7C1ACD401}"/>
          </ac:picMkLst>
        </pc:picChg>
        <pc:picChg chg="del">
          <ac:chgData name="Catherine Ata" userId="4e21e26771b92a65" providerId="LiveId" clId="{9FDA7C9A-F82E-494F-9180-4A581E902B38}" dt="2024-08-30T00:12:30.803" v="1776" actId="478"/>
          <ac:picMkLst>
            <pc:docMk/>
            <pc:sldMk cId="4045708125" sldId="338"/>
            <ac:picMk id="10" creationId="{C547E53C-B08C-17CB-F5F2-C23D94CB4DE1}"/>
          </ac:picMkLst>
        </pc:picChg>
        <pc:picChg chg="del">
          <ac:chgData name="Catherine Ata" userId="4e21e26771b92a65" providerId="LiveId" clId="{9FDA7C9A-F82E-494F-9180-4A581E902B38}" dt="2024-08-30T00:12:30.803" v="1776" actId="478"/>
          <ac:picMkLst>
            <pc:docMk/>
            <pc:sldMk cId="4045708125" sldId="338"/>
            <ac:picMk id="12" creationId="{74198106-A3D8-16FD-2B1C-7127F93644EB}"/>
          </ac:picMkLst>
        </pc:picChg>
      </pc:sldChg>
      <pc:sldChg chg="addSp delSp modSp add mod">
        <pc:chgData name="Catherine Ata" userId="4e21e26771b92a65" providerId="LiveId" clId="{9FDA7C9A-F82E-494F-9180-4A581E902B38}" dt="2024-08-30T00:49:42.533" v="2052" actId="1076"/>
        <pc:sldMkLst>
          <pc:docMk/>
          <pc:sldMk cId="499080208" sldId="339"/>
        </pc:sldMkLst>
        <pc:spChg chg="mod">
          <ac:chgData name="Catherine Ata" userId="4e21e26771b92a65" providerId="LiveId" clId="{9FDA7C9A-F82E-494F-9180-4A581E902B38}" dt="2024-08-30T00:49:40.352" v="2051" actId="14100"/>
          <ac:spMkLst>
            <pc:docMk/>
            <pc:sldMk cId="499080208" sldId="339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30T00:44:32.471" v="1864" actId="478"/>
          <ac:picMkLst>
            <pc:docMk/>
            <pc:sldMk cId="499080208" sldId="339"/>
            <ac:picMk id="5" creationId="{4C2320DA-6395-208D-4D7E-F246F58B6737}"/>
          </ac:picMkLst>
        </pc:picChg>
        <pc:picChg chg="add mod">
          <ac:chgData name="Catherine Ata" userId="4e21e26771b92a65" providerId="LiveId" clId="{9FDA7C9A-F82E-494F-9180-4A581E902B38}" dt="2024-08-30T00:49:42.533" v="2052" actId="1076"/>
          <ac:picMkLst>
            <pc:docMk/>
            <pc:sldMk cId="499080208" sldId="339"/>
            <ac:picMk id="6" creationId="{177383A4-E933-65D6-BD57-80E9EF1D67F5}"/>
          </ac:picMkLst>
        </pc:picChg>
        <pc:picChg chg="del">
          <ac:chgData name="Catherine Ata" userId="4e21e26771b92a65" providerId="LiveId" clId="{9FDA7C9A-F82E-494F-9180-4A581E902B38}" dt="2024-08-30T00:44:32.471" v="1864" actId="478"/>
          <ac:picMkLst>
            <pc:docMk/>
            <pc:sldMk cId="499080208" sldId="339"/>
            <ac:picMk id="7" creationId="{872F8713-BE54-0BBB-1201-C6E7C1ACD401}"/>
          </ac:picMkLst>
        </pc:picChg>
      </pc:sldChg>
      <pc:sldChg chg="addSp delSp modSp add mod">
        <pc:chgData name="Catherine Ata" userId="4e21e26771b92a65" providerId="LiveId" clId="{9FDA7C9A-F82E-494F-9180-4A581E902B38}" dt="2024-08-30T01:33:35.541" v="2417"/>
        <pc:sldMkLst>
          <pc:docMk/>
          <pc:sldMk cId="2303520306" sldId="340"/>
        </pc:sldMkLst>
        <pc:spChg chg="mod">
          <ac:chgData name="Catherine Ata" userId="4e21e26771b92a65" providerId="LiveId" clId="{9FDA7C9A-F82E-494F-9180-4A581E902B38}" dt="2024-08-30T00:52:47.860" v="2092" actId="20577"/>
          <ac:spMkLst>
            <pc:docMk/>
            <pc:sldMk cId="2303520306" sldId="340"/>
            <ac:spMk id="2" creationId="{3B3F58F4-F002-0A63-FDA5-2FE8E17AB734}"/>
          </ac:spMkLst>
        </pc:spChg>
        <pc:spChg chg="add del mod">
          <ac:chgData name="Catherine Ata" userId="4e21e26771b92a65" providerId="LiveId" clId="{9FDA7C9A-F82E-494F-9180-4A581E902B38}" dt="2024-08-30T01:30:51.031" v="2403" actId="20577"/>
          <ac:spMkLst>
            <pc:docMk/>
            <pc:sldMk cId="2303520306" sldId="340"/>
            <ac:spMk id="4" creationId="{CCE1343B-D448-0F3D-2A82-B1953503574C}"/>
          </ac:spMkLst>
        </pc:spChg>
        <pc:spChg chg="add del mod">
          <ac:chgData name="Catherine Ata" userId="4e21e26771b92a65" providerId="LiveId" clId="{9FDA7C9A-F82E-494F-9180-4A581E902B38}" dt="2024-08-30T00:55:34.305" v="2255" actId="478"/>
          <ac:spMkLst>
            <pc:docMk/>
            <pc:sldMk cId="2303520306" sldId="340"/>
            <ac:spMk id="5" creationId="{A8CD79C3-057F-D703-A44B-5714FE111502}"/>
          </ac:spMkLst>
        </pc:spChg>
        <pc:spChg chg="add del mod">
          <ac:chgData name="Catherine Ata" userId="4e21e26771b92a65" providerId="LiveId" clId="{9FDA7C9A-F82E-494F-9180-4A581E902B38}" dt="2024-08-30T01:33:35.541" v="2417"/>
          <ac:spMkLst>
            <pc:docMk/>
            <pc:sldMk cId="2303520306" sldId="340"/>
            <ac:spMk id="10" creationId="{B8C75A79-FE13-B648-0E3C-72F0670BA116}"/>
          </ac:spMkLst>
        </pc:spChg>
        <pc:picChg chg="add del mod">
          <ac:chgData name="Catherine Ata" userId="4e21e26771b92a65" providerId="LiveId" clId="{9FDA7C9A-F82E-494F-9180-4A581E902B38}" dt="2024-08-30T00:55:39.035" v="2257" actId="478"/>
          <ac:picMkLst>
            <pc:docMk/>
            <pc:sldMk cId="2303520306" sldId="340"/>
            <ac:picMk id="6" creationId="{177383A4-E933-65D6-BD57-80E9EF1D67F5}"/>
          </ac:picMkLst>
        </pc:picChg>
        <pc:picChg chg="add mod">
          <ac:chgData name="Catherine Ata" userId="4e21e26771b92a65" providerId="LiveId" clId="{9FDA7C9A-F82E-494F-9180-4A581E902B38}" dt="2024-08-30T01:33:12.100" v="2411" actId="1076"/>
          <ac:picMkLst>
            <pc:docMk/>
            <pc:sldMk cId="2303520306" sldId="340"/>
            <ac:picMk id="9" creationId="{57B592C7-272B-16AA-5A54-4C92E3B56BCB}"/>
          </ac:picMkLst>
        </pc:picChg>
        <pc:picChg chg="add del mod">
          <ac:chgData name="Catherine Ata" userId="4e21e26771b92a65" providerId="LiveId" clId="{9FDA7C9A-F82E-494F-9180-4A581E902B38}" dt="2024-08-30T01:33:05.358" v="2408" actId="21"/>
          <ac:picMkLst>
            <pc:docMk/>
            <pc:sldMk cId="2303520306" sldId="340"/>
            <ac:picMk id="11" creationId="{3553398E-7653-EDD1-23DC-3D5E4557269D}"/>
          </ac:picMkLst>
        </pc:picChg>
      </pc:sldChg>
      <pc:sldChg chg="addSp delSp modSp add mod ord">
        <pc:chgData name="Catherine Ata" userId="4e21e26771b92a65" providerId="LiveId" clId="{9FDA7C9A-F82E-494F-9180-4A581E902B38}" dt="2024-08-30T02:07:39.267" v="3511" actId="1076"/>
        <pc:sldMkLst>
          <pc:docMk/>
          <pc:sldMk cId="1286142255" sldId="341"/>
        </pc:sldMkLst>
        <pc:spChg chg="mod">
          <ac:chgData name="Catherine Ata" userId="4e21e26771b92a65" providerId="LiveId" clId="{9FDA7C9A-F82E-494F-9180-4A581E902B38}" dt="2024-08-30T02:06:51.816" v="3481"/>
          <ac:spMkLst>
            <pc:docMk/>
            <pc:sldMk cId="1286142255" sldId="341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0T02:07:30.480" v="3510" actId="20577"/>
          <ac:spMkLst>
            <pc:docMk/>
            <pc:sldMk cId="1286142255" sldId="341"/>
            <ac:spMk id="4" creationId="{CCE1343B-D448-0F3D-2A82-B1953503574C}"/>
          </ac:spMkLst>
        </pc:spChg>
        <pc:spChg chg="del mod">
          <ac:chgData name="Catherine Ata" userId="4e21e26771b92a65" providerId="LiveId" clId="{9FDA7C9A-F82E-494F-9180-4A581E902B38}" dt="2024-08-30T01:47:20.202" v="2714" actId="478"/>
          <ac:spMkLst>
            <pc:docMk/>
            <pc:sldMk cId="1286142255" sldId="341"/>
            <ac:spMk id="10" creationId="{B8C75A79-FE13-B648-0E3C-72F0670BA116}"/>
          </ac:spMkLst>
        </pc:spChg>
        <pc:spChg chg="add mod">
          <ac:chgData name="Catherine Ata" userId="4e21e26771b92a65" providerId="LiveId" clId="{9FDA7C9A-F82E-494F-9180-4A581E902B38}" dt="2024-08-30T02:07:39.267" v="3511" actId="1076"/>
          <ac:spMkLst>
            <pc:docMk/>
            <pc:sldMk cId="1286142255" sldId="341"/>
            <ac:spMk id="14" creationId="{F9A52406-8C43-797A-2FFA-2F2482CAF289}"/>
          </ac:spMkLst>
        </pc:spChg>
        <pc:picChg chg="add del mod">
          <ac:chgData name="Catherine Ata" userId="4e21e26771b92a65" providerId="LiveId" clId="{9FDA7C9A-F82E-494F-9180-4A581E902B38}" dt="2024-08-30T01:30:18.532" v="2392" actId="21"/>
          <ac:picMkLst>
            <pc:docMk/>
            <pc:sldMk cId="1286142255" sldId="341"/>
            <ac:picMk id="5" creationId="{3553398E-7653-EDD1-23DC-3D5E4557269D}"/>
          </ac:picMkLst>
        </pc:picChg>
        <pc:picChg chg="add del mod">
          <ac:chgData name="Catherine Ata" userId="4e21e26771b92a65" providerId="LiveId" clId="{9FDA7C9A-F82E-494F-9180-4A581E902B38}" dt="2024-08-30T01:53:36.688" v="2950" actId="478"/>
          <ac:picMkLst>
            <pc:docMk/>
            <pc:sldMk cId="1286142255" sldId="341"/>
            <ac:picMk id="7" creationId="{E4B258B5-1F4D-8C51-CDFF-86BAE31296E6}"/>
          </ac:picMkLst>
        </pc:picChg>
        <pc:picChg chg="del">
          <ac:chgData name="Catherine Ata" userId="4e21e26771b92a65" providerId="LiveId" clId="{9FDA7C9A-F82E-494F-9180-4A581E902B38}" dt="2024-08-30T01:29:17.326" v="2384" actId="478"/>
          <ac:picMkLst>
            <pc:docMk/>
            <pc:sldMk cId="1286142255" sldId="341"/>
            <ac:picMk id="9" creationId="{57B592C7-272B-16AA-5A54-4C92E3B56BCB}"/>
          </ac:picMkLst>
        </pc:picChg>
        <pc:picChg chg="add del mod">
          <ac:chgData name="Catherine Ata" userId="4e21e26771b92a65" providerId="LiveId" clId="{9FDA7C9A-F82E-494F-9180-4A581E902B38}" dt="2024-08-30T01:53:36.688" v="2950" actId="478"/>
          <ac:picMkLst>
            <pc:docMk/>
            <pc:sldMk cId="1286142255" sldId="341"/>
            <ac:picMk id="11" creationId="{3553398E-7653-EDD1-23DC-3D5E4557269D}"/>
          </ac:picMkLst>
        </pc:picChg>
        <pc:picChg chg="add del mod">
          <ac:chgData name="Catherine Ata" userId="4e21e26771b92a65" providerId="LiveId" clId="{9FDA7C9A-F82E-494F-9180-4A581E902B38}" dt="2024-08-30T01:53:36.688" v="2950" actId="478"/>
          <ac:picMkLst>
            <pc:docMk/>
            <pc:sldMk cId="1286142255" sldId="341"/>
            <ac:picMk id="13" creationId="{908E2CB3-4FF6-2642-F22D-DE7A865D93CC}"/>
          </ac:picMkLst>
        </pc:picChg>
      </pc:sldChg>
      <pc:sldChg chg="addSp delSp modSp add mod">
        <pc:chgData name="Catherine Ata" userId="4e21e26771b92a65" providerId="LiveId" clId="{9FDA7C9A-F82E-494F-9180-4A581E902B38}" dt="2024-08-30T02:06:39.743" v="3480" actId="20577"/>
        <pc:sldMkLst>
          <pc:docMk/>
          <pc:sldMk cId="4270623886" sldId="342"/>
        </pc:sldMkLst>
        <pc:spChg chg="mod">
          <ac:chgData name="Catherine Ata" userId="4e21e26771b92a65" providerId="LiveId" clId="{9FDA7C9A-F82E-494F-9180-4A581E902B38}" dt="2024-08-30T02:06:39.743" v="3480" actId="20577"/>
          <ac:spMkLst>
            <pc:docMk/>
            <pc:sldMk cId="4270623886" sldId="342"/>
            <ac:spMk id="2" creationId="{3B3F58F4-F002-0A63-FDA5-2FE8E17AB734}"/>
          </ac:spMkLst>
        </pc:spChg>
        <pc:spChg chg="add mod">
          <ac:chgData name="Catherine Ata" userId="4e21e26771b92a65" providerId="LiveId" clId="{9FDA7C9A-F82E-494F-9180-4A581E902B38}" dt="2024-08-30T01:45:51.885" v="2696" actId="1076"/>
          <ac:spMkLst>
            <pc:docMk/>
            <pc:sldMk cId="4270623886" sldId="342"/>
            <ac:spMk id="3" creationId="{EF62F024-048C-E132-6ECB-F1D23CD0BF2A}"/>
          </ac:spMkLst>
        </pc:spChg>
        <pc:spChg chg="mod">
          <ac:chgData name="Catherine Ata" userId="4e21e26771b92a65" providerId="LiveId" clId="{9FDA7C9A-F82E-494F-9180-4A581E902B38}" dt="2024-08-30T01:44:57.675" v="2685" actId="21"/>
          <ac:spMkLst>
            <pc:docMk/>
            <pc:sldMk cId="4270623886" sldId="342"/>
            <ac:spMk id="4" creationId="{CCE1343B-D448-0F3D-2A82-B1953503574C}"/>
          </ac:spMkLst>
        </pc:spChg>
        <pc:spChg chg="add mod">
          <ac:chgData name="Catherine Ata" userId="4e21e26771b92a65" providerId="LiveId" clId="{9FDA7C9A-F82E-494F-9180-4A581E902B38}" dt="2024-08-30T01:47:00.789" v="2711" actId="1076"/>
          <ac:spMkLst>
            <pc:docMk/>
            <pc:sldMk cId="4270623886" sldId="342"/>
            <ac:spMk id="5" creationId="{BA95FC9F-F593-0F7D-87E5-B56978BA6FF8}"/>
          </ac:spMkLst>
        </pc:spChg>
        <pc:spChg chg="add mod">
          <ac:chgData name="Catherine Ata" userId="4e21e26771b92a65" providerId="LiveId" clId="{9FDA7C9A-F82E-494F-9180-4A581E902B38}" dt="2024-08-30T01:47:09.017" v="2713" actId="1076"/>
          <ac:spMkLst>
            <pc:docMk/>
            <pc:sldMk cId="4270623886" sldId="342"/>
            <ac:spMk id="6" creationId="{80A80128-ECC7-B187-8ED0-A7CB8836AAB1}"/>
          </ac:spMkLst>
        </pc:spChg>
        <pc:spChg chg="del">
          <ac:chgData name="Catherine Ata" userId="4e21e26771b92a65" providerId="LiveId" clId="{9FDA7C9A-F82E-494F-9180-4A581E902B38}" dt="2024-08-30T01:46:39.539" v="2708" actId="478"/>
          <ac:spMkLst>
            <pc:docMk/>
            <pc:sldMk cId="4270623886" sldId="342"/>
            <ac:spMk id="10" creationId="{B8C75A79-FE13-B648-0E3C-72F0670BA116}"/>
          </ac:spMkLst>
        </pc:spChg>
        <pc:picChg chg="mod">
          <ac:chgData name="Catherine Ata" userId="4e21e26771b92a65" providerId="LiveId" clId="{9FDA7C9A-F82E-494F-9180-4A581E902B38}" dt="2024-08-30T01:46:29.183" v="2706" actId="1076"/>
          <ac:picMkLst>
            <pc:docMk/>
            <pc:sldMk cId="4270623886" sldId="342"/>
            <ac:picMk id="7" creationId="{E4B258B5-1F4D-8C51-CDFF-86BAE31296E6}"/>
          </ac:picMkLst>
        </pc:picChg>
        <pc:picChg chg="mod">
          <ac:chgData name="Catherine Ata" userId="4e21e26771b92a65" providerId="LiveId" clId="{9FDA7C9A-F82E-494F-9180-4A581E902B38}" dt="2024-08-30T01:45:53.766" v="2697" actId="1076"/>
          <ac:picMkLst>
            <pc:docMk/>
            <pc:sldMk cId="4270623886" sldId="342"/>
            <ac:picMk id="11" creationId="{3553398E-7653-EDD1-23DC-3D5E4557269D}"/>
          </ac:picMkLst>
        </pc:picChg>
        <pc:picChg chg="mod">
          <ac:chgData name="Catherine Ata" userId="4e21e26771b92a65" providerId="LiveId" clId="{9FDA7C9A-F82E-494F-9180-4A581E902B38}" dt="2024-08-30T01:47:05.768" v="2712" actId="1076"/>
          <ac:picMkLst>
            <pc:docMk/>
            <pc:sldMk cId="4270623886" sldId="342"/>
            <ac:picMk id="13" creationId="{908E2CB3-4FF6-2642-F22D-DE7A865D93CC}"/>
          </ac:picMkLst>
        </pc:picChg>
      </pc:sldChg>
      <pc:sldChg chg="addSp delSp modSp add mod">
        <pc:chgData name="Catherine Ata" userId="4e21e26771b92a65" providerId="LiveId" clId="{9FDA7C9A-F82E-494F-9180-4A581E902B38}" dt="2024-08-30T16:21:45.896" v="4513" actId="20577"/>
        <pc:sldMkLst>
          <pc:docMk/>
          <pc:sldMk cId="19868832" sldId="343"/>
        </pc:sldMkLst>
        <pc:spChg chg="mod">
          <ac:chgData name="Catherine Ata" userId="4e21e26771b92a65" providerId="LiveId" clId="{9FDA7C9A-F82E-494F-9180-4A581E902B38}" dt="2024-08-30T02:24:30.266" v="3846" actId="14100"/>
          <ac:spMkLst>
            <pc:docMk/>
            <pc:sldMk cId="19868832" sldId="343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0T16:21:45.896" v="4513" actId="20577"/>
          <ac:spMkLst>
            <pc:docMk/>
            <pc:sldMk cId="19868832" sldId="343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30T16:18:55.884" v="4420" actId="1076"/>
          <ac:picMkLst>
            <pc:docMk/>
            <pc:sldMk cId="19868832" sldId="343"/>
            <ac:picMk id="3" creationId="{9C499CFF-403F-1323-5886-D7EEC4189C43}"/>
          </ac:picMkLst>
        </pc:picChg>
        <pc:picChg chg="add del mod">
          <ac:chgData name="Catherine Ata" userId="4e21e26771b92a65" providerId="LiveId" clId="{9FDA7C9A-F82E-494F-9180-4A581E902B38}" dt="2024-08-30T02:18:53.938" v="3698" actId="478"/>
          <ac:picMkLst>
            <pc:docMk/>
            <pc:sldMk cId="19868832" sldId="343"/>
            <ac:picMk id="5" creationId="{778E45EA-27F2-53CE-E8C7-F78DD8B93A25}"/>
          </ac:picMkLst>
        </pc:picChg>
        <pc:picChg chg="add del mod">
          <ac:chgData name="Catherine Ata" userId="4e21e26771b92a65" providerId="LiveId" clId="{9FDA7C9A-F82E-494F-9180-4A581E902B38}" dt="2024-08-30T02:18:50.723" v="3697" actId="478"/>
          <ac:picMkLst>
            <pc:docMk/>
            <pc:sldMk cId="19868832" sldId="343"/>
            <ac:picMk id="7" creationId="{77F739B2-0E96-6ED9-D3A7-1D9054E56188}"/>
          </ac:picMkLst>
        </pc:picChg>
        <pc:picChg chg="del">
          <ac:chgData name="Catherine Ata" userId="4e21e26771b92a65" providerId="LiveId" clId="{9FDA7C9A-F82E-494F-9180-4A581E902B38}" dt="2024-08-30T02:08:48.448" v="3581" actId="478"/>
          <ac:picMkLst>
            <pc:docMk/>
            <pc:sldMk cId="19868832" sldId="343"/>
            <ac:picMk id="9" creationId="{57B592C7-272B-16AA-5A54-4C92E3B56BCB}"/>
          </ac:picMkLst>
        </pc:picChg>
        <pc:picChg chg="add del mod">
          <ac:chgData name="Catherine Ata" userId="4e21e26771b92a65" providerId="LiveId" clId="{9FDA7C9A-F82E-494F-9180-4A581E902B38}" dt="2024-08-30T02:18:50.723" v="3697" actId="478"/>
          <ac:picMkLst>
            <pc:docMk/>
            <pc:sldMk cId="19868832" sldId="343"/>
            <ac:picMk id="11" creationId="{D03181D5-0263-D008-49B4-C5CD7AAB0B68}"/>
          </ac:picMkLst>
        </pc:picChg>
        <pc:picChg chg="add mod">
          <ac:chgData name="Catherine Ata" userId="4e21e26771b92a65" providerId="LiveId" clId="{9FDA7C9A-F82E-494F-9180-4A581E902B38}" dt="2024-08-30T16:18:57.933" v="4421" actId="1076"/>
          <ac:picMkLst>
            <pc:docMk/>
            <pc:sldMk cId="19868832" sldId="343"/>
            <ac:picMk id="13" creationId="{67C45226-4C6F-16D5-C60B-3DA261549034}"/>
          </ac:picMkLst>
        </pc:picChg>
      </pc:sldChg>
      <pc:sldChg chg="modSp add mod ord">
        <pc:chgData name="Catherine Ata" userId="4e21e26771b92a65" providerId="LiveId" clId="{9FDA7C9A-F82E-494F-9180-4A581E902B38}" dt="2024-08-30T16:13:45.050" v="4353" actId="20577"/>
        <pc:sldMkLst>
          <pc:docMk/>
          <pc:sldMk cId="793246469" sldId="344"/>
        </pc:sldMkLst>
        <pc:spChg chg="mod">
          <ac:chgData name="Catherine Ata" userId="4e21e26771b92a65" providerId="LiveId" clId="{9FDA7C9A-F82E-494F-9180-4A581E902B38}" dt="2024-08-30T16:13:45.050" v="4353" actId="20577"/>
          <ac:spMkLst>
            <pc:docMk/>
            <pc:sldMk cId="793246469" sldId="344"/>
            <ac:spMk id="4" creationId="{CCE1343B-D448-0F3D-2A82-B1953503574C}"/>
          </ac:spMkLst>
        </pc:spChg>
        <pc:picChg chg="mod">
          <ac:chgData name="Catherine Ata" userId="4e21e26771b92a65" providerId="LiveId" clId="{9FDA7C9A-F82E-494F-9180-4A581E902B38}" dt="2024-08-30T16:13:27.194" v="4348" actId="1076"/>
          <ac:picMkLst>
            <pc:docMk/>
            <pc:sldMk cId="793246469" sldId="344"/>
            <ac:picMk id="5" creationId="{778E45EA-27F2-53CE-E8C7-F78DD8B93A25}"/>
          </ac:picMkLst>
        </pc:picChg>
        <pc:picChg chg="mod">
          <ac:chgData name="Catherine Ata" userId="4e21e26771b92a65" providerId="LiveId" clId="{9FDA7C9A-F82E-494F-9180-4A581E902B38}" dt="2024-08-30T16:13:32.980" v="4349" actId="1076"/>
          <ac:picMkLst>
            <pc:docMk/>
            <pc:sldMk cId="793246469" sldId="344"/>
            <ac:picMk id="7" creationId="{77F739B2-0E96-6ED9-D3A7-1D9054E56188}"/>
          </ac:picMkLst>
        </pc:picChg>
        <pc:picChg chg="mod">
          <ac:chgData name="Catherine Ata" userId="4e21e26771b92a65" providerId="LiveId" clId="{9FDA7C9A-F82E-494F-9180-4A581E902B38}" dt="2024-08-30T16:13:24.464" v="4347" actId="1076"/>
          <ac:picMkLst>
            <pc:docMk/>
            <pc:sldMk cId="793246469" sldId="344"/>
            <ac:picMk id="11" creationId="{D03181D5-0263-D008-49B4-C5CD7AAB0B68}"/>
          </ac:picMkLst>
        </pc:picChg>
      </pc:sldChg>
      <pc:sldChg chg="addSp delSp modSp add mod">
        <pc:chgData name="Catherine Ata" userId="4e21e26771b92a65" providerId="LiveId" clId="{9FDA7C9A-F82E-494F-9180-4A581E902B38}" dt="2024-08-30T16:21:54.064" v="4522" actId="20577"/>
        <pc:sldMkLst>
          <pc:docMk/>
          <pc:sldMk cId="670357030" sldId="345"/>
        </pc:sldMkLst>
        <pc:spChg chg="mod">
          <ac:chgData name="Catherine Ata" userId="4e21e26771b92a65" providerId="LiveId" clId="{9FDA7C9A-F82E-494F-9180-4A581E902B38}" dt="2024-08-30T16:21:54.064" v="4522" actId="20577"/>
          <ac:spMkLst>
            <pc:docMk/>
            <pc:sldMk cId="670357030" sldId="345"/>
            <ac:spMk id="4" creationId="{CCE1343B-D448-0F3D-2A82-B1953503574C}"/>
          </ac:spMkLst>
        </pc:spChg>
        <pc:spChg chg="add mod">
          <ac:chgData name="Catherine Ata" userId="4e21e26771b92a65" providerId="LiveId" clId="{9FDA7C9A-F82E-494F-9180-4A581E902B38}" dt="2024-08-30T16:20:40.445" v="4491" actId="14100"/>
          <ac:spMkLst>
            <pc:docMk/>
            <pc:sldMk cId="670357030" sldId="345"/>
            <ac:spMk id="11" creationId="{E83CEB42-3751-330F-6F17-E383FF0DD115}"/>
          </ac:spMkLst>
        </pc:spChg>
        <pc:picChg chg="add del mod">
          <ac:chgData name="Catherine Ata" userId="4e21e26771b92a65" providerId="LiveId" clId="{9FDA7C9A-F82E-494F-9180-4A581E902B38}" dt="2024-08-30T16:19:09.769" v="4423" actId="478"/>
          <ac:picMkLst>
            <pc:docMk/>
            <pc:sldMk cId="670357030" sldId="345"/>
            <ac:picMk id="5" creationId="{3F84C2BA-437B-77D1-62CD-4965464B00CE}"/>
          </ac:picMkLst>
        </pc:picChg>
        <pc:picChg chg="add mod modCrop">
          <ac:chgData name="Catherine Ata" userId="4e21e26771b92a65" providerId="LiveId" clId="{9FDA7C9A-F82E-494F-9180-4A581E902B38}" dt="2024-08-30T16:20:23.191" v="4488" actId="1076"/>
          <ac:picMkLst>
            <pc:docMk/>
            <pc:sldMk cId="670357030" sldId="345"/>
            <ac:picMk id="7" creationId="{2DEF73BE-37F6-6677-8B4C-1A68ABA51742}"/>
          </ac:picMkLst>
        </pc:picChg>
        <pc:picChg chg="add mod">
          <ac:chgData name="Catherine Ata" userId="4e21e26771b92a65" providerId="LiveId" clId="{9FDA7C9A-F82E-494F-9180-4A581E902B38}" dt="2024-08-30T16:21:00.189" v="4494" actId="1076"/>
          <ac:picMkLst>
            <pc:docMk/>
            <pc:sldMk cId="670357030" sldId="345"/>
            <ac:picMk id="10" creationId="{34FC7240-A2AF-4D06-A985-83074ED3370E}"/>
          </ac:picMkLst>
        </pc:picChg>
        <pc:picChg chg="del">
          <ac:chgData name="Catherine Ata" userId="4e21e26771b92a65" providerId="LiveId" clId="{9FDA7C9A-F82E-494F-9180-4A581E902B38}" dt="2024-08-30T02:26:37.555" v="3878" actId="478"/>
          <ac:picMkLst>
            <pc:docMk/>
            <pc:sldMk cId="670357030" sldId="345"/>
            <ac:picMk id="13" creationId="{67C45226-4C6F-16D5-C60B-3DA261549034}"/>
          </ac:picMkLst>
        </pc:picChg>
        <pc:picChg chg="add mod">
          <ac:chgData name="Catherine Ata" userId="4e21e26771b92a65" providerId="LiveId" clId="{9FDA7C9A-F82E-494F-9180-4A581E902B38}" dt="2024-08-30T16:19:41.741" v="4432" actId="1076"/>
          <ac:picMkLst>
            <pc:docMk/>
            <pc:sldMk cId="670357030" sldId="345"/>
            <ac:picMk id="14" creationId="{A699741A-E3F8-14BE-6D38-9E1C703907DA}"/>
          </ac:picMkLst>
        </pc:picChg>
      </pc:sldChg>
      <pc:sldChg chg="addSp delSp modSp add mod">
        <pc:chgData name="Catherine Ata" userId="4e21e26771b92a65" providerId="LiveId" clId="{9FDA7C9A-F82E-494F-9180-4A581E902B38}" dt="2024-08-30T16:22:32.148" v="4535" actId="1076"/>
        <pc:sldMkLst>
          <pc:docMk/>
          <pc:sldMk cId="1531296698" sldId="346"/>
        </pc:sldMkLst>
        <pc:spChg chg="mod">
          <ac:chgData name="Catherine Ata" userId="4e21e26771b92a65" providerId="LiveId" clId="{9FDA7C9A-F82E-494F-9180-4A581E902B38}" dt="2024-08-30T02:47:08.870" v="4226" actId="1076"/>
          <ac:spMkLst>
            <pc:docMk/>
            <pc:sldMk cId="1531296698" sldId="346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0T16:22:20.430" v="4531" actId="207"/>
          <ac:spMkLst>
            <pc:docMk/>
            <pc:sldMk cId="1531296698" sldId="346"/>
            <ac:spMk id="4" creationId="{CCE1343B-D448-0F3D-2A82-B1953503574C}"/>
          </ac:spMkLst>
        </pc:spChg>
        <pc:spChg chg="del">
          <ac:chgData name="Catherine Ata" userId="4e21e26771b92a65" providerId="LiveId" clId="{9FDA7C9A-F82E-494F-9180-4A581E902B38}" dt="2024-08-30T02:46:33.335" v="4219" actId="478"/>
          <ac:spMkLst>
            <pc:docMk/>
            <pc:sldMk cId="1531296698" sldId="346"/>
            <ac:spMk id="11" creationId="{E83CEB42-3751-330F-6F17-E383FF0DD115}"/>
          </ac:spMkLst>
        </pc:spChg>
        <pc:picChg chg="del">
          <ac:chgData name="Catherine Ata" userId="4e21e26771b92a65" providerId="LiveId" clId="{9FDA7C9A-F82E-494F-9180-4A581E902B38}" dt="2024-08-30T02:42:39.936" v="4189" actId="478"/>
          <ac:picMkLst>
            <pc:docMk/>
            <pc:sldMk cId="1531296698" sldId="346"/>
            <ac:picMk id="5" creationId="{3F84C2BA-437B-77D1-62CD-4965464B00CE}"/>
          </ac:picMkLst>
        </pc:picChg>
        <pc:picChg chg="add mod ord">
          <ac:chgData name="Catherine Ata" userId="4e21e26771b92a65" providerId="LiveId" clId="{9FDA7C9A-F82E-494F-9180-4A581E902B38}" dt="2024-08-30T16:22:32.148" v="4535" actId="1076"/>
          <ac:picMkLst>
            <pc:docMk/>
            <pc:sldMk cId="1531296698" sldId="346"/>
            <ac:picMk id="6" creationId="{A2AAC0F2-FCC5-5CD5-F502-ADAE2AB6FF8F}"/>
          </ac:picMkLst>
        </pc:picChg>
        <pc:picChg chg="del">
          <ac:chgData name="Catherine Ata" userId="4e21e26771b92a65" providerId="LiveId" clId="{9FDA7C9A-F82E-494F-9180-4A581E902B38}" dt="2024-08-30T02:46:33.335" v="4219" actId="478"/>
          <ac:picMkLst>
            <pc:docMk/>
            <pc:sldMk cId="1531296698" sldId="346"/>
            <ac:picMk id="7" creationId="{2DEF73BE-37F6-6677-8B4C-1A68ABA51742}"/>
          </ac:picMkLst>
        </pc:picChg>
        <pc:picChg chg="del">
          <ac:chgData name="Catherine Ata" userId="4e21e26771b92a65" providerId="LiveId" clId="{9FDA7C9A-F82E-494F-9180-4A581E902B38}" dt="2024-08-30T02:46:33.335" v="4219" actId="478"/>
          <ac:picMkLst>
            <pc:docMk/>
            <pc:sldMk cId="1531296698" sldId="346"/>
            <ac:picMk id="10" creationId="{34FC7240-A2AF-4D06-A985-83074ED3370E}"/>
          </ac:picMkLst>
        </pc:picChg>
        <pc:picChg chg="add mod">
          <ac:chgData name="Catherine Ata" userId="4e21e26771b92a65" providerId="LiveId" clId="{9FDA7C9A-F82E-494F-9180-4A581E902B38}" dt="2024-08-30T16:22:29.361" v="4534" actId="1076"/>
          <ac:picMkLst>
            <pc:docMk/>
            <pc:sldMk cId="1531296698" sldId="346"/>
            <ac:picMk id="12" creationId="{6EC97DC4-B178-4DB8-6A58-86C2D39B3BAA}"/>
          </ac:picMkLst>
        </pc:picChg>
      </pc:sldChg>
      <pc:sldChg chg="addSp delSp modSp add mod">
        <pc:chgData name="Catherine Ata" userId="4e21e26771b92a65" providerId="LiveId" clId="{9FDA7C9A-F82E-494F-9180-4A581E902B38}" dt="2024-08-30T03:15:31.753" v="4307" actId="20577"/>
        <pc:sldMkLst>
          <pc:docMk/>
          <pc:sldMk cId="1828390607" sldId="347"/>
        </pc:sldMkLst>
        <pc:spChg chg="mod">
          <ac:chgData name="Catherine Ata" userId="4e21e26771b92a65" providerId="LiveId" clId="{9FDA7C9A-F82E-494F-9180-4A581E902B38}" dt="2024-08-30T03:15:31.753" v="4307" actId="20577"/>
          <ac:spMkLst>
            <pc:docMk/>
            <pc:sldMk cId="1828390607" sldId="347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30T03:14:57.207" v="4295" actId="1076"/>
          <ac:picMkLst>
            <pc:docMk/>
            <pc:sldMk cId="1828390607" sldId="347"/>
            <ac:picMk id="5" creationId="{7C27DD27-B229-7C8C-7B28-20457F657222}"/>
          </ac:picMkLst>
        </pc:picChg>
        <pc:picChg chg="del">
          <ac:chgData name="Catherine Ata" userId="4e21e26771b92a65" providerId="LiveId" clId="{9FDA7C9A-F82E-494F-9180-4A581E902B38}" dt="2024-08-30T03:01:51.530" v="4283" actId="478"/>
          <ac:picMkLst>
            <pc:docMk/>
            <pc:sldMk cId="1828390607" sldId="347"/>
            <ac:picMk id="6" creationId="{A2AAC0F2-FCC5-5CD5-F502-ADAE2AB6FF8F}"/>
          </ac:picMkLst>
        </pc:picChg>
        <pc:picChg chg="add mod">
          <ac:chgData name="Catherine Ata" userId="4e21e26771b92a65" providerId="LiveId" clId="{9FDA7C9A-F82E-494F-9180-4A581E902B38}" dt="2024-08-30T03:11:44.061" v="4290" actId="1076"/>
          <ac:picMkLst>
            <pc:docMk/>
            <pc:sldMk cId="1828390607" sldId="347"/>
            <ac:picMk id="9" creationId="{17D728D9-E9B3-819E-1638-06F6E6793A81}"/>
          </ac:picMkLst>
        </pc:picChg>
        <pc:picChg chg="add del">
          <ac:chgData name="Catherine Ata" userId="4e21e26771b92a65" providerId="LiveId" clId="{9FDA7C9A-F82E-494F-9180-4A581E902B38}" dt="2024-08-30T03:15:28.524" v="4305" actId="478"/>
          <ac:picMkLst>
            <pc:docMk/>
            <pc:sldMk cId="1828390607" sldId="347"/>
            <ac:picMk id="11" creationId="{E9BD7324-4013-112D-BD1C-41A10BEE754F}"/>
          </ac:picMkLst>
        </pc:picChg>
        <pc:picChg chg="del">
          <ac:chgData name="Catherine Ata" userId="4e21e26771b92a65" providerId="LiveId" clId="{9FDA7C9A-F82E-494F-9180-4A581E902B38}" dt="2024-08-30T03:01:49.836" v="4282" actId="478"/>
          <ac:picMkLst>
            <pc:docMk/>
            <pc:sldMk cId="1828390607" sldId="347"/>
            <ac:picMk id="12" creationId="{6EC97DC4-B178-4DB8-6A58-86C2D39B3BAA}"/>
          </ac:picMkLst>
        </pc:picChg>
      </pc:sldChg>
      <pc:sldChg chg="addSp delSp modSp add mod">
        <pc:chgData name="Catherine Ata" userId="4e21e26771b92a65" providerId="LiveId" clId="{9FDA7C9A-F82E-494F-9180-4A581E902B38}" dt="2024-08-30T03:18:34.091" v="4315" actId="14100"/>
        <pc:sldMkLst>
          <pc:docMk/>
          <pc:sldMk cId="523845250" sldId="348"/>
        </pc:sldMkLst>
        <pc:spChg chg="mod">
          <ac:chgData name="Catherine Ata" userId="4e21e26771b92a65" providerId="LiveId" clId="{9FDA7C9A-F82E-494F-9180-4A581E902B38}" dt="2024-08-30T03:18:34.091" v="4315" actId="14100"/>
          <ac:spMkLst>
            <pc:docMk/>
            <pc:sldMk cId="523845250" sldId="348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30T03:15:13.074" v="4298" actId="478"/>
          <ac:picMkLst>
            <pc:docMk/>
            <pc:sldMk cId="523845250" sldId="348"/>
            <ac:picMk id="5" creationId="{7C27DD27-B229-7C8C-7B28-20457F657222}"/>
          </ac:picMkLst>
        </pc:picChg>
        <pc:picChg chg="add mod">
          <ac:chgData name="Catherine Ata" userId="4e21e26771b92a65" providerId="LiveId" clId="{9FDA7C9A-F82E-494F-9180-4A581E902B38}" dt="2024-08-30T03:18:11.034" v="4311" actId="1076"/>
          <ac:picMkLst>
            <pc:docMk/>
            <pc:sldMk cId="523845250" sldId="348"/>
            <ac:picMk id="6" creationId="{724C81F1-C047-49BA-0B7D-AAD2AB2CE49C}"/>
          </ac:picMkLst>
        </pc:picChg>
        <pc:picChg chg="del">
          <ac:chgData name="Catherine Ata" userId="4e21e26771b92a65" providerId="LiveId" clId="{9FDA7C9A-F82E-494F-9180-4A581E902B38}" dt="2024-08-30T03:15:14.945" v="4299" actId="478"/>
          <ac:picMkLst>
            <pc:docMk/>
            <pc:sldMk cId="523845250" sldId="348"/>
            <ac:picMk id="9" creationId="{17D728D9-E9B3-819E-1638-06F6E6793A81}"/>
          </ac:picMkLst>
        </pc:picChg>
        <pc:picChg chg="mod">
          <ac:chgData name="Catherine Ata" userId="4e21e26771b92a65" providerId="LiveId" clId="{9FDA7C9A-F82E-494F-9180-4A581E902B38}" dt="2024-08-30T03:18:28.564" v="4314" actId="1076"/>
          <ac:picMkLst>
            <pc:docMk/>
            <pc:sldMk cId="523845250" sldId="348"/>
            <ac:picMk id="11" creationId="{E9BD7324-4013-112D-BD1C-41A10BEE754F}"/>
          </ac:picMkLst>
        </pc:picChg>
      </pc:sldChg>
      <pc:sldChg chg="addSp delSp modSp add mod">
        <pc:chgData name="Catherine Ata" userId="4e21e26771b92a65" providerId="LiveId" clId="{9FDA7C9A-F82E-494F-9180-4A581E902B38}" dt="2024-08-30T17:11:05.394" v="5140" actId="6549"/>
        <pc:sldMkLst>
          <pc:docMk/>
          <pc:sldMk cId="1159160838" sldId="349"/>
        </pc:sldMkLst>
        <pc:spChg chg="mod">
          <ac:chgData name="Catherine Ata" userId="4e21e26771b92a65" providerId="LiveId" clId="{9FDA7C9A-F82E-494F-9180-4A581E902B38}" dt="2024-08-30T17:11:05.394" v="5140" actId="6549"/>
          <ac:spMkLst>
            <pc:docMk/>
            <pc:sldMk cId="1159160838" sldId="349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0T17:08:26.332" v="5121" actId="14100"/>
          <ac:spMkLst>
            <pc:docMk/>
            <pc:sldMk cId="1159160838" sldId="349"/>
            <ac:spMk id="4" creationId="{CCE1343B-D448-0F3D-2A82-B1953503574C}"/>
          </ac:spMkLst>
        </pc:spChg>
        <pc:picChg chg="add del mod">
          <ac:chgData name="Catherine Ata" userId="4e21e26771b92a65" providerId="LiveId" clId="{9FDA7C9A-F82E-494F-9180-4A581E902B38}" dt="2024-08-30T17:01:51.101" v="4935" actId="478"/>
          <ac:picMkLst>
            <pc:docMk/>
            <pc:sldMk cId="1159160838" sldId="349"/>
            <ac:picMk id="5" creationId="{B1BBDB85-9AAF-31F6-5741-4BC5CBC940D8}"/>
          </ac:picMkLst>
        </pc:picChg>
        <pc:picChg chg="add mod">
          <ac:chgData name="Catherine Ata" userId="4e21e26771b92a65" providerId="LiveId" clId="{9FDA7C9A-F82E-494F-9180-4A581E902B38}" dt="2024-08-30T17:08:28.136" v="5122" actId="1076"/>
          <ac:picMkLst>
            <pc:docMk/>
            <pc:sldMk cId="1159160838" sldId="349"/>
            <ac:picMk id="7" creationId="{2863DC8B-F317-E472-C409-87F47B494861}"/>
          </ac:picMkLst>
        </pc:picChg>
        <pc:picChg chg="add mod">
          <ac:chgData name="Catherine Ata" userId="4e21e26771b92a65" providerId="LiveId" clId="{9FDA7C9A-F82E-494F-9180-4A581E902B38}" dt="2024-08-30T17:08:31.972" v="5123" actId="1076"/>
          <ac:picMkLst>
            <pc:docMk/>
            <pc:sldMk cId="1159160838" sldId="349"/>
            <ac:picMk id="10" creationId="{41A9763B-5D18-0AD7-40FC-C3409E65E0AF}"/>
          </ac:picMkLst>
        </pc:picChg>
        <pc:picChg chg="add mod">
          <ac:chgData name="Catherine Ata" userId="4e21e26771b92a65" providerId="LiveId" clId="{9FDA7C9A-F82E-494F-9180-4A581E902B38}" dt="2024-08-30T17:08:34.127" v="5124" actId="1076"/>
          <ac:picMkLst>
            <pc:docMk/>
            <pc:sldMk cId="1159160838" sldId="349"/>
            <ac:picMk id="12" creationId="{33108202-2BDF-092F-45CA-E291D50106C9}"/>
          </ac:picMkLst>
        </pc:picChg>
        <pc:picChg chg="del">
          <ac:chgData name="Catherine Ata" userId="4e21e26771b92a65" providerId="LiveId" clId="{9FDA7C9A-F82E-494F-9180-4A581E902B38}" dt="2024-08-30T16:28:37.934" v="4617" actId="478"/>
          <ac:picMkLst>
            <pc:docMk/>
            <pc:sldMk cId="1159160838" sldId="349"/>
            <ac:picMk id="13" creationId="{67C45226-4C6F-16D5-C60B-3DA261549034}"/>
          </ac:picMkLst>
        </pc:picChg>
      </pc:sldChg>
      <pc:sldChg chg="addSp modSp add mod">
        <pc:chgData name="Catherine Ata" userId="4e21e26771b92a65" providerId="LiveId" clId="{9FDA7C9A-F82E-494F-9180-4A581E902B38}" dt="2024-08-31T00:29:25.386" v="13482" actId="1037"/>
        <pc:sldMkLst>
          <pc:docMk/>
          <pc:sldMk cId="2535429785" sldId="350"/>
        </pc:sldMkLst>
        <pc:spChg chg="mod">
          <ac:chgData name="Catherine Ata" userId="4e21e26771b92a65" providerId="LiveId" clId="{9FDA7C9A-F82E-494F-9180-4A581E902B38}" dt="2024-08-30T17:43:23.832" v="5154" actId="20577"/>
          <ac:spMkLst>
            <pc:docMk/>
            <pc:sldMk cId="2535429785" sldId="350"/>
            <ac:spMk id="2" creationId="{3B3F58F4-F002-0A63-FDA5-2FE8E17AB734}"/>
          </ac:spMkLst>
        </pc:spChg>
        <pc:spChg chg="add mod">
          <ac:chgData name="Catherine Ata" userId="4e21e26771b92a65" providerId="LiveId" clId="{9FDA7C9A-F82E-494F-9180-4A581E902B38}" dt="2024-08-31T00:29:25.386" v="13482" actId="1037"/>
          <ac:spMkLst>
            <pc:docMk/>
            <pc:sldMk cId="2535429785" sldId="350"/>
            <ac:spMk id="3" creationId="{5A241D0F-D455-EE39-AEC8-326B2EA27B7E}"/>
          </ac:spMkLst>
        </pc:spChg>
        <pc:spChg chg="mod">
          <ac:chgData name="Catherine Ata" userId="4e21e26771b92a65" providerId="LiveId" clId="{9FDA7C9A-F82E-494F-9180-4A581E902B38}" dt="2024-08-31T00:29:06.665" v="13444" actId="15"/>
          <ac:spMkLst>
            <pc:docMk/>
            <pc:sldMk cId="2535429785" sldId="350"/>
            <ac:spMk id="4" creationId="{CCE1343B-D448-0F3D-2A82-B1953503574C}"/>
          </ac:spMkLst>
        </pc:spChg>
        <pc:spChg chg="add mod">
          <ac:chgData name="Catherine Ata" userId="4e21e26771b92a65" providerId="LiveId" clId="{9FDA7C9A-F82E-494F-9180-4A581E902B38}" dt="2024-08-31T00:29:25.386" v="13482" actId="1037"/>
          <ac:spMkLst>
            <pc:docMk/>
            <pc:sldMk cId="2535429785" sldId="350"/>
            <ac:spMk id="5" creationId="{9D991D2E-EE25-C146-4C88-7602EF46B6A6}"/>
          </ac:spMkLst>
        </pc:spChg>
        <pc:picChg chg="mod">
          <ac:chgData name="Catherine Ata" userId="4e21e26771b92a65" providerId="LiveId" clId="{9FDA7C9A-F82E-494F-9180-4A581E902B38}" dt="2024-08-31T00:29:25.386" v="13482" actId="1037"/>
          <ac:picMkLst>
            <pc:docMk/>
            <pc:sldMk cId="2535429785" sldId="350"/>
            <ac:picMk id="13" creationId="{67C45226-4C6F-16D5-C60B-3DA261549034}"/>
          </ac:picMkLst>
        </pc:picChg>
      </pc:sldChg>
      <pc:sldChg chg="addSp delSp modSp add mod">
        <pc:chgData name="Catherine Ata" userId="4e21e26771b92a65" providerId="LiveId" clId="{9FDA7C9A-F82E-494F-9180-4A581E902B38}" dt="2024-08-30T18:11:39.908" v="5827" actId="6549"/>
        <pc:sldMkLst>
          <pc:docMk/>
          <pc:sldMk cId="4159030384" sldId="351"/>
        </pc:sldMkLst>
        <pc:spChg chg="del">
          <ac:chgData name="Catherine Ata" userId="4e21e26771b92a65" providerId="LiveId" clId="{9FDA7C9A-F82E-494F-9180-4A581E902B38}" dt="2024-08-30T18:01:33.357" v="5639" actId="478"/>
          <ac:spMkLst>
            <pc:docMk/>
            <pc:sldMk cId="4159030384" sldId="351"/>
            <ac:spMk id="3" creationId="{5A241D0F-D455-EE39-AEC8-326B2EA27B7E}"/>
          </ac:spMkLst>
        </pc:spChg>
        <pc:spChg chg="mod">
          <ac:chgData name="Catherine Ata" userId="4e21e26771b92a65" providerId="LiveId" clId="{9FDA7C9A-F82E-494F-9180-4A581E902B38}" dt="2024-08-30T18:11:39.908" v="5827" actId="6549"/>
          <ac:spMkLst>
            <pc:docMk/>
            <pc:sldMk cId="4159030384" sldId="351"/>
            <ac:spMk id="4" creationId="{CCE1343B-D448-0F3D-2A82-B1953503574C}"/>
          </ac:spMkLst>
        </pc:spChg>
        <pc:spChg chg="del">
          <ac:chgData name="Catherine Ata" userId="4e21e26771b92a65" providerId="LiveId" clId="{9FDA7C9A-F82E-494F-9180-4A581E902B38}" dt="2024-08-30T18:01:37.734" v="5640" actId="478"/>
          <ac:spMkLst>
            <pc:docMk/>
            <pc:sldMk cId="4159030384" sldId="351"/>
            <ac:spMk id="5" creationId="{9D991D2E-EE25-C146-4C88-7602EF46B6A6}"/>
          </ac:spMkLst>
        </pc:spChg>
        <pc:picChg chg="add mod">
          <ac:chgData name="Catherine Ata" userId="4e21e26771b92a65" providerId="LiveId" clId="{9FDA7C9A-F82E-494F-9180-4A581E902B38}" dt="2024-08-30T18:04:29.083" v="5723" actId="1076"/>
          <ac:picMkLst>
            <pc:docMk/>
            <pc:sldMk cId="4159030384" sldId="351"/>
            <ac:picMk id="7" creationId="{F5BEA770-62D5-20F8-BF3F-D7154D69FA0B}"/>
          </ac:picMkLst>
        </pc:picChg>
        <pc:picChg chg="del">
          <ac:chgData name="Catherine Ata" userId="4e21e26771b92a65" providerId="LiveId" clId="{9FDA7C9A-F82E-494F-9180-4A581E902B38}" dt="2024-08-30T17:58:44.324" v="5575" actId="478"/>
          <ac:picMkLst>
            <pc:docMk/>
            <pc:sldMk cId="4159030384" sldId="351"/>
            <ac:picMk id="13" creationId="{67C45226-4C6F-16D5-C60B-3DA261549034}"/>
          </ac:picMkLst>
        </pc:picChg>
      </pc:sldChg>
      <pc:sldChg chg="addSp delSp modSp add mod">
        <pc:chgData name="Catherine Ata" userId="4e21e26771b92a65" providerId="LiveId" clId="{9FDA7C9A-F82E-494F-9180-4A581E902B38}" dt="2024-08-30T18:11:13.807" v="5825" actId="1076"/>
        <pc:sldMkLst>
          <pc:docMk/>
          <pc:sldMk cId="609376671" sldId="352"/>
        </pc:sldMkLst>
        <pc:spChg chg="mod">
          <ac:chgData name="Catherine Ata" userId="4e21e26771b92a65" providerId="LiveId" clId="{9FDA7C9A-F82E-494F-9180-4A581E902B38}" dt="2024-08-30T18:08:21.077" v="5821" actId="20577"/>
          <ac:spMkLst>
            <pc:docMk/>
            <pc:sldMk cId="609376671" sldId="352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30T18:11:09.832" v="5824" actId="1076"/>
          <ac:picMkLst>
            <pc:docMk/>
            <pc:sldMk cId="609376671" sldId="352"/>
            <ac:picMk id="5" creationId="{22B33CCB-EB17-D3C5-F82E-D6CB5C1FD681}"/>
          </ac:picMkLst>
        </pc:picChg>
        <pc:picChg chg="del mod">
          <ac:chgData name="Catherine Ata" userId="4e21e26771b92a65" providerId="LiveId" clId="{9FDA7C9A-F82E-494F-9180-4A581E902B38}" dt="2024-08-30T18:07:12.492" v="5802" actId="478"/>
          <ac:picMkLst>
            <pc:docMk/>
            <pc:sldMk cId="609376671" sldId="352"/>
            <ac:picMk id="7" creationId="{F5BEA770-62D5-20F8-BF3F-D7154D69FA0B}"/>
          </ac:picMkLst>
        </pc:picChg>
        <pc:picChg chg="add mod">
          <ac:chgData name="Catherine Ata" userId="4e21e26771b92a65" providerId="LiveId" clId="{9FDA7C9A-F82E-494F-9180-4A581E902B38}" dt="2024-08-30T18:11:13.807" v="5825" actId="1076"/>
          <ac:picMkLst>
            <pc:docMk/>
            <pc:sldMk cId="609376671" sldId="352"/>
            <ac:picMk id="9" creationId="{159585EF-782A-12CA-6824-1010BABBB5AD}"/>
          </ac:picMkLst>
        </pc:picChg>
      </pc:sldChg>
      <pc:sldChg chg="addSp delSp modSp add mod">
        <pc:chgData name="Catherine Ata" userId="4e21e26771b92a65" providerId="LiveId" clId="{9FDA7C9A-F82E-494F-9180-4A581E902B38}" dt="2024-08-30T18:33:29.654" v="6323" actId="20577"/>
        <pc:sldMkLst>
          <pc:docMk/>
          <pc:sldMk cId="1366576396" sldId="353"/>
        </pc:sldMkLst>
        <pc:spChg chg="mod">
          <ac:chgData name="Catherine Ata" userId="4e21e26771b92a65" providerId="LiveId" clId="{9FDA7C9A-F82E-494F-9180-4A581E902B38}" dt="2024-08-30T18:12:33.215" v="5857" actId="14100"/>
          <ac:spMkLst>
            <pc:docMk/>
            <pc:sldMk cId="1366576396" sldId="353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0T18:33:29.654" v="6323" actId="20577"/>
          <ac:spMkLst>
            <pc:docMk/>
            <pc:sldMk cId="1366576396" sldId="353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30T18:16:59.954" v="5992" actId="478"/>
          <ac:picMkLst>
            <pc:docMk/>
            <pc:sldMk cId="1366576396" sldId="353"/>
            <ac:picMk id="5" creationId="{22B33CCB-EB17-D3C5-F82E-D6CB5C1FD681}"/>
          </ac:picMkLst>
        </pc:picChg>
        <pc:picChg chg="add del mod">
          <ac:chgData name="Catherine Ata" userId="4e21e26771b92a65" providerId="LiveId" clId="{9FDA7C9A-F82E-494F-9180-4A581E902B38}" dt="2024-08-30T18:24:57.343" v="6139" actId="478"/>
          <ac:picMkLst>
            <pc:docMk/>
            <pc:sldMk cId="1366576396" sldId="353"/>
            <ac:picMk id="6" creationId="{B07826FF-D6FC-6AB2-B050-406CEB83FADC}"/>
          </ac:picMkLst>
        </pc:picChg>
        <pc:picChg chg="del">
          <ac:chgData name="Catherine Ata" userId="4e21e26771b92a65" providerId="LiveId" clId="{9FDA7C9A-F82E-494F-9180-4A581E902B38}" dt="2024-08-30T18:16:59.954" v="5992" actId="478"/>
          <ac:picMkLst>
            <pc:docMk/>
            <pc:sldMk cId="1366576396" sldId="353"/>
            <ac:picMk id="9" creationId="{159585EF-782A-12CA-6824-1010BABBB5AD}"/>
          </ac:picMkLst>
        </pc:picChg>
        <pc:picChg chg="add mod">
          <ac:chgData name="Catherine Ata" userId="4e21e26771b92a65" providerId="LiveId" clId="{9FDA7C9A-F82E-494F-9180-4A581E902B38}" dt="2024-08-30T18:26:23.887" v="6191" actId="14100"/>
          <ac:picMkLst>
            <pc:docMk/>
            <pc:sldMk cId="1366576396" sldId="353"/>
            <ac:picMk id="10" creationId="{993B843C-82E7-2EB9-B38E-CDB08E979F64}"/>
          </ac:picMkLst>
        </pc:picChg>
        <pc:picChg chg="add mod">
          <ac:chgData name="Catherine Ata" userId="4e21e26771b92a65" providerId="LiveId" clId="{9FDA7C9A-F82E-494F-9180-4A581E902B38}" dt="2024-08-30T18:31:31.578" v="6207" actId="1076"/>
          <ac:picMkLst>
            <pc:docMk/>
            <pc:sldMk cId="1366576396" sldId="353"/>
            <ac:picMk id="12" creationId="{BFC4EFD3-8C19-30E3-E3C0-D08843D84B30}"/>
          </ac:picMkLst>
        </pc:picChg>
      </pc:sldChg>
      <pc:sldChg chg="add ord">
        <pc:chgData name="Catherine Ata" userId="4e21e26771b92a65" providerId="LiveId" clId="{9FDA7C9A-F82E-494F-9180-4A581E902B38}" dt="2024-08-30T18:15:53.136" v="5953"/>
        <pc:sldMkLst>
          <pc:docMk/>
          <pc:sldMk cId="3333763153" sldId="354"/>
        </pc:sldMkLst>
      </pc:sldChg>
      <pc:sldChg chg="addSp delSp modSp add mod">
        <pc:chgData name="Catherine Ata" userId="4e21e26771b92a65" providerId="LiveId" clId="{9FDA7C9A-F82E-494F-9180-4A581E902B38}" dt="2024-08-31T00:37:02.977" v="13527" actId="20577"/>
        <pc:sldMkLst>
          <pc:docMk/>
          <pc:sldMk cId="134271255" sldId="355"/>
        </pc:sldMkLst>
        <pc:spChg chg="mod">
          <ac:chgData name="Catherine Ata" userId="4e21e26771b92a65" providerId="LiveId" clId="{9FDA7C9A-F82E-494F-9180-4A581E902B38}" dt="2024-08-30T18:32:11.016" v="6227" actId="20577"/>
          <ac:spMkLst>
            <pc:docMk/>
            <pc:sldMk cId="134271255" sldId="355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1T00:37:02.977" v="13527" actId="20577"/>
          <ac:spMkLst>
            <pc:docMk/>
            <pc:sldMk cId="134271255" sldId="355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30T18:56:43.235" v="6587" actId="1076"/>
          <ac:picMkLst>
            <pc:docMk/>
            <pc:sldMk cId="134271255" sldId="355"/>
            <ac:picMk id="5" creationId="{788A4B13-3A32-E45B-BB25-D7958E902E80}"/>
          </ac:picMkLst>
        </pc:picChg>
        <pc:picChg chg="add mod">
          <ac:chgData name="Catherine Ata" userId="4e21e26771b92a65" providerId="LiveId" clId="{9FDA7C9A-F82E-494F-9180-4A581E902B38}" dt="2024-08-30T18:56:54.893" v="6591" actId="14100"/>
          <ac:picMkLst>
            <pc:docMk/>
            <pc:sldMk cId="134271255" sldId="355"/>
            <ac:picMk id="7" creationId="{90C3828D-F8C3-7F15-D76D-473A1FB79BE0}"/>
          </ac:picMkLst>
        </pc:picChg>
        <pc:picChg chg="del">
          <ac:chgData name="Catherine Ata" userId="4e21e26771b92a65" providerId="LiveId" clId="{9FDA7C9A-F82E-494F-9180-4A581E902B38}" dt="2024-08-30T18:50:33.491" v="6460" actId="478"/>
          <ac:picMkLst>
            <pc:docMk/>
            <pc:sldMk cId="134271255" sldId="355"/>
            <ac:picMk id="10" creationId="{993B843C-82E7-2EB9-B38E-CDB08E979F64}"/>
          </ac:picMkLst>
        </pc:picChg>
        <pc:picChg chg="add mod">
          <ac:chgData name="Catherine Ata" userId="4e21e26771b92a65" providerId="LiveId" clId="{9FDA7C9A-F82E-494F-9180-4A581E902B38}" dt="2024-08-30T18:56:57.126" v="6592" actId="1076"/>
          <ac:picMkLst>
            <pc:docMk/>
            <pc:sldMk cId="134271255" sldId="355"/>
            <ac:picMk id="11" creationId="{4F256067-DA0C-FDAB-0E16-BABEFF961470}"/>
          </ac:picMkLst>
        </pc:picChg>
        <pc:picChg chg="del">
          <ac:chgData name="Catherine Ata" userId="4e21e26771b92a65" providerId="LiveId" clId="{9FDA7C9A-F82E-494F-9180-4A581E902B38}" dt="2024-08-30T18:50:35.338" v="6461" actId="478"/>
          <ac:picMkLst>
            <pc:docMk/>
            <pc:sldMk cId="134271255" sldId="355"/>
            <ac:picMk id="12" creationId="{BFC4EFD3-8C19-30E3-E3C0-D08843D84B30}"/>
          </ac:picMkLst>
        </pc:picChg>
      </pc:sldChg>
      <pc:sldChg chg="addSp delSp modSp add mod">
        <pc:chgData name="Catherine Ata" userId="4e21e26771b92a65" providerId="LiveId" clId="{9FDA7C9A-F82E-494F-9180-4A581E902B38}" dt="2024-08-30T19:04:13.512" v="6884" actId="1035"/>
        <pc:sldMkLst>
          <pc:docMk/>
          <pc:sldMk cId="208799544" sldId="356"/>
        </pc:sldMkLst>
        <pc:spChg chg="mod">
          <ac:chgData name="Catherine Ata" userId="4e21e26771b92a65" providerId="LiveId" clId="{9FDA7C9A-F82E-494F-9180-4A581E902B38}" dt="2024-08-30T19:03:12.065" v="6743" actId="20577"/>
          <ac:spMkLst>
            <pc:docMk/>
            <pc:sldMk cId="208799544" sldId="356"/>
            <ac:spMk id="4" creationId="{CCE1343B-D448-0F3D-2A82-B1953503574C}"/>
          </ac:spMkLst>
        </pc:spChg>
        <pc:spChg chg="add mod">
          <ac:chgData name="Catherine Ata" userId="4e21e26771b92a65" providerId="LiveId" clId="{9FDA7C9A-F82E-494F-9180-4A581E902B38}" dt="2024-08-30T19:03:24.608" v="6750" actId="1035"/>
          <ac:spMkLst>
            <pc:docMk/>
            <pc:sldMk cId="208799544" sldId="356"/>
            <ac:spMk id="9" creationId="{2B08D9F3-4C50-D95D-8886-E6AC67C4BB2A}"/>
          </ac:spMkLst>
        </pc:spChg>
        <pc:spChg chg="add mod">
          <ac:chgData name="Catherine Ata" userId="4e21e26771b92a65" providerId="LiveId" clId="{9FDA7C9A-F82E-494F-9180-4A581E902B38}" dt="2024-08-30T19:04:13.512" v="6884" actId="1035"/>
          <ac:spMkLst>
            <pc:docMk/>
            <pc:sldMk cId="208799544" sldId="356"/>
            <ac:spMk id="10" creationId="{2A3064ED-967C-DFE7-31CA-992A65AE1231}"/>
          </ac:spMkLst>
        </pc:spChg>
        <pc:picChg chg="mod">
          <ac:chgData name="Catherine Ata" userId="4e21e26771b92a65" providerId="LiveId" clId="{9FDA7C9A-F82E-494F-9180-4A581E902B38}" dt="2024-08-30T19:03:24.608" v="6750" actId="1035"/>
          <ac:picMkLst>
            <pc:docMk/>
            <pc:sldMk cId="208799544" sldId="356"/>
            <ac:picMk id="5" creationId="{788A4B13-3A32-E45B-BB25-D7958E902E80}"/>
          </ac:picMkLst>
        </pc:picChg>
        <pc:picChg chg="add mod">
          <ac:chgData name="Catherine Ata" userId="4e21e26771b92a65" providerId="LiveId" clId="{9FDA7C9A-F82E-494F-9180-4A581E902B38}" dt="2024-08-30T19:03:35.911" v="6755" actId="1076"/>
          <ac:picMkLst>
            <pc:docMk/>
            <pc:sldMk cId="208799544" sldId="356"/>
            <ac:picMk id="6" creationId="{444C13D3-0B9A-85E9-F05C-EA96957454AE}"/>
          </ac:picMkLst>
        </pc:picChg>
        <pc:picChg chg="mod">
          <ac:chgData name="Catherine Ata" userId="4e21e26771b92a65" providerId="LiveId" clId="{9FDA7C9A-F82E-494F-9180-4A581E902B38}" dt="2024-08-30T19:03:34.668" v="6754" actId="1076"/>
          <ac:picMkLst>
            <pc:docMk/>
            <pc:sldMk cId="208799544" sldId="356"/>
            <ac:picMk id="7" creationId="{90C3828D-F8C3-7F15-D76D-473A1FB79BE0}"/>
          </ac:picMkLst>
        </pc:picChg>
        <pc:picChg chg="del">
          <ac:chgData name="Catherine Ata" userId="4e21e26771b92a65" providerId="LiveId" clId="{9FDA7C9A-F82E-494F-9180-4A581E902B38}" dt="2024-08-30T19:01:44.258" v="6664" actId="478"/>
          <ac:picMkLst>
            <pc:docMk/>
            <pc:sldMk cId="208799544" sldId="356"/>
            <ac:picMk id="11" creationId="{4F256067-DA0C-FDAB-0E16-BABEFF961470}"/>
          </ac:picMkLst>
        </pc:picChg>
      </pc:sldChg>
      <pc:sldChg chg="addSp delSp modSp add mod">
        <pc:chgData name="Catherine Ata" userId="4e21e26771b92a65" providerId="LiveId" clId="{9FDA7C9A-F82E-494F-9180-4A581E902B38}" dt="2024-08-31T17:10:40.794" v="13562" actId="6549"/>
        <pc:sldMkLst>
          <pc:docMk/>
          <pc:sldMk cId="2410264200" sldId="357"/>
        </pc:sldMkLst>
        <pc:spChg chg="mod">
          <ac:chgData name="Catherine Ata" userId="4e21e26771b92a65" providerId="LiveId" clId="{9FDA7C9A-F82E-494F-9180-4A581E902B38}" dt="2024-08-30T19:09:14.622" v="6906" actId="20577"/>
          <ac:spMkLst>
            <pc:docMk/>
            <pc:sldMk cId="2410264200" sldId="357"/>
            <ac:spMk id="2" creationId="{3B3F58F4-F002-0A63-FDA5-2FE8E17AB734}"/>
          </ac:spMkLst>
        </pc:spChg>
        <pc:spChg chg="add">
          <ac:chgData name="Catherine Ata" userId="4e21e26771b92a65" providerId="LiveId" clId="{9FDA7C9A-F82E-494F-9180-4A581E902B38}" dt="2024-08-31T17:10:01.525" v="13529"/>
          <ac:spMkLst>
            <pc:docMk/>
            <pc:sldMk cId="2410264200" sldId="357"/>
            <ac:spMk id="3" creationId="{D0ECE935-B0D4-C413-F5B9-00DACE052584}"/>
          </ac:spMkLst>
        </pc:spChg>
        <pc:spChg chg="mod">
          <ac:chgData name="Catherine Ata" userId="4e21e26771b92a65" providerId="LiveId" clId="{9FDA7C9A-F82E-494F-9180-4A581E902B38}" dt="2024-08-31T17:10:40.794" v="13562" actId="6549"/>
          <ac:spMkLst>
            <pc:docMk/>
            <pc:sldMk cId="2410264200" sldId="357"/>
            <ac:spMk id="4" creationId="{CCE1343B-D448-0F3D-2A82-B1953503574C}"/>
          </ac:spMkLst>
        </pc:spChg>
        <pc:picChg chg="del mod">
          <ac:chgData name="Catherine Ata" userId="4e21e26771b92a65" providerId="LiveId" clId="{9FDA7C9A-F82E-494F-9180-4A581E902B38}" dt="2024-08-30T19:12:19.150" v="7149" actId="478"/>
          <ac:picMkLst>
            <pc:docMk/>
            <pc:sldMk cId="2410264200" sldId="357"/>
            <ac:picMk id="5" creationId="{788A4B13-3A32-E45B-BB25-D7958E902E80}"/>
          </ac:picMkLst>
        </pc:picChg>
        <pc:picChg chg="add mod">
          <ac:chgData name="Catherine Ata" userId="4e21e26771b92a65" providerId="LiveId" clId="{9FDA7C9A-F82E-494F-9180-4A581E902B38}" dt="2024-08-31T00:36:02.924" v="13526" actId="1076"/>
          <ac:picMkLst>
            <pc:docMk/>
            <pc:sldMk cId="2410264200" sldId="357"/>
            <ac:picMk id="6" creationId="{5EA2BA08-F29D-4676-3502-D20722B4FB07}"/>
          </ac:picMkLst>
        </pc:picChg>
        <pc:picChg chg="del">
          <ac:chgData name="Catherine Ata" userId="4e21e26771b92a65" providerId="LiveId" clId="{9FDA7C9A-F82E-494F-9180-4A581E902B38}" dt="2024-08-30T19:12:19.150" v="7149" actId="478"/>
          <ac:picMkLst>
            <pc:docMk/>
            <pc:sldMk cId="2410264200" sldId="357"/>
            <ac:picMk id="7" creationId="{90C3828D-F8C3-7F15-D76D-473A1FB79BE0}"/>
          </ac:picMkLst>
        </pc:picChg>
        <pc:picChg chg="add del mod">
          <ac:chgData name="Catherine Ata" userId="4e21e26771b92a65" providerId="LiveId" clId="{9FDA7C9A-F82E-494F-9180-4A581E902B38}" dt="2024-08-30T19:21:52.295" v="7284" actId="478"/>
          <ac:picMkLst>
            <pc:docMk/>
            <pc:sldMk cId="2410264200" sldId="357"/>
            <ac:picMk id="10" creationId="{F312C567-32AF-7237-BFA1-078B6ABA26B8}"/>
          </ac:picMkLst>
        </pc:picChg>
        <pc:picChg chg="del">
          <ac:chgData name="Catherine Ata" userId="4e21e26771b92a65" providerId="LiveId" clId="{9FDA7C9A-F82E-494F-9180-4A581E902B38}" dt="2024-08-30T19:12:19.150" v="7149" actId="478"/>
          <ac:picMkLst>
            <pc:docMk/>
            <pc:sldMk cId="2410264200" sldId="357"/>
            <ac:picMk id="11" creationId="{4F256067-DA0C-FDAB-0E16-BABEFF961470}"/>
          </ac:picMkLst>
        </pc:picChg>
        <pc:picChg chg="add mod">
          <ac:chgData name="Catherine Ata" userId="4e21e26771b92a65" providerId="LiveId" clId="{9FDA7C9A-F82E-494F-9180-4A581E902B38}" dt="2024-08-30T19:26:57.775" v="7382" actId="14100"/>
          <ac:picMkLst>
            <pc:docMk/>
            <pc:sldMk cId="2410264200" sldId="357"/>
            <ac:picMk id="13" creationId="{784B2574-1CB7-7822-A880-AEB7AEF1C5CD}"/>
          </ac:picMkLst>
        </pc:picChg>
      </pc:sldChg>
      <pc:sldChg chg="add del">
        <pc:chgData name="Catherine Ata" userId="4e21e26771b92a65" providerId="LiveId" clId="{9FDA7C9A-F82E-494F-9180-4A581E902B38}" dt="2024-08-30T19:25:58.872" v="7369" actId="47"/>
        <pc:sldMkLst>
          <pc:docMk/>
          <pc:sldMk cId="3692538227" sldId="358"/>
        </pc:sldMkLst>
      </pc:sldChg>
      <pc:sldChg chg="delSp modSp add mod">
        <pc:chgData name="Catherine Ata" userId="4e21e26771b92a65" providerId="LiveId" clId="{9FDA7C9A-F82E-494F-9180-4A581E902B38}" dt="2024-08-31T00:35:38.079" v="13524" actId="14100"/>
        <pc:sldMkLst>
          <pc:docMk/>
          <pc:sldMk cId="4075845491" sldId="358"/>
        </pc:sldMkLst>
        <pc:spChg chg="mod">
          <ac:chgData name="Catherine Ata" userId="4e21e26771b92a65" providerId="LiveId" clId="{9FDA7C9A-F82E-494F-9180-4A581E902B38}" dt="2024-08-30T19:27:28.932" v="7398" actId="20577"/>
          <ac:spMkLst>
            <pc:docMk/>
            <pc:sldMk cId="4075845491" sldId="358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1T00:35:38.079" v="13524" actId="14100"/>
          <ac:spMkLst>
            <pc:docMk/>
            <pc:sldMk cId="4075845491" sldId="358"/>
            <ac:spMk id="4" creationId="{CCE1343B-D448-0F3D-2A82-B1953503574C}"/>
          </ac:spMkLst>
        </pc:spChg>
        <pc:picChg chg="del mod">
          <ac:chgData name="Catherine Ata" userId="4e21e26771b92a65" providerId="LiveId" clId="{9FDA7C9A-F82E-494F-9180-4A581E902B38}" dt="2024-08-30T20:19:25.339" v="7712" actId="478"/>
          <ac:picMkLst>
            <pc:docMk/>
            <pc:sldMk cId="4075845491" sldId="358"/>
            <ac:picMk id="6" creationId="{5EA2BA08-F29D-4676-3502-D20722B4FB07}"/>
          </ac:picMkLst>
        </pc:picChg>
        <pc:picChg chg="del">
          <ac:chgData name="Catherine Ata" userId="4e21e26771b92a65" providerId="LiveId" clId="{9FDA7C9A-F82E-494F-9180-4A581E902B38}" dt="2024-08-30T20:19:25.339" v="7712" actId="478"/>
          <ac:picMkLst>
            <pc:docMk/>
            <pc:sldMk cId="4075845491" sldId="358"/>
            <ac:picMk id="13" creationId="{784B2574-1CB7-7822-A880-AEB7AEF1C5CD}"/>
          </ac:picMkLst>
        </pc:picChg>
      </pc:sldChg>
      <pc:sldChg chg="addSp delSp modSp add mod">
        <pc:chgData name="Catherine Ata" userId="4e21e26771b92a65" providerId="LiveId" clId="{9FDA7C9A-F82E-494F-9180-4A581E902B38}" dt="2024-08-30T22:05:19.259" v="10025" actId="1076"/>
        <pc:sldMkLst>
          <pc:docMk/>
          <pc:sldMk cId="1682615619" sldId="359"/>
        </pc:sldMkLst>
        <pc:spChg chg="mod">
          <ac:chgData name="Catherine Ata" userId="4e21e26771b92a65" providerId="LiveId" clId="{9FDA7C9A-F82E-494F-9180-4A581E902B38}" dt="2024-08-30T21:55:03.064" v="9733" actId="20577"/>
          <ac:spMkLst>
            <pc:docMk/>
            <pc:sldMk cId="1682615619" sldId="359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0T22:05:08.584" v="10023" actId="12"/>
          <ac:spMkLst>
            <pc:docMk/>
            <pc:sldMk cId="1682615619" sldId="359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30T22:04:43.185" v="10015" actId="1076"/>
          <ac:picMkLst>
            <pc:docMk/>
            <pc:sldMk cId="1682615619" sldId="359"/>
            <ac:picMk id="5" creationId="{8112B7B4-BFC9-7DD2-3886-3C0683962658}"/>
          </ac:picMkLst>
        </pc:picChg>
        <pc:picChg chg="del">
          <ac:chgData name="Catherine Ata" userId="4e21e26771b92a65" providerId="LiveId" clId="{9FDA7C9A-F82E-494F-9180-4A581E902B38}" dt="2024-08-30T22:02:34.032" v="9960" actId="478"/>
          <ac:picMkLst>
            <pc:docMk/>
            <pc:sldMk cId="1682615619" sldId="359"/>
            <ac:picMk id="6" creationId="{5EA2BA08-F29D-4676-3502-D20722B4FB07}"/>
          </ac:picMkLst>
        </pc:picChg>
        <pc:picChg chg="add mod">
          <ac:chgData name="Catherine Ata" userId="4e21e26771b92a65" providerId="LiveId" clId="{9FDA7C9A-F82E-494F-9180-4A581E902B38}" dt="2024-08-30T22:05:19.259" v="10025" actId="1076"/>
          <ac:picMkLst>
            <pc:docMk/>
            <pc:sldMk cId="1682615619" sldId="359"/>
            <ac:picMk id="9" creationId="{1DB8C89B-57D3-7473-F72F-0A3D834FACFA}"/>
          </ac:picMkLst>
        </pc:picChg>
        <pc:picChg chg="del">
          <ac:chgData name="Catherine Ata" userId="4e21e26771b92a65" providerId="LiveId" clId="{9FDA7C9A-F82E-494F-9180-4A581E902B38}" dt="2024-08-30T22:02:36.095" v="9961" actId="478"/>
          <ac:picMkLst>
            <pc:docMk/>
            <pc:sldMk cId="1682615619" sldId="359"/>
            <ac:picMk id="13" creationId="{784B2574-1CB7-7822-A880-AEB7AEF1C5CD}"/>
          </ac:picMkLst>
        </pc:picChg>
      </pc:sldChg>
      <pc:sldChg chg="addSp modSp add mod">
        <pc:chgData name="Catherine Ata" userId="4e21e26771b92a65" providerId="LiveId" clId="{9FDA7C9A-F82E-494F-9180-4A581E902B38}" dt="2024-08-31T00:35:27.123" v="13523" actId="20577"/>
        <pc:sldMkLst>
          <pc:docMk/>
          <pc:sldMk cId="2104981714" sldId="360"/>
        </pc:sldMkLst>
        <pc:spChg chg="mod">
          <ac:chgData name="Catherine Ata" userId="4e21e26771b92a65" providerId="LiveId" clId="{9FDA7C9A-F82E-494F-9180-4A581E902B38}" dt="2024-08-30T20:30:58.672" v="8031" actId="14100"/>
          <ac:spMkLst>
            <pc:docMk/>
            <pc:sldMk cId="2104981714" sldId="360"/>
            <ac:spMk id="4" creationId="{CCE1343B-D448-0F3D-2A82-B1953503574C}"/>
          </ac:spMkLst>
        </pc:spChg>
        <pc:spChg chg="add mod">
          <ac:chgData name="Catherine Ata" userId="4e21e26771b92a65" providerId="LiveId" clId="{9FDA7C9A-F82E-494F-9180-4A581E902B38}" dt="2024-08-31T00:35:27.123" v="13523" actId="20577"/>
          <ac:spMkLst>
            <pc:docMk/>
            <pc:sldMk cId="2104981714" sldId="360"/>
            <ac:spMk id="9" creationId="{D94236F3-5D84-7ABC-F96B-9130681F868A}"/>
          </ac:spMkLst>
        </pc:spChg>
        <pc:spChg chg="add mod">
          <ac:chgData name="Catherine Ata" userId="4e21e26771b92a65" providerId="LiveId" clId="{9FDA7C9A-F82E-494F-9180-4A581E902B38}" dt="2024-08-30T20:43:41.885" v="8622" actId="1036"/>
          <ac:spMkLst>
            <pc:docMk/>
            <pc:sldMk cId="2104981714" sldId="360"/>
            <ac:spMk id="10" creationId="{10047D12-8DB7-4866-FFFA-58AA2677B6A5}"/>
          </ac:spMkLst>
        </pc:spChg>
        <pc:spChg chg="add mod">
          <ac:chgData name="Catherine Ata" userId="4e21e26771b92a65" providerId="LiveId" clId="{9FDA7C9A-F82E-494F-9180-4A581E902B38}" dt="2024-08-30T20:43:41.885" v="8622" actId="1036"/>
          <ac:spMkLst>
            <pc:docMk/>
            <pc:sldMk cId="2104981714" sldId="360"/>
            <ac:spMk id="11" creationId="{35AD369B-40E8-34D5-FDF0-ED186555B754}"/>
          </ac:spMkLst>
        </pc:spChg>
        <pc:spChg chg="add mod">
          <ac:chgData name="Catherine Ata" userId="4e21e26771b92a65" providerId="LiveId" clId="{9FDA7C9A-F82E-494F-9180-4A581E902B38}" dt="2024-08-30T20:43:41.885" v="8622" actId="1036"/>
          <ac:spMkLst>
            <pc:docMk/>
            <pc:sldMk cId="2104981714" sldId="360"/>
            <ac:spMk id="12" creationId="{1A34789F-A894-754B-C649-AB7C188F2DB0}"/>
          </ac:spMkLst>
        </pc:spChg>
        <pc:spChg chg="add mod">
          <ac:chgData name="Catherine Ata" userId="4e21e26771b92a65" providerId="LiveId" clId="{9FDA7C9A-F82E-494F-9180-4A581E902B38}" dt="2024-08-30T20:43:41.885" v="8622" actId="1036"/>
          <ac:spMkLst>
            <pc:docMk/>
            <pc:sldMk cId="2104981714" sldId="360"/>
            <ac:spMk id="13" creationId="{9E5C0599-F403-7D5B-08DB-77598D0B6A4A}"/>
          </ac:spMkLst>
        </pc:spChg>
        <pc:spChg chg="add mod">
          <ac:chgData name="Catherine Ata" userId="4e21e26771b92a65" providerId="LiveId" clId="{9FDA7C9A-F82E-494F-9180-4A581E902B38}" dt="2024-08-30T20:43:56.342" v="8657" actId="1038"/>
          <ac:spMkLst>
            <pc:docMk/>
            <pc:sldMk cId="2104981714" sldId="360"/>
            <ac:spMk id="14" creationId="{4E93A582-500F-7B45-4953-7D03DD11D05F}"/>
          </ac:spMkLst>
        </pc:spChg>
        <pc:spChg chg="add mod">
          <ac:chgData name="Catherine Ata" userId="4e21e26771b92a65" providerId="LiveId" clId="{9FDA7C9A-F82E-494F-9180-4A581E902B38}" dt="2024-08-30T20:43:41.885" v="8622" actId="1036"/>
          <ac:spMkLst>
            <pc:docMk/>
            <pc:sldMk cId="2104981714" sldId="360"/>
            <ac:spMk id="15" creationId="{F90B61AA-6CD3-1F11-C7D6-5C2CBDD65922}"/>
          </ac:spMkLst>
        </pc:spChg>
        <pc:spChg chg="add mod">
          <ac:chgData name="Catherine Ata" userId="4e21e26771b92a65" providerId="LiveId" clId="{9FDA7C9A-F82E-494F-9180-4A581E902B38}" dt="2024-08-30T21:09:17.843" v="8919" actId="1035"/>
          <ac:spMkLst>
            <pc:docMk/>
            <pc:sldMk cId="2104981714" sldId="360"/>
            <ac:spMk id="26" creationId="{63C5C6C7-B59A-017D-9313-9D3A8F855099}"/>
          </ac:spMkLst>
        </pc:spChg>
        <pc:spChg chg="add mod">
          <ac:chgData name="Catherine Ata" userId="4e21e26771b92a65" providerId="LiveId" clId="{9FDA7C9A-F82E-494F-9180-4A581E902B38}" dt="2024-08-30T21:09:17.843" v="8919" actId="1035"/>
          <ac:spMkLst>
            <pc:docMk/>
            <pc:sldMk cId="2104981714" sldId="360"/>
            <ac:spMk id="27" creationId="{5E5FD6C9-FB3D-2429-D6C4-C23D0481A555}"/>
          </ac:spMkLst>
        </pc:spChg>
        <pc:spChg chg="add mod">
          <ac:chgData name="Catherine Ata" userId="4e21e26771b92a65" providerId="LiveId" clId="{9FDA7C9A-F82E-494F-9180-4A581E902B38}" dt="2024-08-30T21:09:17.843" v="8919" actId="1035"/>
          <ac:spMkLst>
            <pc:docMk/>
            <pc:sldMk cId="2104981714" sldId="360"/>
            <ac:spMk id="28" creationId="{E6E6DDE2-F1D5-7E8B-1675-5317C25E1498}"/>
          </ac:spMkLst>
        </pc:spChg>
        <pc:spChg chg="add mod">
          <ac:chgData name="Catherine Ata" userId="4e21e26771b92a65" providerId="LiveId" clId="{9FDA7C9A-F82E-494F-9180-4A581E902B38}" dt="2024-08-30T21:09:17.843" v="8919" actId="1035"/>
          <ac:spMkLst>
            <pc:docMk/>
            <pc:sldMk cId="2104981714" sldId="360"/>
            <ac:spMk id="29" creationId="{4BCF43EB-3DAA-A815-D2EC-77EF4196D7F3}"/>
          </ac:spMkLst>
        </pc:spChg>
        <pc:picChg chg="add mod">
          <ac:chgData name="Catherine Ata" userId="4e21e26771b92a65" providerId="LiveId" clId="{9FDA7C9A-F82E-494F-9180-4A581E902B38}" dt="2024-08-30T20:43:41.885" v="8622" actId="1036"/>
          <ac:picMkLst>
            <pc:docMk/>
            <pc:sldMk cId="2104981714" sldId="360"/>
            <ac:picMk id="5" creationId="{07F49C2F-A6D3-2BEA-DDF5-61B616ECDC78}"/>
          </ac:picMkLst>
        </pc:picChg>
        <pc:picChg chg="add mod">
          <ac:chgData name="Catherine Ata" userId="4e21e26771b92a65" providerId="LiveId" clId="{9FDA7C9A-F82E-494F-9180-4A581E902B38}" dt="2024-08-30T21:09:23.234" v="8920" actId="1076"/>
          <ac:picMkLst>
            <pc:docMk/>
            <pc:sldMk cId="2104981714" sldId="360"/>
            <ac:picMk id="7" creationId="{9B9A48EF-4F24-D6FA-0728-E0E2290E49FE}"/>
          </ac:picMkLst>
        </pc:picChg>
        <pc:cxnChg chg="add mod">
          <ac:chgData name="Catherine Ata" userId="4e21e26771b92a65" providerId="LiveId" clId="{9FDA7C9A-F82E-494F-9180-4A581E902B38}" dt="2024-08-30T21:09:30.504" v="8921" actId="14100"/>
          <ac:cxnSpMkLst>
            <pc:docMk/>
            <pc:sldMk cId="2104981714" sldId="360"/>
            <ac:cxnSpMk id="17" creationId="{C32561CF-7406-47BA-115D-6145A092D697}"/>
          </ac:cxnSpMkLst>
        </pc:cxnChg>
        <pc:cxnChg chg="add mod">
          <ac:chgData name="Catherine Ata" userId="4e21e26771b92a65" providerId="LiveId" clId="{9FDA7C9A-F82E-494F-9180-4A581E902B38}" dt="2024-08-30T21:09:45.499" v="8924" actId="14100"/>
          <ac:cxnSpMkLst>
            <pc:docMk/>
            <pc:sldMk cId="2104981714" sldId="360"/>
            <ac:cxnSpMk id="18" creationId="{48CC2959-F4F6-3C1D-652D-F7894655245F}"/>
          </ac:cxnSpMkLst>
        </pc:cxnChg>
        <pc:cxnChg chg="add mod">
          <ac:chgData name="Catherine Ata" userId="4e21e26771b92a65" providerId="LiveId" clId="{9FDA7C9A-F82E-494F-9180-4A581E902B38}" dt="2024-08-30T21:09:55.970" v="8925" actId="14100"/>
          <ac:cxnSpMkLst>
            <pc:docMk/>
            <pc:sldMk cId="2104981714" sldId="360"/>
            <ac:cxnSpMk id="21" creationId="{152ABCF4-2C21-787F-3A3E-6D6D249A82AB}"/>
          </ac:cxnSpMkLst>
        </pc:cxnChg>
      </pc:sldChg>
      <pc:sldChg chg="addSp delSp modSp add mod">
        <pc:chgData name="Catherine Ata" userId="4e21e26771b92a65" providerId="LiveId" clId="{9FDA7C9A-F82E-494F-9180-4A581E902B38}" dt="2024-08-31T00:34:57.570" v="13509" actId="113"/>
        <pc:sldMkLst>
          <pc:docMk/>
          <pc:sldMk cId="3749720742" sldId="361"/>
        </pc:sldMkLst>
        <pc:spChg chg="add mod">
          <ac:chgData name="Catherine Ata" userId="4e21e26771b92a65" providerId="LiveId" clId="{9FDA7C9A-F82E-494F-9180-4A581E902B38}" dt="2024-08-30T21:16:26.408" v="9111" actId="1037"/>
          <ac:spMkLst>
            <pc:docMk/>
            <pc:sldMk cId="3749720742" sldId="361"/>
            <ac:spMk id="3" creationId="{1F220C5E-0928-7740-815B-72DE95441AE3}"/>
          </ac:spMkLst>
        </pc:spChg>
        <pc:spChg chg="mod">
          <ac:chgData name="Catherine Ata" userId="4e21e26771b92a65" providerId="LiveId" clId="{9FDA7C9A-F82E-494F-9180-4A581E902B38}" dt="2024-08-31T00:33:46.258" v="13491" actId="255"/>
          <ac:spMkLst>
            <pc:docMk/>
            <pc:sldMk cId="3749720742" sldId="361"/>
            <ac:spMk id="4" creationId="{CCE1343B-D448-0F3D-2A82-B1953503574C}"/>
          </ac:spMkLst>
        </pc:spChg>
        <pc:spChg chg="mod">
          <ac:chgData name="Catherine Ata" userId="4e21e26771b92a65" providerId="LiveId" clId="{9FDA7C9A-F82E-494F-9180-4A581E902B38}" dt="2024-08-31T00:34:57.570" v="13509" actId="113"/>
          <ac:spMkLst>
            <pc:docMk/>
            <pc:sldMk cId="3749720742" sldId="361"/>
            <ac:spMk id="9" creationId="{D94236F3-5D84-7ABC-F96B-9130681F868A}"/>
          </ac:spMkLst>
        </pc:spChg>
        <pc:spChg chg="mod">
          <ac:chgData name="Catherine Ata" userId="4e21e26771b92a65" providerId="LiveId" clId="{9FDA7C9A-F82E-494F-9180-4A581E902B38}" dt="2024-08-30T21:16:26.408" v="9111" actId="1037"/>
          <ac:spMkLst>
            <pc:docMk/>
            <pc:sldMk cId="3749720742" sldId="361"/>
            <ac:spMk id="10" creationId="{10047D12-8DB7-4866-FFFA-58AA2677B6A5}"/>
          </ac:spMkLst>
        </pc:spChg>
        <pc:spChg chg="mod">
          <ac:chgData name="Catherine Ata" userId="4e21e26771b92a65" providerId="LiveId" clId="{9FDA7C9A-F82E-494F-9180-4A581E902B38}" dt="2024-08-30T21:16:52.625" v="9116" actId="14100"/>
          <ac:spMkLst>
            <pc:docMk/>
            <pc:sldMk cId="3749720742" sldId="361"/>
            <ac:spMk id="11" creationId="{35AD369B-40E8-34D5-FDF0-ED186555B754}"/>
          </ac:spMkLst>
        </pc:spChg>
        <pc:spChg chg="mod">
          <ac:chgData name="Catherine Ata" userId="4e21e26771b92a65" providerId="LiveId" clId="{9FDA7C9A-F82E-494F-9180-4A581E902B38}" dt="2024-08-30T21:16:26.408" v="9111" actId="1037"/>
          <ac:spMkLst>
            <pc:docMk/>
            <pc:sldMk cId="3749720742" sldId="361"/>
            <ac:spMk id="12" creationId="{1A34789F-A894-754B-C649-AB7C188F2DB0}"/>
          </ac:spMkLst>
        </pc:spChg>
        <pc:spChg chg="mod">
          <ac:chgData name="Catherine Ata" userId="4e21e26771b92a65" providerId="LiveId" clId="{9FDA7C9A-F82E-494F-9180-4A581E902B38}" dt="2024-08-30T21:17:06.551" v="9121" actId="14100"/>
          <ac:spMkLst>
            <pc:docMk/>
            <pc:sldMk cId="3749720742" sldId="361"/>
            <ac:spMk id="13" creationId="{9E5C0599-F403-7D5B-08DB-77598D0B6A4A}"/>
          </ac:spMkLst>
        </pc:spChg>
        <pc:spChg chg="mod">
          <ac:chgData name="Catherine Ata" userId="4e21e26771b92a65" providerId="LiveId" clId="{9FDA7C9A-F82E-494F-9180-4A581E902B38}" dt="2024-08-30T21:16:33.586" v="9112" actId="1036"/>
          <ac:spMkLst>
            <pc:docMk/>
            <pc:sldMk cId="3749720742" sldId="361"/>
            <ac:spMk id="14" creationId="{4E93A582-500F-7B45-4953-7D03DD11D05F}"/>
          </ac:spMkLst>
        </pc:spChg>
        <pc:spChg chg="mod">
          <ac:chgData name="Catherine Ata" userId="4e21e26771b92a65" providerId="LiveId" clId="{9FDA7C9A-F82E-494F-9180-4A581E902B38}" dt="2024-08-30T21:17:23.783" v="9126" actId="1036"/>
          <ac:spMkLst>
            <pc:docMk/>
            <pc:sldMk cId="3749720742" sldId="361"/>
            <ac:spMk id="15" creationId="{F90B61AA-6CD3-1F11-C7D6-5C2CBDD65922}"/>
          </ac:spMkLst>
        </pc:spChg>
        <pc:spChg chg="add mod">
          <ac:chgData name="Catherine Ata" userId="4e21e26771b92a65" providerId="LiveId" clId="{9FDA7C9A-F82E-494F-9180-4A581E902B38}" dt="2024-08-30T21:16:00.531" v="9089" actId="1076"/>
          <ac:spMkLst>
            <pc:docMk/>
            <pc:sldMk cId="3749720742" sldId="361"/>
            <ac:spMk id="24" creationId="{5C3A1890-97D7-EF83-CDA6-A99E5FDF740B}"/>
          </ac:spMkLst>
        </pc:spChg>
        <pc:spChg chg="add del">
          <ac:chgData name="Catherine Ata" userId="4e21e26771b92a65" providerId="LiveId" clId="{9FDA7C9A-F82E-494F-9180-4A581E902B38}" dt="2024-08-30T21:14:08.392" v="9038" actId="22"/>
          <ac:spMkLst>
            <pc:docMk/>
            <pc:sldMk cId="3749720742" sldId="361"/>
            <ac:spMk id="26" creationId="{91396C1E-F459-FA79-6BCD-23ABCB846208}"/>
          </ac:spMkLst>
        </pc:spChg>
        <pc:spChg chg="add mod">
          <ac:chgData name="Catherine Ata" userId="4e21e26771b92a65" providerId="LiveId" clId="{9FDA7C9A-F82E-494F-9180-4A581E902B38}" dt="2024-08-30T21:16:08.766" v="9091" actId="571"/>
          <ac:spMkLst>
            <pc:docMk/>
            <pc:sldMk cId="3749720742" sldId="361"/>
            <ac:spMk id="28" creationId="{4D0DD664-3B12-3AFA-0104-421153BFCBAD}"/>
          </ac:spMkLst>
        </pc:spChg>
        <pc:spChg chg="add mod">
          <ac:chgData name="Catherine Ata" userId="4e21e26771b92a65" providerId="LiveId" clId="{9FDA7C9A-F82E-494F-9180-4A581E902B38}" dt="2024-08-30T21:16:08.766" v="9091" actId="571"/>
          <ac:spMkLst>
            <pc:docMk/>
            <pc:sldMk cId="3749720742" sldId="361"/>
            <ac:spMk id="29" creationId="{3534A5C4-0A28-79F3-5B72-9BE41FD45084}"/>
          </ac:spMkLst>
        </pc:spChg>
        <pc:spChg chg="add mod">
          <ac:chgData name="Catherine Ata" userId="4e21e26771b92a65" providerId="LiveId" clId="{9FDA7C9A-F82E-494F-9180-4A581E902B38}" dt="2024-08-30T21:16:08.766" v="9091" actId="571"/>
          <ac:spMkLst>
            <pc:docMk/>
            <pc:sldMk cId="3749720742" sldId="361"/>
            <ac:spMk id="30" creationId="{D6ED17BF-8A9A-ACEB-0B09-877CA604E5BB}"/>
          </ac:spMkLst>
        </pc:spChg>
        <pc:spChg chg="add mod">
          <ac:chgData name="Catherine Ata" userId="4e21e26771b92a65" providerId="LiveId" clId="{9FDA7C9A-F82E-494F-9180-4A581E902B38}" dt="2024-08-30T21:19:43.892" v="9210" actId="1037"/>
          <ac:spMkLst>
            <pc:docMk/>
            <pc:sldMk cId="3749720742" sldId="361"/>
            <ac:spMk id="33" creationId="{11F9A44A-49C1-8B89-DF99-A4D5E554CB7D}"/>
          </ac:spMkLst>
        </pc:spChg>
        <pc:spChg chg="add mod">
          <ac:chgData name="Catherine Ata" userId="4e21e26771b92a65" providerId="LiveId" clId="{9FDA7C9A-F82E-494F-9180-4A581E902B38}" dt="2024-08-30T21:19:56.688" v="9281" actId="1037"/>
          <ac:spMkLst>
            <pc:docMk/>
            <pc:sldMk cId="3749720742" sldId="361"/>
            <ac:spMk id="34" creationId="{87C55819-2769-CD0F-35AD-FD266C7DAD64}"/>
          </ac:spMkLst>
        </pc:spChg>
        <pc:picChg chg="mod">
          <ac:chgData name="Catherine Ata" userId="4e21e26771b92a65" providerId="LiveId" clId="{9FDA7C9A-F82E-494F-9180-4A581E902B38}" dt="2024-08-30T21:15:56.764" v="9088" actId="1076"/>
          <ac:picMkLst>
            <pc:docMk/>
            <pc:sldMk cId="3749720742" sldId="361"/>
            <ac:picMk id="5" creationId="{07F49C2F-A6D3-2BEA-DDF5-61B616ECDC78}"/>
          </ac:picMkLst>
        </pc:picChg>
        <pc:picChg chg="mod">
          <ac:chgData name="Catherine Ata" userId="4e21e26771b92a65" providerId="LiveId" clId="{9FDA7C9A-F82E-494F-9180-4A581E902B38}" dt="2024-08-30T21:17:57.212" v="9130" actId="1076"/>
          <ac:picMkLst>
            <pc:docMk/>
            <pc:sldMk cId="3749720742" sldId="361"/>
            <ac:picMk id="7" creationId="{9B9A48EF-4F24-D6FA-0728-E0E2290E49FE}"/>
          </ac:picMkLst>
        </pc:picChg>
        <pc:picChg chg="add mod">
          <ac:chgData name="Catherine Ata" userId="4e21e26771b92a65" providerId="LiveId" clId="{9FDA7C9A-F82E-494F-9180-4A581E902B38}" dt="2024-08-30T21:16:08.766" v="9091" actId="571"/>
          <ac:picMkLst>
            <pc:docMk/>
            <pc:sldMk cId="3749720742" sldId="361"/>
            <ac:picMk id="27" creationId="{AF7FBDF8-3688-E79E-48C3-9740EEA6B641}"/>
          </ac:picMkLst>
        </pc:picChg>
        <pc:cxnChg chg="mod">
          <ac:chgData name="Catherine Ata" userId="4e21e26771b92a65" providerId="LiveId" clId="{9FDA7C9A-F82E-494F-9180-4A581E902B38}" dt="2024-08-30T21:16:58.695" v="9117" actId="14100"/>
          <ac:cxnSpMkLst>
            <pc:docMk/>
            <pc:sldMk cId="3749720742" sldId="361"/>
            <ac:cxnSpMk id="17" creationId="{C32561CF-7406-47BA-115D-6145A092D697}"/>
          </ac:cxnSpMkLst>
        </pc:cxnChg>
        <pc:cxnChg chg="mod">
          <ac:chgData name="Catherine Ata" userId="4e21e26771b92a65" providerId="LiveId" clId="{9FDA7C9A-F82E-494F-9180-4A581E902B38}" dt="2024-08-30T21:16:26.408" v="9111" actId="1037"/>
          <ac:cxnSpMkLst>
            <pc:docMk/>
            <pc:sldMk cId="3749720742" sldId="361"/>
            <ac:cxnSpMk id="18" creationId="{48CC2959-F4F6-3C1D-652D-F7894655245F}"/>
          </ac:cxnSpMkLst>
        </pc:cxnChg>
        <pc:cxnChg chg="mod">
          <ac:chgData name="Catherine Ata" userId="4e21e26771b92a65" providerId="LiveId" clId="{9FDA7C9A-F82E-494F-9180-4A581E902B38}" dt="2024-08-30T21:17:41.188" v="9128" actId="14100"/>
          <ac:cxnSpMkLst>
            <pc:docMk/>
            <pc:sldMk cId="3749720742" sldId="361"/>
            <ac:cxnSpMk id="21" creationId="{152ABCF4-2C21-787F-3A3E-6D6D249A82AB}"/>
          </ac:cxnSpMkLst>
        </pc:cxnChg>
      </pc:sldChg>
      <pc:sldChg chg="addSp delSp modSp add mod">
        <pc:chgData name="Catherine Ata" userId="4e21e26771b92a65" providerId="LiveId" clId="{9FDA7C9A-F82E-494F-9180-4A581E902B38}" dt="2024-08-31T00:33:54.336" v="13492" actId="255"/>
        <pc:sldMkLst>
          <pc:docMk/>
          <pc:sldMk cId="418611904" sldId="362"/>
        </pc:sldMkLst>
        <pc:spChg chg="mod">
          <ac:chgData name="Catherine Ata" userId="4e21e26771b92a65" providerId="LiveId" clId="{9FDA7C9A-F82E-494F-9180-4A581E902B38}" dt="2024-08-30T21:30:43.356" v="9331" actId="1038"/>
          <ac:spMkLst>
            <pc:docMk/>
            <pc:sldMk cId="418611904" sldId="362"/>
            <ac:spMk id="3" creationId="{1F220C5E-0928-7740-815B-72DE95441AE3}"/>
          </ac:spMkLst>
        </pc:spChg>
        <pc:spChg chg="mod">
          <ac:chgData name="Catherine Ata" userId="4e21e26771b92a65" providerId="LiveId" clId="{9FDA7C9A-F82E-494F-9180-4A581E902B38}" dt="2024-08-31T00:33:54.336" v="13492" actId="255"/>
          <ac:spMkLst>
            <pc:docMk/>
            <pc:sldMk cId="418611904" sldId="362"/>
            <ac:spMk id="4" creationId="{CCE1343B-D448-0F3D-2A82-B1953503574C}"/>
          </ac:spMkLst>
        </pc:spChg>
        <pc:spChg chg="mod">
          <ac:chgData name="Catherine Ata" userId="4e21e26771b92a65" providerId="LiveId" clId="{9FDA7C9A-F82E-494F-9180-4A581E902B38}" dt="2024-08-30T21:53:01.472" v="9721" actId="20577"/>
          <ac:spMkLst>
            <pc:docMk/>
            <pc:sldMk cId="418611904" sldId="362"/>
            <ac:spMk id="9" creationId="{D94236F3-5D84-7ABC-F96B-9130681F868A}"/>
          </ac:spMkLst>
        </pc:spChg>
        <pc:spChg chg="mod">
          <ac:chgData name="Catherine Ata" userId="4e21e26771b92a65" providerId="LiveId" clId="{9FDA7C9A-F82E-494F-9180-4A581E902B38}" dt="2024-08-30T21:41:31.748" v="9439" actId="14100"/>
          <ac:spMkLst>
            <pc:docMk/>
            <pc:sldMk cId="418611904" sldId="362"/>
            <ac:spMk id="10" creationId="{10047D12-8DB7-4866-FFFA-58AA2677B6A5}"/>
          </ac:spMkLst>
        </pc:spChg>
        <pc:spChg chg="mod">
          <ac:chgData name="Catherine Ata" userId="4e21e26771b92a65" providerId="LiveId" clId="{9FDA7C9A-F82E-494F-9180-4A581E902B38}" dt="2024-08-30T21:41:51.021" v="9451" actId="1036"/>
          <ac:spMkLst>
            <pc:docMk/>
            <pc:sldMk cId="418611904" sldId="362"/>
            <ac:spMk id="11" creationId="{35AD369B-40E8-34D5-FDF0-ED186555B754}"/>
          </ac:spMkLst>
        </pc:spChg>
        <pc:spChg chg="mod">
          <ac:chgData name="Catherine Ata" userId="4e21e26771b92a65" providerId="LiveId" clId="{9FDA7C9A-F82E-494F-9180-4A581E902B38}" dt="2024-08-30T21:41:21.524" v="9437" actId="14100"/>
          <ac:spMkLst>
            <pc:docMk/>
            <pc:sldMk cId="418611904" sldId="362"/>
            <ac:spMk id="12" creationId="{1A34789F-A894-754B-C649-AB7C188F2DB0}"/>
          </ac:spMkLst>
        </pc:spChg>
        <pc:spChg chg="mod">
          <ac:chgData name="Catherine Ata" userId="4e21e26771b92a65" providerId="LiveId" clId="{9FDA7C9A-F82E-494F-9180-4A581E902B38}" dt="2024-08-30T21:42:11.789" v="9460" actId="1037"/>
          <ac:spMkLst>
            <pc:docMk/>
            <pc:sldMk cId="418611904" sldId="362"/>
            <ac:spMk id="13" creationId="{9E5C0599-F403-7D5B-08DB-77598D0B6A4A}"/>
          </ac:spMkLst>
        </pc:spChg>
        <pc:spChg chg="mod">
          <ac:chgData name="Catherine Ata" userId="4e21e26771b92a65" providerId="LiveId" clId="{9FDA7C9A-F82E-494F-9180-4A581E902B38}" dt="2024-08-30T21:35:30.320" v="9398" actId="1076"/>
          <ac:spMkLst>
            <pc:docMk/>
            <pc:sldMk cId="418611904" sldId="362"/>
            <ac:spMk id="14" creationId="{4E93A582-500F-7B45-4953-7D03DD11D05F}"/>
          </ac:spMkLst>
        </pc:spChg>
        <pc:spChg chg="mod">
          <ac:chgData name="Catherine Ata" userId="4e21e26771b92a65" providerId="LiveId" clId="{9FDA7C9A-F82E-494F-9180-4A581E902B38}" dt="2024-08-30T21:35:38.562" v="9399" actId="1076"/>
          <ac:spMkLst>
            <pc:docMk/>
            <pc:sldMk cId="418611904" sldId="362"/>
            <ac:spMk id="15" creationId="{F90B61AA-6CD3-1F11-C7D6-5C2CBDD65922}"/>
          </ac:spMkLst>
        </pc:spChg>
        <pc:spChg chg="add mod">
          <ac:chgData name="Catherine Ata" userId="4e21e26771b92a65" providerId="LiveId" clId="{9FDA7C9A-F82E-494F-9180-4A581E902B38}" dt="2024-08-30T21:41:51.021" v="9451" actId="1036"/>
          <ac:spMkLst>
            <pc:docMk/>
            <pc:sldMk cId="418611904" sldId="362"/>
            <ac:spMk id="19" creationId="{096F97DE-2E58-B919-B7DC-3CE0CAE4435D}"/>
          </ac:spMkLst>
        </pc:spChg>
        <pc:spChg chg="add mod">
          <ac:chgData name="Catherine Ata" userId="4e21e26771b92a65" providerId="LiveId" clId="{9FDA7C9A-F82E-494F-9180-4A581E902B38}" dt="2024-08-30T21:42:11.789" v="9460" actId="1037"/>
          <ac:spMkLst>
            <pc:docMk/>
            <pc:sldMk cId="418611904" sldId="362"/>
            <ac:spMk id="20" creationId="{DB4F3047-EFFF-EB59-5452-03E89A3DD2F5}"/>
          </ac:spMkLst>
        </pc:spChg>
        <pc:spChg chg="add mod">
          <ac:chgData name="Catherine Ata" userId="4e21e26771b92a65" providerId="LiveId" clId="{9FDA7C9A-F82E-494F-9180-4A581E902B38}" dt="2024-08-30T21:36:24.947" v="9404" actId="20577"/>
          <ac:spMkLst>
            <pc:docMk/>
            <pc:sldMk cId="418611904" sldId="362"/>
            <ac:spMk id="22" creationId="{63FD821D-1273-A829-AF59-C6FD1E5BBA37}"/>
          </ac:spMkLst>
        </pc:spChg>
        <pc:spChg chg="add mod">
          <ac:chgData name="Catherine Ata" userId="4e21e26771b92a65" providerId="LiveId" clId="{9FDA7C9A-F82E-494F-9180-4A581E902B38}" dt="2024-08-30T21:33:57.117" v="9389" actId="20577"/>
          <ac:spMkLst>
            <pc:docMk/>
            <pc:sldMk cId="418611904" sldId="362"/>
            <ac:spMk id="23" creationId="{C1A7EC92-A175-3219-4A18-8560F63EEE63}"/>
          </ac:spMkLst>
        </pc:spChg>
        <pc:spChg chg="del">
          <ac:chgData name="Catherine Ata" userId="4e21e26771b92a65" providerId="LiveId" clId="{9FDA7C9A-F82E-494F-9180-4A581E902B38}" dt="2024-08-30T21:29:11.181" v="9312" actId="478"/>
          <ac:spMkLst>
            <pc:docMk/>
            <pc:sldMk cId="418611904" sldId="362"/>
            <ac:spMk id="24" creationId="{5C3A1890-97D7-EF83-CDA6-A99E5FDF740B}"/>
          </ac:spMkLst>
        </pc:spChg>
        <pc:spChg chg="del">
          <ac:chgData name="Catherine Ata" userId="4e21e26771b92a65" providerId="LiveId" clId="{9FDA7C9A-F82E-494F-9180-4A581E902B38}" dt="2024-08-30T21:29:19.766" v="9315" actId="478"/>
          <ac:spMkLst>
            <pc:docMk/>
            <pc:sldMk cId="418611904" sldId="362"/>
            <ac:spMk id="33" creationId="{11F9A44A-49C1-8B89-DF99-A4D5E554CB7D}"/>
          </ac:spMkLst>
        </pc:spChg>
        <pc:spChg chg="del">
          <ac:chgData name="Catherine Ata" userId="4e21e26771b92a65" providerId="LiveId" clId="{9FDA7C9A-F82E-494F-9180-4A581E902B38}" dt="2024-08-30T21:29:22.165" v="9316" actId="478"/>
          <ac:spMkLst>
            <pc:docMk/>
            <pc:sldMk cId="418611904" sldId="362"/>
            <ac:spMk id="34" creationId="{87C55819-2769-CD0F-35AD-FD266C7DAD64}"/>
          </ac:spMkLst>
        </pc:spChg>
        <pc:picChg chg="add del mod">
          <ac:chgData name="Catherine Ata" userId="4e21e26771b92a65" providerId="LiveId" clId="{9FDA7C9A-F82E-494F-9180-4A581E902B38}" dt="2024-08-30T21:36:48.183" v="9408" actId="1076"/>
          <ac:picMkLst>
            <pc:docMk/>
            <pc:sldMk cId="418611904" sldId="362"/>
            <ac:picMk id="5" creationId="{07F49C2F-A6D3-2BEA-DDF5-61B616ECDC78}"/>
          </ac:picMkLst>
        </pc:picChg>
        <pc:picChg chg="del">
          <ac:chgData name="Catherine Ata" userId="4e21e26771b92a65" providerId="LiveId" clId="{9FDA7C9A-F82E-494F-9180-4A581E902B38}" dt="2024-08-30T21:22:51.262" v="9283" actId="478"/>
          <ac:picMkLst>
            <pc:docMk/>
            <pc:sldMk cId="418611904" sldId="362"/>
            <ac:picMk id="7" creationId="{9B9A48EF-4F24-D6FA-0728-E0E2290E49FE}"/>
          </ac:picMkLst>
        </pc:picChg>
        <pc:picChg chg="add mod">
          <ac:chgData name="Catherine Ata" userId="4e21e26771b92a65" providerId="LiveId" clId="{9FDA7C9A-F82E-494F-9180-4A581E902B38}" dt="2024-08-30T21:30:21.257" v="9319" actId="1076"/>
          <ac:picMkLst>
            <pc:docMk/>
            <pc:sldMk cId="418611904" sldId="362"/>
            <ac:picMk id="16" creationId="{1822483C-215F-606E-A3F3-2AE0DB3ADE0D}"/>
          </ac:picMkLst>
        </pc:picChg>
        <pc:cxnChg chg="mod">
          <ac:chgData name="Catherine Ata" userId="4e21e26771b92a65" providerId="LiveId" clId="{9FDA7C9A-F82E-494F-9180-4A581E902B38}" dt="2024-08-30T21:37:43.187" v="9415" actId="14100"/>
          <ac:cxnSpMkLst>
            <pc:docMk/>
            <pc:sldMk cId="418611904" sldId="362"/>
            <ac:cxnSpMk id="17" creationId="{C32561CF-7406-47BA-115D-6145A092D697}"/>
          </ac:cxnSpMkLst>
        </pc:cxnChg>
        <pc:cxnChg chg="mod">
          <ac:chgData name="Catherine Ata" userId="4e21e26771b92a65" providerId="LiveId" clId="{9FDA7C9A-F82E-494F-9180-4A581E902B38}" dt="2024-08-30T21:42:23.722" v="9461" actId="14100"/>
          <ac:cxnSpMkLst>
            <pc:docMk/>
            <pc:sldMk cId="418611904" sldId="362"/>
            <ac:cxnSpMk id="18" creationId="{48CC2959-F4F6-3C1D-652D-F7894655245F}"/>
          </ac:cxnSpMkLst>
        </pc:cxnChg>
        <pc:cxnChg chg="mod">
          <ac:chgData name="Catherine Ata" userId="4e21e26771b92a65" providerId="LiveId" clId="{9FDA7C9A-F82E-494F-9180-4A581E902B38}" dt="2024-08-30T21:36:39.170" v="9406" actId="14100"/>
          <ac:cxnSpMkLst>
            <pc:docMk/>
            <pc:sldMk cId="418611904" sldId="362"/>
            <ac:cxnSpMk id="21" creationId="{152ABCF4-2C21-787F-3A3E-6D6D249A82AB}"/>
          </ac:cxnSpMkLst>
        </pc:cxnChg>
      </pc:sldChg>
      <pc:sldChg chg="addSp delSp modSp add mod">
        <pc:chgData name="Catherine Ata" userId="4e21e26771b92a65" providerId="LiveId" clId="{9FDA7C9A-F82E-494F-9180-4A581E902B38}" dt="2024-08-30T22:14:51.884" v="10549" actId="1038"/>
        <pc:sldMkLst>
          <pc:docMk/>
          <pc:sldMk cId="1605797825" sldId="363"/>
        </pc:sldMkLst>
        <pc:spChg chg="mod">
          <ac:chgData name="Catherine Ata" userId="4e21e26771b92a65" providerId="LiveId" clId="{9FDA7C9A-F82E-494F-9180-4A581E902B38}" dt="2024-08-30T22:06:06.622" v="10045" actId="20577"/>
          <ac:spMkLst>
            <pc:docMk/>
            <pc:sldMk cId="1605797825" sldId="363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0T22:13:17.053" v="10396" actId="20577"/>
          <ac:spMkLst>
            <pc:docMk/>
            <pc:sldMk cId="1605797825" sldId="363"/>
            <ac:spMk id="4" creationId="{CCE1343B-D448-0F3D-2A82-B1953503574C}"/>
          </ac:spMkLst>
        </pc:spChg>
        <pc:spChg chg="add mod">
          <ac:chgData name="Catherine Ata" userId="4e21e26771b92a65" providerId="LiveId" clId="{9FDA7C9A-F82E-494F-9180-4A581E902B38}" dt="2024-08-30T22:14:22.226" v="10498" actId="1076"/>
          <ac:spMkLst>
            <pc:docMk/>
            <pc:sldMk cId="1605797825" sldId="363"/>
            <ac:spMk id="7" creationId="{99920009-AA3B-E45C-F5E2-799208F1F7E4}"/>
          </ac:spMkLst>
        </pc:spChg>
        <pc:spChg chg="add mod">
          <ac:chgData name="Catherine Ata" userId="4e21e26771b92a65" providerId="LiveId" clId="{9FDA7C9A-F82E-494F-9180-4A581E902B38}" dt="2024-08-30T22:13:56.754" v="10464" actId="1038"/>
          <ac:spMkLst>
            <pc:docMk/>
            <pc:sldMk cId="1605797825" sldId="363"/>
            <ac:spMk id="10" creationId="{151098C8-90A2-7327-E864-46C551EC490A}"/>
          </ac:spMkLst>
        </pc:spChg>
        <pc:spChg chg="add mod">
          <ac:chgData name="Catherine Ata" userId="4e21e26771b92a65" providerId="LiveId" clId="{9FDA7C9A-F82E-494F-9180-4A581E902B38}" dt="2024-08-30T22:14:51.884" v="10549" actId="1038"/>
          <ac:spMkLst>
            <pc:docMk/>
            <pc:sldMk cId="1605797825" sldId="363"/>
            <ac:spMk id="11" creationId="{971CFD98-DB72-9DF5-8AC5-B18949E801B7}"/>
          </ac:spMkLst>
        </pc:spChg>
        <pc:spChg chg="add mod">
          <ac:chgData name="Catherine Ata" userId="4e21e26771b92a65" providerId="LiveId" clId="{9FDA7C9A-F82E-494F-9180-4A581E902B38}" dt="2024-08-30T22:14:15.747" v="10497" actId="1038"/>
          <ac:spMkLst>
            <pc:docMk/>
            <pc:sldMk cId="1605797825" sldId="363"/>
            <ac:spMk id="12" creationId="{E167B057-55C3-1CE8-844A-B666C8A25C3A}"/>
          </ac:spMkLst>
        </pc:spChg>
        <pc:spChg chg="add mod">
          <ac:chgData name="Catherine Ata" userId="4e21e26771b92a65" providerId="LiveId" clId="{9FDA7C9A-F82E-494F-9180-4A581E902B38}" dt="2024-08-30T22:14:44.885" v="10536" actId="1037"/>
          <ac:spMkLst>
            <pc:docMk/>
            <pc:sldMk cId="1605797825" sldId="363"/>
            <ac:spMk id="13" creationId="{175F5B89-97BE-C035-848E-9D8498E46750}"/>
          </ac:spMkLst>
        </pc:spChg>
        <pc:spChg chg="add mod">
          <ac:chgData name="Catherine Ata" userId="4e21e26771b92a65" providerId="LiveId" clId="{9FDA7C9A-F82E-494F-9180-4A581E902B38}" dt="2024-08-30T22:13:38.412" v="10400" actId="571"/>
          <ac:spMkLst>
            <pc:docMk/>
            <pc:sldMk cId="1605797825" sldId="363"/>
            <ac:spMk id="15" creationId="{2B9F496C-168B-FCE8-915E-FB0A4B49C406}"/>
          </ac:spMkLst>
        </pc:spChg>
        <pc:spChg chg="add mod">
          <ac:chgData name="Catherine Ata" userId="4e21e26771b92a65" providerId="LiveId" clId="{9FDA7C9A-F82E-494F-9180-4A581E902B38}" dt="2024-08-30T22:13:34.817" v="10399" actId="571"/>
          <ac:spMkLst>
            <pc:docMk/>
            <pc:sldMk cId="1605797825" sldId="363"/>
            <ac:spMk id="17" creationId="{4B0F2968-9D5A-D3F6-E165-0B11F779276C}"/>
          </ac:spMkLst>
        </pc:spChg>
        <pc:picChg chg="del">
          <ac:chgData name="Catherine Ata" userId="4e21e26771b92a65" providerId="LiveId" clId="{9FDA7C9A-F82E-494F-9180-4A581E902B38}" dt="2024-08-30T22:08:36.824" v="10177" actId="478"/>
          <ac:picMkLst>
            <pc:docMk/>
            <pc:sldMk cId="1605797825" sldId="363"/>
            <ac:picMk id="5" creationId="{8112B7B4-BFC9-7DD2-3886-3C0683962658}"/>
          </ac:picMkLst>
        </pc:picChg>
        <pc:picChg chg="add mod">
          <ac:chgData name="Catherine Ata" userId="4e21e26771b92a65" providerId="LiveId" clId="{9FDA7C9A-F82E-494F-9180-4A581E902B38}" dt="2024-08-30T22:14:36.828" v="10519" actId="1035"/>
          <ac:picMkLst>
            <pc:docMk/>
            <pc:sldMk cId="1605797825" sldId="363"/>
            <ac:picMk id="6" creationId="{B2C38B63-4E48-6C86-6C42-66B3BAFC5338}"/>
          </ac:picMkLst>
        </pc:picChg>
        <pc:picChg chg="mod">
          <ac:chgData name="Catherine Ata" userId="4e21e26771b92a65" providerId="LiveId" clId="{9FDA7C9A-F82E-494F-9180-4A581E902B38}" dt="2024-08-30T22:13:56.754" v="10464" actId="1038"/>
          <ac:picMkLst>
            <pc:docMk/>
            <pc:sldMk cId="1605797825" sldId="363"/>
            <ac:picMk id="9" creationId="{1DB8C89B-57D3-7473-F72F-0A3D834FACFA}"/>
          </ac:picMkLst>
        </pc:picChg>
        <pc:picChg chg="add mod">
          <ac:chgData name="Catherine Ata" userId="4e21e26771b92a65" providerId="LiveId" clId="{9FDA7C9A-F82E-494F-9180-4A581E902B38}" dt="2024-08-30T22:13:38.412" v="10400" actId="571"/>
          <ac:picMkLst>
            <pc:docMk/>
            <pc:sldMk cId="1605797825" sldId="363"/>
            <ac:picMk id="14" creationId="{E371202D-4ECB-F04D-41A7-F384CF06484B}"/>
          </ac:picMkLst>
        </pc:picChg>
        <pc:picChg chg="add mod">
          <ac:chgData name="Catherine Ata" userId="4e21e26771b92a65" providerId="LiveId" clId="{9FDA7C9A-F82E-494F-9180-4A581E902B38}" dt="2024-08-30T22:13:34.817" v="10399" actId="571"/>
          <ac:picMkLst>
            <pc:docMk/>
            <pc:sldMk cId="1605797825" sldId="363"/>
            <ac:picMk id="16" creationId="{743861E8-63E5-3842-92D6-41E5070C04EB}"/>
          </ac:picMkLst>
        </pc:picChg>
        <pc:picChg chg="add mod">
          <ac:chgData name="Catherine Ata" userId="4e21e26771b92a65" providerId="LiveId" clId="{9FDA7C9A-F82E-494F-9180-4A581E902B38}" dt="2024-08-30T22:14:29.758" v="10500" actId="571"/>
          <ac:picMkLst>
            <pc:docMk/>
            <pc:sldMk cId="1605797825" sldId="363"/>
            <ac:picMk id="18" creationId="{F6EFF084-D975-8E66-AB25-968DDE3C6348}"/>
          </ac:picMkLst>
        </pc:picChg>
      </pc:sldChg>
      <pc:sldChg chg="addSp delSp modSp add mod ord">
        <pc:chgData name="Catherine Ata" userId="4e21e26771b92a65" providerId="LiveId" clId="{9FDA7C9A-F82E-494F-9180-4A581E902B38}" dt="2024-08-31T00:32:27.001" v="13489" actId="14100"/>
        <pc:sldMkLst>
          <pc:docMk/>
          <pc:sldMk cId="3828745701" sldId="364"/>
        </pc:sldMkLst>
        <pc:spChg chg="mod">
          <ac:chgData name="Catherine Ata" userId="4e21e26771b92a65" providerId="LiveId" clId="{9FDA7C9A-F82E-494F-9180-4A581E902B38}" dt="2024-08-30T22:18:04.365" v="10576" actId="20577"/>
          <ac:spMkLst>
            <pc:docMk/>
            <pc:sldMk cId="3828745701" sldId="364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1T00:32:27.001" v="13489" actId="14100"/>
          <ac:spMkLst>
            <pc:docMk/>
            <pc:sldMk cId="3828745701" sldId="364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30T22:23:19.794" v="10830" actId="478"/>
          <ac:picMkLst>
            <pc:docMk/>
            <pc:sldMk cId="3828745701" sldId="364"/>
            <ac:picMk id="5" creationId="{8112B7B4-BFC9-7DD2-3886-3C0683962658}"/>
          </ac:picMkLst>
        </pc:picChg>
        <pc:picChg chg="add mod">
          <ac:chgData name="Catherine Ata" userId="4e21e26771b92a65" providerId="LiveId" clId="{9FDA7C9A-F82E-494F-9180-4A581E902B38}" dt="2024-08-30T22:34:41.664" v="10849" actId="1076"/>
          <ac:picMkLst>
            <pc:docMk/>
            <pc:sldMk cId="3828745701" sldId="364"/>
            <ac:picMk id="6" creationId="{93B02AA2-D85A-2C6C-4F62-8D201361EEF8}"/>
          </ac:picMkLst>
        </pc:picChg>
        <pc:picChg chg="del">
          <ac:chgData name="Catherine Ata" userId="4e21e26771b92a65" providerId="LiveId" clId="{9FDA7C9A-F82E-494F-9180-4A581E902B38}" dt="2024-08-30T22:23:19.794" v="10830" actId="478"/>
          <ac:picMkLst>
            <pc:docMk/>
            <pc:sldMk cId="3828745701" sldId="364"/>
            <ac:picMk id="9" creationId="{1DB8C89B-57D3-7473-F72F-0A3D834FACFA}"/>
          </ac:picMkLst>
        </pc:picChg>
        <pc:picChg chg="add mod">
          <ac:chgData name="Catherine Ata" userId="4e21e26771b92a65" providerId="LiveId" clId="{9FDA7C9A-F82E-494F-9180-4A581E902B38}" dt="2024-08-30T22:34:39.995" v="10848" actId="1076"/>
          <ac:picMkLst>
            <pc:docMk/>
            <pc:sldMk cId="3828745701" sldId="364"/>
            <ac:picMk id="10" creationId="{FE3FA987-D8CD-D127-D87F-E1C7A7F1D6F5}"/>
          </ac:picMkLst>
        </pc:picChg>
      </pc:sldChg>
      <pc:sldChg chg="addSp delSp modSp add mod">
        <pc:chgData name="Catherine Ata" userId="4e21e26771b92a65" providerId="LiveId" clId="{9FDA7C9A-F82E-494F-9180-4A581E902B38}" dt="2024-08-31T00:31:15.073" v="13483" actId="14100"/>
        <pc:sldMkLst>
          <pc:docMk/>
          <pc:sldMk cId="506153516" sldId="365"/>
        </pc:sldMkLst>
        <pc:spChg chg="mod">
          <ac:chgData name="Catherine Ata" userId="4e21e26771b92a65" providerId="LiveId" clId="{9FDA7C9A-F82E-494F-9180-4A581E902B38}" dt="2024-08-31T00:31:15.073" v="13483" actId="14100"/>
          <ac:spMkLst>
            <pc:docMk/>
            <pc:sldMk cId="506153516" sldId="365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30T22:45:23.585" v="11352" actId="1076"/>
          <ac:picMkLst>
            <pc:docMk/>
            <pc:sldMk cId="506153516" sldId="365"/>
            <ac:picMk id="5" creationId="{A137B31D-9A99-8A53-81E4-1A5629D2B55E}"/>
          </ac:picMkLst>
        </pc:picChg>
        <pc:picChg chg="del">
          <ac:chgData name="Catherine Ata" userId="4e21e26771b92a65" providerId="LiveId" clId="{9FDA7C9A-F82E-494F-9180-4A581E902B38}" dt="2024-08-30T22:39:25.591" v="11141" actId="478"/>
          <ac:picMkLst>
            <pc:docMk/>
            <pc:sldMk cId="506153516" sldId="365"/>
            <ac:picMk id="6" creationId="{93B02AA2-D85A-2C6C-4F62-8D201361EEF8}"/>
          </ac:picMkLst>
        </pc:picChg>
        <pc:picChg chg="add mod">
          <ac:chgData name="Catherine Ata" userId="4e21e26771b92a65" providerId="LiveId" clId="{9FDA7C9A-F82E-494F-9180-4A581E902B38}" dt="2024-08-30T22:45:25.687" v="11353" actId="1076"/>
          <ac:picMkLst>
            <pc:docMk/>
            <pc:sldMk cId="506153516" sldId="365"/>
            <ac:picMk id="9" creationId="{F89F5BB8-225A-8595-CECB-12365AEB1ADD}"/>
          </ac:picMkLst>
        </pc:picChg>
        <pc:picChg chg="del">
          <ac:chgData name="Catherine Ata" userId="4e21e26771b92a65" providerId="LiveId" clId="{9FDA7C9A-F82E-494F-9180-4A581E902B38}" dt="2024-08-30T22:39:27.253" v="11142" actId="478"/>
          <ac:picMkLst>
            <pc:docMk/>
            <pc:sldMk cId="506153516" sldId="365"/>
            <ac:picMk id="10" creationId="{FE3FA987-D8CD-D127-D87F-E1C7A7F1D6F5}"/>
          </ac:picMkLst>
        </pc:picChg>
      </pc:sldChg>
      <pc:sldChg chg="addSp delSp modSp add mod">
        <pc:chgData name="Catherine Ata" userId="4e21e26771b92a65" providerId="LiveId" clId="{9FDA7C9A-F82E-494F-9180-4A581E902B38}" dt="2024-08-31T00:31:21.889" v="13484" actId="14100"/>
        <pc:sldMkLst>
          <pc:docMk/>
          <pc:sldMk cId="903645687" sldId="366"/>
        </pc:sldMkLst>
        <pc:spChg chg="mod">
          <ac:chgData name="Catherine Ata" userId="4e21e26771b92a65" providerId="LiveId" clId="{9FDA7C9A-F82E-494F-9180-4A581E902B38}" dt="2024-08-31T00:31:21.889" v="13484" actId="14100"/>
          <ac:spMkLst>
            <pc:docMk/>
            <pc:sldMk cId="903645687" sldId="366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30T22:47:25.957" v="11479" actId="478"/>
          <ac:picMkLst>
            <pc:docMk/>
            <pc:sldMk cId="903645687" sldId="366"/>
            <ac:picMk id="5" creationId="{A137B31D-9A99-8A53-81E4-1A5629D2B55E}"/>
          </ac:picMkLst>
        </pc:picChg>
        <pc:picChg chg="add mod ord">
          <ac:chgData name="Catherine Ata" userId="4e21e26771b92a65" providerId="LiveId" clId="{9FDA7C9A-F82E-494F-9180-4A581E902B38}" dt="2024-08-30T22:50:19.786" v="11508" actId="1076"/>
          <ac:picMkLst>
            <pc:docMk/>
            <pc:sldMk cId="903645687" sldId="366"/>
            <ac:picMk id="6" creationId="{1BB664B8-0153-251C-E46B-CFA45736578E}"/>
          </ac:picMkLst>
        </pc:picChg>
        <pc:picChg chg="del">
          <ac:chgData name="Catherine Ata" userId="4e21e26771b92a65" providerId="LiveId" clId="{9FDA7C9A-F82E-494F-9180-4A581E902B38}" dt="2024-08-30T22:47:25.957" v="11479" actId="478"/>
          <ac:picMkLst>
            <pc:docMk/>
            <pc:sldMk cId="903645687" sldId="366"/>
            <ac:picMk id="9" creationId="{F89F5BB8-225A-8595-CECB-12365AEB1ADD}"/>
          </ac:picMkLst>
        </pc:picChg>
        <pc:picChg chg="add mod ord">
          <ac:chgData name="Catherine Ata" userId="4e21e26771b92a65" providerId="LiveId" clId="{9FDA7C9A-F82E-494F-9180-4A581E902B38}" dt="2024-08-30T22:50:16.458" v="11507" actId="1076"/>
          <ac:picMkLst>
            <pc:docMk/>
            <pc:sldMk cId="903645687" sldId="366"/>
            <ac:picMk id="10" creationId="{60EED37B-1939-9F8E-382A-4A5CD30B023B}"/>
          </ac:picMkLst>
        </pc:picChg>
      </pc:sldChg>
      <pc:sldChg chg="addSp delSp modSp add mod">
        <pc:chgData name="Catherine Ata" userId="4e21e26771b92a65" providerId="LiveId" clId="{9FDA7C9A-F82E-494F-9180-4A581E902B38}" dt="2024-08-30T23:20:35.916" v="12297" actId="20577"/>
        <pc:sldMkLst>
          <pc:docMk/>
          <pc:sldMk cId="3459199602" sldId="367"/>
        </pc:sldMkLst>
        <pc:spChg chg="mod">
          <ac:chgData name="Catherine Ata" userId="4e21e26771b92a65" providerId="LiveId" clId="{9FDA7C9A-F82E-494F-9180-4A581E902B38}" dt="2024-08-30T23:15:19.775" v="12166" actId="1076"/>
          <ac:spMkLst>
            <pc:docMk/>
            <pc:sldMk cId="3459199602" sldId="367"/>
            <ac:spMk id="2" creationId="{3B3F58F4-F002-0A63-FDA5-2FE8E17AB734}"/>
          </ac:spMkLst>
        </pc:spChg>
        <pc:spChg chg="mod">
          <ac:chgData name="Catherine Ata" userId="4e21e26771b92a65" providerId="LiveId" clId="{9FDA7C9A-F82E-494F-9180-4A581E902B38}" dt="2024-08-30T23:20:35.916" v="12297" actId="20577"/>
          <ac:spMkLst>
            <pc:docMk/>
            <pc:sldMk cId="3459199602" sldId="367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30T23:04:33.443" v="11683" actId="478"/>
          <ac:picMkLst>
            <pc:docMk/>
            <pc:sldMk cId="3459199602" sldId="367"/>
            <ac:picMk id="5" creationId="{A137B31D-9A99-8A53-81E4-1A5629D2B55E}"/>
          </ac:picMkLst>
        </pc:picChg>
        <pc:picChg chg="add mod">
          <ac:chgData name="Catherine Ata" userId="4e21e26771b92a65" providerId="LiveId" clId="{9FDA7C9A-F82E-494F-9180-4A581E902B38}" dt="2024-08-30T23:15:12.646" v="12164" actId="1076"/>
          <ac:picMkLst>
            <pc:docMk/>
            <pc:sldMk cId="3459199602" sldId="367"/>
            <ac:picMk id="6" creationId="{065B9061-4466-A798-5B4B-ACCEB798516E}"/>
          </ac:picMkLst>
        </pc:picChg>
        <pc:picChg chg="del">
          <ac:chgData name="Catherine Ata" userId="4e21e26771b92a65" providerId="LiveId" clId="{9FDA7C9A-F82E-494F-9180-4A581E902B38}" dt="2024-08-30T23:08:32.833" v="11847" actId="478"/>
          <ac:picMkLst>
            <pc:docMk/>
            <pc:sldMk cId="3459199602" sldId="367"/>
            <ac:picMk id="9" creationId="{F89F5BB8-225A-8595-CECB-12365AEB1ADD}"/>
          </ac:picMkLst>
        </pc:picChg>
      </pc:sldChg>
      <pc:sldChg chg="addSp delSp modSp add mod">
        <pc:chgData name="Catherine Ata" userId="4e21e26771b92a65" providerId="LiveId" clId="{9FDA7C9A-F82E-494F-9180-4A581E902B38}" dt="2024-08-31T00:31:31.763" v="13485" actId="14100"/>
        <pc:sldMkLst>
          <pc:docMk/>
          <pc:sldMk cId="3381436895" sldId="368"/>
        </pc:sldMkLst>
        <pc:spChg chg="mod">
          <ac:chgData name="Catherine Ata" userId="4e21e26771b92a65" providerId="LiveId" clId="{9FDA7C9A-F82E-494F-9180-4A581E902B38}" dt="2024-08-31T00:31:31.763" v="13485" actId="14100"/>
          <ac:spMkLst>
            <pc:docMk/>
            <pc:sldMk cId="3381436895" sldId="368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30T23:18:47.362" v="12251" actId="1076"/>
          <ac:picMkLst>
            <pc:docMk/>
            <pc:sldMk cId="3381436895" sldId="368"/>
            <ac:picMk id="5" creationId="{06DB9EED-9C0D-1CC9-8BB8-1AB2D390B82F}"/>
          </ac:picMkLst>
        </pc:picChg>
        <pc:picChg chg="del">
          <ac:chgData name="Catherine Ata" userId="4e21e26771b92a65" providerId="LiveId" clId="{9FDA7C9A-F82E-494F-9180-4A581E902B38}" dt="2024-08-30T23:17:48.641" v="12246" actId="478"/>
          <ac:picMkLst>
            <pc:docMk/>
            <pc:sldMk cId="3381436895" sldId="368"/>
            <ac:picMk id="6" creationId="{1BB664B8-0153-251C-E46B-CFA45736578E}"/>
          </ac:picMkLst>
        </pc:picChg>
        <pc:picChg chg="add mod">
          <ac:chgData name="Catherine Ata" userId="4e21e26771b92a65" providerId="LiveId" clId="{9FDA7C9A-F82E-494F-9180-4A581E902B38}" dt="2024-08-30T23:18:45.035" v="12250" actId="1076"/>
          <ac:picMkLst>
            <pc:docMk/>
            <pc:sldMk cId="3381436895" sldId="368"/>
            <ac:picMk id="9" creationId="{1AB9FF7A-EEC7-27E5-04B0-F127CAA8F8F9}"/>
          </ac:picMkLst>
        </pc:picChg>
        <pc:picChg chg="del">
          <ac:chgData name="Catherine Ata" userId="4e21e26771b92a65" providerId="LiveId" clId="{9FDA7C9A-F82E-494F-9180-4A581E902B38}" dt="2024-08-30T23:17:46.399" v="12245" actId="478"/>
          <ac:picMkLst>
            <pc:docMk/>
            <pc:sldMk cId="3381436895" sldId="368"/>
            <ac:picMk id="10" creationId="{60EED37B-1939-9F8E-382A-4A5CD30B023B}"/>
          </ac:picMkLst>
        </pc:picChg>
      </pc:sldChg>
      <pc:sldChg chg="addSp delSp modSp add mod">
        <pc:chgData name="Catherine Ata" userId="4e21e26771b92a65" providerId="LiveId" clId="{9FDA7C9A-F82E-494F-9180-4A581E902B38}" dt="2024-08-31T00:31:48.033" v="13487" actId="14100"/>
        <pc:sldMkLst>
          <pc:docMk/>
          <pc:sldMk cId="2056260766" sldId="369"/>
        </pc:sldMkLst>
        <pc:spChg chg="mod">
          <ac:chgData name="Catherine Ata" userId="4e21e26771b92a65" providerId="LiveId" clId="{9FDA7C9A-F82E-494F-9180-4A581E902B38}" dt="2024-08-31T00:31:48.033" v="13487" actId="14100"/>
          <ac:spMkLst>
            <pc:docMk/>
            <pc:sldMk cId="2056260766" sldId="369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30T23:37:57.139" v="12742" actId="478"/>
          <ac:picMkLst>
            <pc:docMk/>
            <pc:sldMk cId="2056260766" sldId="369"/>
            <ac:picMk id="5" creationId="{06DB9EED-9C0D-1CC9-8BB8-1AB2D390B82F}"/>
          </ac:picMkLst>
        </pc:picChg>
        <pc:picChg chg="add mod">
          <ac:chgData name="Catherine Ata" userId="4e21e26771b92a65" providerId="LiveId" clId="{9FDA7C9A-F82E-494F-9180-4A581E902B38}" dt="2024-08-30T23:39:03.658" v="12749" actId="1076"/>
          <ac:picMkLst>
            <pc:docMk/>
            <pc:sldMk cId="2056260766" sldId="369"/>
            <ac:picMk id="6" creationId="{8F8608B0-3CC5-EF19-FC2E-CCD7AA9A0254}"/>
          </ac:picMkLst>
        </pc:picChg>
        <pc:picChg chg="del">
          <ac:chgData name="Catherine Ata" userId="4e21e26771b92a65" providerId="LiveId" clId="{9FDA7C9A-F82E-494F-9180-4A581E902B38}" dt="2024-08-30T23:37:57.139" v="12742" actId="478"/>
          <ac:picMkLst>
            <pc:docMk/>
            <pc:sldMk cId="2056260766" sldId="369"/>
            <ac:picMk id="9" creationId="{1AB9FF7A-EEC7-27E5-04B0-F127CAA8F8F9}"/>
          </ac:picMkLst>
        </pc:picChg>
        <pc:picChg chg="add mod">
          <ac:chgData name="Catherine Ata" userId="4e21e26771b92a65" providerId="LiveId" clId="{9FDA7C9A-F82E-494F-9180-4A581E902B38}" dt="2024-08-30T23:39:19.774" v="12759" actId="1076"/>
          <ac:picMkLst>
            <pc:docMk/>
            <pc:sldMk cId="2056260766" sldId="369"/>
            <ac:picMk id="10" creationId="{BC507304-1D87-540D-791B-574040B08EB0}"/>
          </ac:picMkLst>
        </pc:picChg>
      </pc:sldChg>
      <pc:sldChg chg="addSp modSp add mod">
        <pc:chgData name="Catherine Ata" userId="4e21e26771b92a65" providerId="LiveId" clId="{9FDA7C9A-F82E-494F-9180-4A581E902B38}" dt="2024-08-31T00:31:40.173" v="13486" actId="14100"/>
        <pc:sldMkLst>
          <pc:docMk/>
          <pc:sldMk cId="2015115971" sldId="370"/>
        </pc:sldMkLst>
        <pc:spChg chg="mod">
          <ac:chgData name="Catherine Ata" userId="4e21e26771b92a65" providerId="LiveId" clId="{9FDA7C9A-F82E-494F-9180-4A581E902B38}" dt="2024-08-31T00:31:40.173" v="13486" actId="14100"/>
          <ac:spMkLst>
            <pc:docMk/>
            <pc:sldMk cId="2015115971" sldId="370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30T23:33:39.628" v="12675" actId="1076"/>
          <ac:picMkLst>
            <pc:docMk/>
            <pc:sldMk cId="2015115971" sldId="370"/>
            <ac:picMk id="5" creationId="{24FC993F-695E-1706-240E-922898E0FBD6}"/>
          </ac:picMkLst>
        </pc:picChg>
        <pc:picChg chg="mod">
          <ac:chgData name="Catherine Ata" userId="4e21e26771b92a65" providerId="LiveId" clId="{9FDA7C9A-F82E-494F-9180-4A581E902B38}" dt="2024-08-30T23:33:37.082" v="12674" actId="1076"/>
          <ac:picMkLst>
            <pc:docMk/>
            <pc:sldMk cId="2015115971" sldId="370"/>
            <ac:picMk id="6" creationId="{065B9061-4466-A798-5B4B-ACCEB798516E}"/>
          </ac:picMkLst>
        </pc:picChg>
      </pc:sldChg>
      <pc:sldChg chg="addSp delSp modSp add mod">
        <pc:chgData name="Catherine Ata" userId="4e21e26771b92a65" providerId="LiveId" clId="{9FDA7C9A-F82E-494F-9180-4A581E902B38}" dt="2024-08-30T23:48:21.898" v="12956" actId="20577"/>
        <pc:sldMkLst>
          <pc:docMk/>
          <pc:sldMk cId="2446888815" sldId="371"/>
        </pc:sldMkLst>
        <pc:spChg chg="mod">
          <ac:chgData name="Catherine Ata" userId="4e21e26771b92a65" providerId="LiveId" clId="{9FDA7C9A-F82E-494F-9180-4A581E902B38}" dt="2024-08-30T23:48:21.898" v="12956" actId="20577"/>
          <ac:spMkLst>
            <pc:docMk/>
            <pc:sldMk cId="2446888815" sldId="371"/>
            <ac:spMk id="4" creationId="{CCE1343B-D448-0F3D-2A82-B1953503574C}"/>
          </ac:spMkLst>
        </pc:spChg>
        <pc:picChg chg="add mod">
          <ac:chgData name="Catherine Ata" userId="4e21e26771b92a65" providerId="LiveId" clId="{9FDA7C9A-F82E-494F-9180-4A581E902B38}" dt="2024-08-30T23:47:27.309" v="12946" actId="1076"/>
          <ac:picMkLst>
            <pc:docMk/>
            <pc:sldMk cId="2446888815" sldId="371"/>
            <ac:picMk id="5" creationId="{5415436B-0197-4CEB-9B2C-9A7802E6FA55}"/>
          </ac:picMkLst>
        </pc:picChg>
        <pc:picChg chg="del">
          <ac:chgData name="Catherine Ata" userId="4e21e26771b92a65" providerId="LiveId" clId="{9FDA7C9A-F82E-494F-9180-4A581E902B38}" dt="2024-08-30T23:42:59.123" v="12869" actId="478"/>
          <ac:picMkLst>
            <pc:docMk/>
            <pc:sldMk cId="2446888815" sldId="371"/>
            <ac:picMk id="6" creationId="{8F8608B0-3CC5-EF19-FC2E-CCD7AA9A0254}"/>
          </ac:picMkLst>
        </pc:picChg>
        <pc:picChg chg="add mod modCrop">
          <ac:chgData name="Catherine Ata" userId="4e21e26771b92a65" providerId="LiveId" clId="{9FDA7C9A-F82E-494F-9180-4A581E902B38}" dt="2024-08-30T23:47:03.064" v="12942" actId="1076"/>
          <ac:picMkLst>
            <pc:docMk/>
            <pc:sldMk cId="2446888815" sldId="371"/>
            <ac:picMk id="9" creationId="{3E8A206B-DC23-4858-6544-852A6FFEEC84}"/>
          </ac:picMkLst>
        </pc:picChg>
        <pc:picChg chg="del">
          <ac:chgData name="Catherine Ata" userId="4e21e26771b92a65" providerId="LiveId" clId="{9FDA7C9A-F82E-494F-9180-4A581E902B38}" dt="2024-08-30T23:43:04.515" v="12872" actId="478"/>
          <ac:picMkLst>
            <pc:docMk/>
            <pc:sldMk cId="2446888815" sldId="371"/>
            <ac:picMk id="10" creationId="{BC507304-1D87-540D-791B-574040B08EB0}"/>
          </ac:picMkLst>
        </pc:picChg>
        <pc:picChg chg="add mod">
          <ac:chgData name="Catherine Ata" userId="4e21e26771b92a65" providerId="LiveId" clId="{9FDA7C9A-F82E-494F-9180-4A581E902B38}" dt="2024-08-30T23:47:32.551" v="12947" actId="1076"/>
          <ac:picMkLst>
            <pc:docMk/>
            <pc:sldMk cId="2446888815" sldId="371"/>
            <ac:picMk id="12" creationId="{6A60A5BE-A7D0-4448-2B95-9D98DEE62DD5}"/>
          </ac:picMkLst>
        </pc:picChg>
        <pc:picChg chg="add mod">
          <ac:chgData name="Catherine Ata" userId="4e21e26771b92a65" providerId="LiveId" clId="{9FDA7C9A-F82E-494F-9180-4A581E902B38}" dt="2024-08-30T23:47:12.610" v="12945" actId="1076"/>
          <ac:picMkLst>
            <pc:docMk/>
            <pc:sldMk cId="2446888815" sldId="371"/>
            <ac:picMk id="14" creationId="{81F1057D-E6BD-92F2-5EE1-281C5296C0CA}"/>
          </ac:picMkLst>
        </pc:picChg>
      </pc:sldChg>
      <pc:sldChg chg="addSp delSp modSp add mod">
        <pc:chgData name="Catherine Ata" userId="4e21e26771b92a65" providerId="LiveId" clId="{9FDA7C9A-F82E-494F-9180-4A581E902B38}" dt="2024-08-31T00:31:59.742" v="13488" actId="14100"/>
        <pc:sldMkLst>
          <pc:docMk/>
          <pc:sldMk cId="847663290" sldId="372"/>
        </pc:sldMkLst>
        <pc:spChg chg="mod">
          <ac:chgData name="Catherine Ata" userId="4e21e26771b92a65" providerId="LiveId" clId="{9FDA7C9A-F82E-494F-9180-4A581E902B38}" dt="2024-08-31T00:31:59.742" v="13488" actId="14100"/>
          <ac:spMkLst>
            <pc:docMk/>
            <pc:sldMk cId="847663290" sldId="372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30T23:57:29.608" v="13226" actId="478"/>
          <ac:picMkLst>
            <pc:docMk/>
            <pc:sldMk cId="847663290" sldId="372"/>
            <ac:picMk id="5" creationId="{24FC993F-695E-1706-240E-922898E0FBD6}"/>
          </ac:picMkLst>
        </pc:picChg>
        <pc:picChg chg="del mod">
          <ac:chgData name="Catherine Ata" userId="4e21e26771b92a65" providerId="LiveId" clId="{9FDA7C9A-F82E-494F-9180-4A581E902B38}" dt="2024-08-30T23:57:27.519" v="13225" actId="478"/>
          <ac:picMkLst>
            <pc:docMk/>
            <pc:sldMk cId="847663290" sldId="372"/>
            <ac:picMk id="6" creationId="{065B9061-4466-A798-5B4B-ACCEB798516E}"/>
          </ac:picMkLst>
        </pc:picChg>
        <pc:picChg chg="add mod">
          <ac:chgData name="Catherine Ata" userId="4e21e26771b92a65" providerId="LiveId" clId="{9FDA7C9A-F82E-494F-9180-4A581E902B38}" dt="2024-08-30T23:58:06.748" v="13231" actId="1076"/>
          <ac:picMkLst>
            <pc:docMk/>
            <pc:sldMk cId="847663290" sldId="372"/>
            <ac:picMk id="7" creationId="{7E95577F-5D14-DFC9-B53A-07B90E24E49D}"/>
          </ac:picMkLst>
        </pc:picChg>
      </pc:sldChg>
      <pc:sldChg chg="addSp delSp modSp add mod">
        <pc:chgData name="Catherine Ata" userId="4e21e26771b92a65" providerId="LiveId" clId="{9FDA7C9A-F82E-494F-9180-4A581E902B38}" dt="2024-08-31T00:08:37.984" v="13336" actId="1076"/>
        <pc:sldMkLst>
          <pc:docMk/>
          <pc:sldMk cId="3589333096" sldId="373"/>
        </pc:sldMkLst>
        <pc:spChg chg="mod">
          <ac:chgData name="Catherine Ata" userId="4e21e26771b92a65" providerId="LiveId" clId="{9FDA7C9A-F82E-494F-9180-4A581E902B38}" dt="2024-08-31T00:02:22.423" v="13317" actId="6549"/>
          <ac:spMkLst>
            <pc:docMk/>
            <pc:sldMk cId="3589333096" sldId="373"/>
            <ac:spMk id="4" creationId="{CCE1343B-D448-0F3D-2A82-B1953503574C}"/>
          </ac:spMkLst>
        </pc:spChg>
        <pc:picChg chg="del">
          <ac:chgData name="Catherine Ata" userId="4e21e26771b92a65" providerId="LiveId" clId="{9FDA7C9A-F82E-494F-9180-4A581E902B38}" dt="2024-08-31T00:01:07.915" v="13238" actId="478"/>
          <ac:picMkLst>
            <pc:docMk/>
            <pc:sldMk cId="3589333096" sldId="373"/>
            <ac:picMk id="5" creationId="{5415436B-0197-4CEB-9B2C-9A7802E6FA55}"/>
          </ac:picMkLst>
        </pc:picChg>
        <pc:picChg chg="add mod ord">
          <ac:chgData name="Catherine Ata" userId="4e21e26771b92a65" providerId="LiveId" clId="{9FDA7C9A-F82E-494F-9180-4A581E902B38}" dt="2024-08-31T00:08:37.984" v="13336" actId="1076"/>
          <ac:picMkLst>
            <pc:docMk/>
            <pc:sldMk cId="3589333096" sldId="373"/>
            <ac:picMk id="6" creationId="{55CDE9DC-70DF-5DB4-8FCD-FFE8B459900E}"/>
          </ac:picMkLst>
        </pc:picChg>
        <pc:picChg chg="del">
          <ac:chgData name="Catherine Ata" userId="4e21e26771b92a65" providerId="LiveId" clId="{9FDA7C9A-F82E-494F-9180-4A581E902B38}" dt="2024-08-31T00:01:07.915" v="13238" actId="478"/>
          <ac:picMkLst>
            <pc:docMk/>
            <pc:sldMk cId="3589333096" sldId="373"/>
            <ac:picMk id="9" creationId="{3E8A206B-DC23-4858-6544-852A6FFEEC84}"/>
          </ac:picMkLst>
        </pc:picChg>
        <pc:picChg chg="add mod">
          <ac:chgData name="Catherine Ata" userId="4e21e26771b92a65" providerId="LiveId" clId="{9FDA7C9A-F82E-494F-9180-4A581E902B38}" dt="2024-08-31T00:08:10.390" v="13331" actId="1076"/>
          <ac:picMkLst>
            <pc:docMk/>
            <pc:sldMk cId="3589333096" sldId="373"/>
            <ac:picMk id="10" creationId="{872EEEBF-719A-7DC1-00CD-49EE26CEBFE4}"/>
          </ac:picMkLst>
        </pc:picChg>
        <pc:picChg chg="del">
          <ac:chgData name="Catherine Ata" userId="4e21e26771b92a65" providerId="LiveId" clId="{9FDA7C9A-F82E-494F-9180-4A581E902B38}" dt="2024-08-31T00:01:07.915" v="13238" actId="478"/>
          <ac:picMkLst>
            <pc:docMk/>
            <pc:sldMk cId="3589333096" sldId="373"/>
            <ac:picMk id="12" creationId="{6A60A5BE-A7D0-4448-2B95-9D98DEE62DD5}"/>
          </ac:picMkLst>
        </pc:picChg>
        <pc:picChg chg="del">
          <ac:chgData name="Catherine Ata" userId="4e21e26771b92a65" providerId="LiveId" clId="{9FDA7C9A-F82E-494F-9180-4A581E902B38}" dt="2024-08-31T00:01:07.915" v="13238" actId="478"/>
          <ac:picMkLst>
            <pc:docMk/>
            <pc:sldMk cId="3589333096" sldId="373"/>
            <ac:picMk id="14" creationId="{81F1057D-E6BD-92F2-5EE1-281C5296C0CA}"/>
          </ac:picMkLst>
        </pc:picChg>
      </pc:sldChg>
    </pc:docChg>
  </pc:docChgLst>
  <pc:docChgLst>
    <pc:chgData name="Ezra Ata" userId="c8268dc69760c301" providerId="Windows Live" clId="Web-{B8B08B0F-188B-447A-B9F8-2B643EC0A029}"/>
    <pc:docChg chg="delSld modSld sldOrd">
      <pc:chgData name="Ezra Ata" userId="c8268dc69760c301" providerId="Windows Live" clId="Web-{B8B08B0F-188B-447A-B9F8-2B643EC0A029}" dt="2024-07-06T19:55:04.015" v="687"/>
      <pc:docMkLst>
        <pc:docMk/>
      </pc:docMkLst>
      <pc:sldChg chg="modSp">
        <pc:chgData name="Ezra Ata" userId="c8268dc69760c301" providerId="Windows Live" clId="Web-{B8B08B0F-188B-447A-B9F8-2B643EC0A029}" dt="2024-07-06T19:15:13.039" v="3" actId="20577"/>
        <pc:sldMkLst>
          <pc:docMk/>
          <pc:sldMk cId="158767598" sldId="256"/>
        </pc:sldMkLst>
        <pc:spChg chg="mod">
          <ac:chgData name="Ezra Ata" userId="c8268dc69760c301" providerId="Windows Live" clId="Web-{B8B08B0F-188B-447A-B9F8-2B643EC0A029}" dt="2024-07-06T19:15:13.039" v="3" actId="20577"/>
          <ac:spMkLst>
            <pc:docMk/>
            <pc:sldMk cId="158767598" sldId="256"/>
            <ac:spMk id="2" creationId="{6B420F8C-B260-B061-FAEB-456B3F2929EC}"/>
          </ac:spMkLst>
        </pc:spChg>
      </pc:sldChg>
      <pc:sldChg chg="modSp">
        <pc:chgData name="Ezra Ata" userId="c8268dc69760c301" providerId="Windows Live" clId="Web-{B8B08B0F-188B-447A-B9F8-2B643EC0A029}" dt="2024-07-06T19:15:58.977" v="10" actId="20577"/>
        <pc:sldMkLst>
          <pc:docMk/>
          <pc:sldMk cId="1316968593" sldId="257"/>
        </pc:sldMkLst>
        <pc:graphicFrameChg chg="modGraphic">
          <ac:chgData name="Ezra Ata" userId="c8268dc69760c301" providerId="Windows Live" clId="Web-{B8B08B0F-188B-447A-B9F8-2B643EC0A029}" dt="2024-07-06T19:15:58.977" v="10" actId="20577"/>
          <ac:graphicFrameMkLst>
            <pc:docMk/>
            <pc:sldMk cId="1316968593" sldId="257"/>
            <ac:graphicFrameMk id="53" creationId="{B3529599-F5B4-68D7-C3D3-833636480F09}"/>
          </ac:graphicFrameMkLst>
        </pc:graphicFrameChg>
      </pc:sldChg>
      <pc:sldChg chg="addSp delSp modSp">
        <pc:chgData name="Ezra Ata" userId="c8268dc69760c301" providerId="Windows Live" clId="Web-{B8B08B0F-188B-447A-B9F8-2B643EC0A029}" dt="2024-07-06T19:40:38.886" v="446" actId="1076"/>
        <pc:sldMkLst>
          <pc:docMk/>
          <pc:sldMk cId="2251826545" sldId="258"/>
        </pc:sldMkLst>
        <pc:spChg chg="mod">
          <ac:chgData name="Ezra Ata" userId="c8268dc69760c301" providerId="Windows Live" clId="Web-{B8B08B0F-188B-447A-B9F8-2B643EC0A029}" dt="2024-07-06T19:36:33.474" v="378" actId="20577"/>
          <ac:spMkLst>
            <pc:docMk/>
            <pc:sldMk cId="2251826545" sldId="258"/>
            <ac:spMk id="2" creationId="{D4065369-7529-3EBB-DDFC-7BE7CEFA1D6C}"/>
          </ac:spMkLst>
        </pc:spChg>
        <pc:spChg chg="mod">
          <ac:chgData name="Ezra Ata" userId="c8268dc69760c301" providerId="Windows Live" clId="Web-{B8B08B0F-188B-447A-B9F8-2B643EC0A029}" dt="2024-07-06T19:38:24.617" v="406" actId="20577"/>
          <ac:spMkLst>
            <pc:docMk/>
            <pc:sldMk cId="2251826545" sldId="258"/>
            <ac:spMk id="3" creationId="{6894B957-7D2F-464C-DB8B-5E3E8F5605E3}"/>
          </ac:spMkLst>
        </pc:spChg>
        <pc:spChg chg="add mod">
          <ac:chgData name="Ezra Ata" userId="c8268dc69760c301" providerId="Windows Live" clId="Web-{B8B08B0F-188B-447A-B9F8-2B643EC0A029}" dt="2024-07-06T19:40:19.808" v="436" actId="20577"/>
          <ac:spMkLst>
            <pc:docMk/>
            <pc:sldMk cId="2251826545" sldId="258"/>
            <ac:spMk id="6" creationId="{F07A9685-1816-237A-24E7-33C8782D4784}"/>
          </ac:spMkLst>
        </pc:spChg>
        <pc:graphicFrameChg chg="del">
          <ac:chgData name="Ezra Ata" userId="c8268dc69760c301" providerId="Windows Live" clId="Web-{B8B08B0F-188B-447A-B9F8-2B643EC0A029}" dt="2024-07-06T19:37:30.772" v="392"/>
          <ac:graphicFrameMkLst>
            <pc:docMk/>
            <pc:sldMk cId="2251826545" sldId="258"/>
            <ac:graphicFrameMk id="7" creationId="{EC53377B-C6D5-F0BB-4A20-D2043A5CB76A}"/>
          </ac:graphicFrameMkLst>
        </pc:graphicFrameChg>
        <pc:picChg chg="add mod">
          <ac:chgData name="Ezra Ata" userId="c8268dc69760c301" providerId="Windows Live" clId="Web-{B8B08B0F-188B-447A-B9F8-2B643EC0A029}" dt="2024-07-06T19:37:49.226" v="396" actId="1076"/>
          <ac:picMkLst>
            <pc:docMk/>
            <pc:sldMk cId="2251826545" sldId="258"/>
            <ac:picMk id="4" creationId="{1512CC7B-D5C4-6F7C-B058-4C7CFBA62BEB}"/>
          </ac:picMkLst>
        </pc:picChg>
        <pc:picChg chg="add mod">
          <ac:chgData name="Ezra Ata" userId="c8268dc69760c301" providerId="Windows Live" clId="Web-{B8B08B0F-188B-447A-B9F8-2B643EC0A029}" dt="2024-07-06T19:40:38.886" v="446" actId="1076"/>
          <ac:picMkLst>
            <pc:docMk/>
            <pc:sldMk cId="2251826545" sldId="258"/>
            <ac:picMk id="8" creationId="{F3822EEF-661C-493E-C17F-635D9B18E49E}"/>
          </ac:picMkLst>
        </pc:picChg>
      </pc:sldChg>
      <pc:sldChg chg="addSp delSp modSp">
        <pc:chgData name="Ezra Ata" userId="c8268dc69760c301" providerId="Windows Live" clId="Web-{B8B08B0F-188B-447A-B9F8-2B643EC0A029}" dt="2024-07-06T19:48:40.803" v="570" actId="1076"/>
        <pc:sldMkLst>
          <pc:docMk/>
          <pc:sldMk cId="3392761998" sldId="261"/>
        </pc:sldMkLst>
        <pc:spChg chg="mod">
          <ac:chgData name="Ezra Ata" userId="c8268dc69760c301" providerId="Windows Live" clId="Web-{B8B08B0F-188B-447A-B9F8-2B643EC0A029}" dt="2024-07-06T19:48:32.662" v="566" actId="1076"/>
          <ac:spMkLst>
            <pc:docMk/>
            <pc:sldMk cId="3392761998" sldId="261"/>
            <ac:spMk id="2" creationId="{5529D9A1-5160-0457-CA02-07BC1382FF6E}"/>
          </ac:spMkLst>
        </pc:spChg>
        <pc:spChg chg="mod">
          <ac:chgData name="Ezra Ata" userId="c8268dc69760c301" providerId="Windows Live" clId="Web-{B8B08B0F-188B-447A-B9F8-2B643EC0A029}" dt="2024-07-06T19:48:34.288" v="567" actId="1076"/>
          <ac:spMkLst>
            <pc:docMk/>
            <pc:sldMk cId="3392761998" sldId="261"/>
            <ac:spMk id="3" creationId="{FCE55FD6-D68C-6291-B312-70DC1097A5A1}"/>
          </ac:spMkLst>
        </pc:spChg>
        <pc:graphicFrameChg chg="del">
          <ac:chgData name="Ezra Ata" userId="c8268dc69760c301" providerId="Windows Live" clId="Web-{B8B08B0F-188B-447A-B9F8-2B643EC0A029}" dt="2024-07-06T19:47:20.848" v="522"/>
          <ac:graphicFrameMkLst>
            <pc:docMk/>
            <pc:sldMk cId="3392761998" sldId="261"/>
            <ac:graphicFrameMk id="7" creationId="{2BA225F1-17E2-DF6C-BE34-67A4423BD97E}"/>
          </ac:graphicFrameMkLst>
        </pc:graphicFrameChg>
        <pc:graphicFrameChg chg="add mod modGraphic">
          <ac:chgData name="Ezra Ata" userId="c8268dc69760c301" providerId="Windows Live" clId="Web-{B8B08B0F-188B-447A-B9F8-2B643EC0A029}" dt="2024-07-06T19:48:40.803" v="570" actId="1076"/>
          <ac:graphicFrameMkLst>
            <pc:docMk/>
            <pc:sldMk cId="3392761998" sldId="261"/>
            <ac:graphicFrameMk id="9" creationId="{047B7827-2C30-9996-B806-7C64937CB506}"/>
          </ac:graphicFrameMkLst>
        </pc:graphicFrameChg>
        <pc:picChg chg="del">
          <ac:chgData name="Ezra Ata" userId="c8268dc69760c301" providerId="Windows Live" clId="Web-{B8B08B0F-188B-447A-B9F8-2B643EC0A029}" dt="2024-07-06T19:47:17.583" v="520"/>
          <ac:picMkLst>
            <pc:docMk/>
            <pc:sldMk cId="3392761998" sldId="261"/>
            <ac:picMk id="5" creationId="{ECAB7E00-AE8D-DCDF-1F64-FCEEA9ABF2B0}"/>
          </ac:picMkLst>
        </pc:picChg>
        <pc:picChg chg="add mod">
          <ac:chgData name="Ezra Ata" userId="c8268dc69760c301" providerId="Windows Live" clId="Web-{B8B08B0F-188B-447A-B9F8-2B643EC0A029}" dt="2024-07-06T19:48:36.819" v="568" actId="1076"/>
          <ac:picMkLst>
            <pc:docMk/>
            <pc:sldMk cId="3392761998" sldId="261"/>
            <ac:picMk id="6" creationId="{E0176901-9371-F83A-1C5C-178E678F0BE2}"/>
          </ac:picMkLst>
        </pc:picChg>
      </pc:sldChg>
      <pc:sldChg chg="del">
        <pc:chgData name="Ezra Ata" userId="c8268dc69760c301" providerId="Windows Live" clId="Web-{B8B08B0F-188B-447A-B9F8-2B643EC0A029}" dt="2024-07-06T19:54:59.968" v="683"/>
        <pc:sldMkLst>
          <pc:docMk/>
          <pc:sldMk cId="2972582398" sldId="263"/>
        </pc:sldMkLst>
      </pc:sldChg>
      <pc:sldChg chg="addSp delSp modSp">
        <pc:chgData name="Ezra Ata" userId="c8268dc69760c301" providerId="Windows Live" clId="Web-{B8B08B0F-188B-447A-B9F8-2B643EC0A029}" dt="2024-07-06T19:21:23.469" v="83" actId="20577"/>
        <pc:sldMkLst>
          <pc:docMk/>
          <pc:sldMk cId="1765310388" sldId="281"/>
        </pc:sldMkLst>
        <pc:spChg chg="mod">
          <ac:chgData name="Ezra Ata" userId="c8268dc69760c301" providerId="Windows Live" clId="Web-{B8B08B0F-188B-447A-B9F8-2B643EC0A029}" dt="2024-07-06T19:17:45.402" v="31" actId="20577"/>
          <ac:spMkLst>
            <pc:docMk/>
            <pc:sldMk cId="1765310388" sldId="281"/>
            <ac:spMk id="2" creationId="{3B3F58F4-F002-0A63-FDA5-2FE8E17AB734}"/>
          </ac:spMkLst>
        </pc:spChg>
        <pc:spChg chg="mod">
          <ac:chgData name="Ezra Ata" userId="c8268dc69760c301" providerId="Windows Live" clId="Web-{B8B08B0F-188B-447A-B9F8-2B643EC0A029}" dt="2024-07-06T19:21:23.469" v="83" actId="20577"/>
          <ac:spMkLst>
            <pc:docMk/>
            <pc:sldMk cId="1765310388" sldId="281"/>
            <ac:spMk id="3" creationId="{3A568A40-3D18-D624-4D00-48777451A1E7}"/>
          </ac:spMkLst>
        </pc:spChg>
        <pc:spChg chg="mod">
          <ac:chgData name="Ezra Ata" userId="c8268dc69760c301" providerId="Windows Live" clId="Web-{B8B08B0F-188B-447A-B9F8-2B643EC0A029}" dt="2024-07-06T19:20:45.640" v="59" actId="20577"/>
          <ac:spMkLst>
            <pc:docMk/>
            <pc:sldMk cId="1765310388" sldId="281"/>
            <ac:spMk id="4" creationId="{CCE1343B-D448-0F3D-2A82-B1953503574C}"/>
          </ac:spMkLst>
        </pc:spChg>
        <pc:graphicFrameChg chg="add mod modGraphic">
          <ac:chgData name="Ezra Ata" userId="c8268dc69760c301" providerId="Windows Live" clId="Web-{B8B08B0F-188B-447A-B9F8-2B643EC0A029}" dt="2024-07-06T19:21:03.672" v="81"/>
          <ac:graphicFrameMkLst>
            <pc:docMk/>
            <pc:sldMk cId="1765310388" sldId="281"/>
            <ac:graphicFrameMk id="7" creationId="{F8F467A4-FCDC-EC11-2E4C-5AFC5C2C7F6C}"/>
          </ac:graphicFrameMkLst>
        </pc:graphicFrameChg>
        <pc:picChg chg="del">
          <ac:chgData name="Ezra Ata" userId="c8268dc69760c301" providerId="Windows Live" clId="Web-{B8B08B0F-188B-447A-B9F8-2B643EC0A029}" dt="2024-07-06T19:19:25.763" v="46"/>
          <ac:picMkLst>
            <pc:docMk/>
            <pc:sldMk cId="1765310388" sldId="281"/>
            <ac:picMk id="6" creationId="{D0F52DF6-1FE0-8F3F-0065-EB3552211BEE}"/>
          </ac:picMkLst>
        </pc:picChg>
      </pc:sldChg>
      <pc:sldChg chg="modSp ord">
        <pc:chgData name="Ezra Ata" userId="c8268dc69760c301" providerId="Windows Live" clId="Web-{B8B08B0F-188B-447A-B9F8-2B643EC0A029}" dt="2024-07-06T19:17:39.027" v="28" actId="20577"/>
        <pc:sldMkLst>
          <pc:docMk/>
          <pc:sldMk cId="3804984846" sldId="282"/>
        </pc:sldMkLst>
        <pc:spChg chg="mod">
          <ac:chgData name="Ezra Ata" userId="c8268dc69760c301" providerId="Windows Live" clId="Web-{B8B08B0F-188B-447A-B9F8-2B643EC0A029}" dt="2024-07-06T19:17:39.027" v="28" actId="20577"/>
          <ac:spMkLst>
            <pc:docMk/>
            <pc:sldMk cId="3804984846" sldId="282"/>
            <ac:spMk id="2" creationId="{46CAA7C7-1B21-E4DE-A30C-992523F350E2}"/>
          </ac:spMkLst>
        </pc:spChg>
      </pc:sldChg>
      <pc:sldChg chg="addSp delSp modSp">
        <pc:chgData name="Ezra Ata" userId="c8268dc69760c301" providerId="Windows Live" clId="Web-{B8B08B0F-188B-447A-B9F8-2B643EC0A029}" dt="2024-07-06T19:29:40.512" v="230"/>
        <pc:sldMkLst>
          <pc:docMk/>
          <pc:sldMk cId="1439247380" sldId="283"/>
        </pc:sldMkLst>
        <pc:spChg chg="mod">
          <ac:chgData name="Ezra Ata" userId="c8268dc69760c301" providerId="Windows Live" clId="Web-{B8B08B0F-188B-447A-B9F8-2B643EC0A029}" dt="2024-07-06T19:26:09.413" v="150" actId="20577"/>
          <ac:spMkLst>
            <pc:docMk/>
            <pc:sldMk cId="1439247380" sldId="283"/>
            <ac:spMk id="2" creationId="{3B3F58F4-F002-0A63-FDA5-2FE8E17AB734}"/>
          </ac:spMkLst>
        </pc:spChg>
        <pc:spChg chg="mod">
          <ac:chgData name="Ezra Ata" userId="c8268dc69760c301" providerId="Windows Live" clId="Web-{B8B08B0F-188B-447A-B9F8-2B643EC0A029}" dt="2024-07-06T19:28:10.432" v="183" actId="20577"/>
          <ac:spMkLst>
            <pc:docMk/>
            <pc:sldMk cId="1439247380" sldId="283"/>
            <ac:spMk id="4" creationId="{CCE1343B-D448-0F3D-2A82-B1953503574C}"/>
          </ac:spMkLst>
        </pc:spChg>
        <pc:spChg chg="add mod">
          <ac:chgData name="Ezra Ata" userId="c8268dc69760c301" providerId="Windows Live" clId="Web-{B8B08B0F-188B-447A-B9F8-2B643EC0A029}" dt="2024-07-06T19:28:42.792" v="191" actId="1076"/>
          <ac:spMkLst>
            <pc:docMk/>
            <pc:sldMk cId="1439247380" sldId="283"/>
            <ac:spMk id="5" creationId="{888ACC19-834C-C129-258C-506522102B65}"/>
          </ac:spMkLst>
        </pc:spChg>
        <pc:graphicFrameChg chg="add mod modGraphic">
          <ac:chgData name="Ezra Ata" userId="c8268dc69760c301" providerId="Windows Live" clId="Web-{B8B08B0F-188B-447A-B9F8-2B643EC0A029}" dt="2024-07-06T19:29:07.980" v="206"/>
          <ac:graphicFrameMkLst>
            <pc:docMk/>
            <pc:sldMk cId="1439247380" sldId="283"/>
            <ac:graphicFrameMk id="9" creationId="{C2239D9C-285C-370F-7ECC-D43951BE1207}"/>
          </ac:graphicFrameMkLst>
        </pc:graphicFrameChg>
        <pc:graphicFrameChg chg="add mod modGraphic">
          <ac:chgData name="Ezra Ata" userId="c8268dc69760c301" providerId="Windows Live" clId="Web-{B8B08B0F-188B-447A-B9F8-2B643EC0A029}" dt="2024-07-06T19:29:40.512" v="230"/>
          <ac:graphicFrameMkLst>
            <pc:docMk/>
            <pc:sldMk cId="1439247380" sldId="283"/>
            <ac:graphicFrameMk id="11" creationId="{56670B05-8723-63C3-32B5-5518F2709A6A}"/>
          </ac:graphicFrameMkLst>
        </pc:graphicFrameChg>
        <pc:picChg chg="del">
          <ac:chgData name="Ezra Ata" userId="c8268dc69760c301" providerId="Windows Live" clId="Web-{B8B08B0F-188B-447A-B9F8-2B643EC0A029}" dt="2024-07-06T19:26:15.023" v="151"/>
          <ac:picMkLst>
            <pc:docMk/>
            <pc:sldMk cId="1439247380" sldId="283"/>
            <ac:picMk id="3" creationId="{D0470B2A-B5B9-EAB4-7676-B66ECF2B0FB6}"/>
          </ac:picMkLst>
        </pc:picChg>
        <pc:picChg chg="add mod">
          <ac:chgData name="Ezra Ata" userId="c8268dc69760c301" providerId="Windows Live" clId="Web-{B8B08B0F-188B-447A-B9F8-2B643EC0A029}" dt="2024-07-06T19:28:38.807" v="190" actId="1076"/>
          <ac:picMkLst>
            <pc:docMk/>
            <pc:sldMk cId="1439247380" sldId="283"/>
            <ac:picMk id="6" creationId="{4BF999CA-DA6D-88E7-CC9F-837780B12288}"/>
          </ac:picMkLst>
        </pc:picChg>
      </pc:sldChg>
      <pc:sldChg chg="addSp delSp modSp">
        <pc:chgData name="Ezra Ata" userId="c8268dc69760c301" providerId="Windows Live" clId="Web-{B8B08B0F-188B-447A-B9F8-2B643EC0A029}" dt="2024-07-06T19:32:25.250" v="302"/>
        <pc:sldMkLst>
          <pc:docMk/>
          <pc:sldMk cId="2483628239" sldId="284"/>
        </pc:sldMkLst>
        <pc:spChg chg="mod">
          <ac:chgData name="Ezra Ata" userId="c8268dc69760c301" providerId="Windows Live" clId="Web-{B8B08B0F-188B-447A-B9F8-2B643EC0A029}" dt="2024-07-06T19:30:11.387" v="234" actId="20577"/>
          <ac:spMkLst>
            <pc:docMk/>
            <pc:sldMk cId="2483628239" sldId="284"/>
            <ac:spMk id="2" creationId="{37C1921E-EC87-3861-32D6-1C146BF8C53F}"/>
          </ac:spMkLst>
        </pc:spChg>
        <pc:spChg chg="mod">
          <ac:chgData name="Ezra Ata" userId="c8268dc69760c301" providerId="Windows Live" clId="Web-{B8B08B0F-188B-447A-B9F8-2B643EC0A029}" dt="2024-07-06T19:31:19.514" v="253" actId="20577"/>
          <ac:spMkLst>
            <pc:docMk/>
            <pc:sldMk cId="2483628239" sldId="284"/>
            <ac:spMk id="5" creationId="{E72DC5BC-10ED-2137-7BE7-7B4F72BD6A5F}"/>
          </ac:spMkLst>
        </pc:spChg>
        <pc:spChg chg="mod">
          <ac:chgData name="Ezra Ata" userId="c8268dc69760c301" providerId="Windows Live" clId="Web-{B8B08B0F-188B-447A-B9F8-2B643EC0A029}" dt="2024-07-06T19:30:53.435" v="247" actId="20577"/>
          <ac:spMkLst>
            <pc:docMk/>
            <pc:sldMk cId="2483628239" sldId="284"/>
            <ac:spMk id="8" creationId="{1E6B4726-B887-AE65-79C3-09810318F35C}"/>
          </ac:spMkLst>
        </pc:spChg>
        <pc:graphicFrameChg chg="del mod modGraphic">
          <ac:chgData name="Ezra Ata" userId="c8268dc69760c301" providerId="Windows Live" clId="Web-{B8B08B0F-188B-447A-B9F8-2B643EC0A029}" dt="2024-07-06T19:30:15.434" v="239"/>
          <ac:graphicFrameMkLst>
            <pc:docMk/>
            <pc:sldMk cId="2483628239" sldId="284"/>
            <ac:graphicFrameMk id="7" creationId="{1864823C-B87F-7EE3-2493-12CD566CBFE2}"/>
          </ac:graphicFrameMkLst>
        </pc:graphicFrameChg>
        <pc:graphicFrameChg chg="add mod modGraphic">
          <ac:chgData name="Ezra Ata" userId="c8268dc69760c301" providerId="Windows Live" clId="Web-{B8B08B0F-188B-447A-B9F8-2B643EC0A029}" dt="2024-07-06T19:31:45.483" v="267"/>
          <ac:graphicFrameMkLst>
            <pc:docMk/>
            <pc:sldMk cId="2483628239" sldId="284"/>
            <ac:graphicFrameMk id="10" creationId="{31C9CFD4-E366-706A-96C7-178AF13BE246}"/>
          </ac:graphicFrameMkLst>
        </pc:graphicFrameChg>
        <pc:graphicFrameChg chg="add mod modGraphic">
          <ac:chgData name="Ezra Ata" userId="c8268dc69760c301" providerId="Windows Live" clId="Web-{B8B08B0F-188B-447A-B9F8-2B643EC0A029}" dt="2024-07-06T19:32:25.250" v="302"/>
          <ac:graphicFrameMkLst>
            <pc:docMk/>
            <pc:sldMk cId="2483628239" sldId="284"/>
            <ac:graphicFrameMk id="12" creationId="{BF5A4C9B-113E-2B6E-021D-526DD1DB31D8}"/>
          </ac:graphicFrameMkLst>
        </pc:graphicFrameChg>
        <pc:picChg chg="add mod">
          <ac:chgData name="Ezra Ata" userId="c8268dc69760c301" providerId="Windows Live" clId="Web-{B8B08B0F-188B-447A-B9F8-2B643EC0A029}" dt="2024-07-06T19:31:02.139" v="251" actId="1076"/>
          <ac:picMkLst>
            <pc:docMk/>
            <pc:sldMk cId="2483628239" sldId="284"/>
            <ac:picMk id="3" creationId="{61F3E95E-6436-BE29-2FCF-D0853541F715}"/>
          </ac:picMkLst>
        </pc:picChg>
        <pc:picChg chg="del">
          <ac:chgData name="Ezra Ata" userId="c8268dc69760c301" providerId="Windows Live" clId="Web-{B8B08B0F-188B-447A-B9F8-2B643EC0A029}" dt="2024-07-06T19:30:16.294" v="240"/>
          <ac:picMkLst>
            <pc:docMk/>
            <pc:sldMk cId="2483628239" sldId="284"/>
            <ac:picMk id="9" creationId="{3A9D655D-7A8B-1D3D-0FF0-F99D2D0CC6BD}"/>
          </ac:picMkLst>
        </pc:picChg>
      </pc:sldChg>
      <pc:sldChg chg="addSp delSp modSp">
        <pc:chgData name="Ezra Ata" userId="c8268dc69760c301" providerId="Windows Live" clId="Web-{B8B08B0F-188B-447A-B9F8-2B643EC0A029}" dt="2024-07-06T19:36:18.958" v="372"/>
        <pc:sldMkLst>
          <pc:docMk/>
          <pc:sldMk cId="1267315013" sldId="285"/>
        </pc:sldMkLst>
        <pc:spChg chg="mod">
          <ac:chgData name="Ezra Ata" userId="c8268dc69760c301" providerId="Windows Live" clId="Web-{B8B08B0F-188B-447A-B9F8-2B643EC0A029}" dt="2024-07-06T19:32:41.750" v="304" actId="20577"/>
          <ac:spMkLst>
            <pc:docMk/>
            <pc:sldMk cId="1267315013" sldId="285"/>
            <ac:spMk id="2" creationId="{5F53288F-D697-1CA2-B76D-F82174DE241A}"/>
          </ac:spMkLst>
        </pc:spChg>
        <pc:spChg chg="mod">
          <ac:chgData name="Ezra Ata" userId="c8268dc69760c301" providerId="Windows Live" clId="Web-{B8B08B0F-188B-447A-B9F8-2B643EC0A029}" dt="2024-07-06T19:35:22.457" v="339" actId="20577"/>
          <ac:spMkLst>
            <pc:docMk/>
            <pc:sldMk cId="1267315013" sldId="285"/>
            <ac:spMk id="4" creationId="{D98D57D9-8B39-B36A-7BD4-957C49BECAD3}"/>
          </ac:spMkLst>
        </pc:spChg>
        <pc:spChg chg="add mod">
          <ac:chgData name="Ezra Ata" userId="c8268dc69760c301" providerId="Windows Live" clId="Web-{B8B08B0F-188B-447A-B9F8-2B643EC0A029}" dt="2024-07-06T19:35:48.098" v="348" actId="20577"/>
          <ac:spMkLst>
            <pc:docMk/>
            <pc:sldMk cId="1267315013" sldId="285"/>
            <ac:spMk id="11" creationId="{12B1A916-CDB0-7223-67C1-A81D16FCEACF}"/>
          </ac:spMkLst>
        </pc:spChg>
        <pc:graphicFrameChg chg="add del mod">
          <ac:chgData name="Ezra Ata" userId="c8268dc69760c301" providerId="Windows Live" clId="Web-{B8B08B0F-188B-447A-B9F8-2B643EC0A029}" dt="2024-07-06T19:33:49.971" v="312"/>
          <ac:graphicFrameMkLst>
            <pc:docMk/>
            <pc:sldMk cId="1267315013" sldId="285"/>
            <ac:graphicFrameMk id="7" creationId="{5B3D3474-0FCF-F1E6-B092-5ACB8A83C3B5}"/>
          </ac:graphicFrameMkLst>
        </pc:graphicFrameChg>
        <pc:graphicFrameChg chg="del">
          <ac:chgData name="Ezra Ata" userId="c8268dc69760c301" providerId="Windows Live" clId="Web-{B8B08B0F-188B-447A-B9F8-2B643EC0A029}" dt="2024-07-06T19:32:50.016" v="306"/>
          <ac:graphicFrameMkLst>
            <pc:docMk/>
            <pc:sldMk cId="1267315013" sldId="285"/>
            <ac:graphicFrameMk id="9" creationId="{E4895A41-1E05-B6DC-9DEE-51D1B0B494E7}"/>
          </ac:graphicFrameMkLst>
        </pc:graphicFrameChg>
        <pc:graphicFrameChg chg="add mod modGraphic">
          <ac:chgData name="Ezra Ata" userId="c8268dc69760c301" providerId="Windows Live" clId="Web-{B8B08B0F-188B-447A-B9F8-2B643EC0A029}" dt="2024-07-06T19:35:38.817" v="345" actId="1076"/>
          <ac:graphicFrameMkLst>
            <pc:docMk/>
            <pc:sldMk cId="1267315013" sldId="285"/>
            <ac:graphicFrameMk id="10" creationId="{8529A95D-9948-CDAD-D9CD-7AD5867CE6BB}"/>
          </ac:graphicFrameMkLst>
        </pc:graphicFrameChg>
        <pc:graphicFrameChg chg="add mod modGraphic">
          <ac:chgData name="Ezra Ata" userId="c8268dc69760c301" providerId="Windows Live" clId="Web-{B8B08B0F-188B-447A-B9F8-2B643EC0A029}" dt="2024-07-06T19:36:18.958" v="372"/>
          <ac:graphicFrameMkLst>
            <pc:docMk/>
            <pc:sldMk cId="1267315013" sldId="285"/>
            <ac:graphicFrameMk id="13" creationId="{3385698E-A3D5-41AA-AECF-08B7BC8FF643}"/>
          </ac:graphicFrameMkLst>
        </pc:graphicFrameChg>
        <pc:picChg chg="del">
          <ac:chgData name="Ezra Ata" userId="c8268dc69760c301" providerId="Windows Live" clId="Web-{B8B08B0F-188B-447A-B9F8-2B643EC0A029}" dt="2024-07-06T19:32:49.407" v="305"/>
          <ac:picMkLst>
            <pc:docMk/>
            <pc:sldMk cId="1267315013" sldId="285"/>
            <ac:picMk id="3" creationId="{5020E6DE-FD3B-A81B-5619-EC43589D6C72}"/>
          </ac:picMkLst>
        </pc:picChg>
      </pc:sldChg>
      <pc:sldChg chg="addSp delSp modSp">
        <pc:chgData name="Ezra Ata" userId="c8268dc69760c301" providerId="Windows Live" clId="Web-{B8B08B0F-188B-447A-B9F8-2B643EC0A029}" dt="2024-07-06T19:46:05.784" v="514"/>
        <pc:sldMkLst>
          <pc:docMk/>
          <pc:sldMk cId="1269482941" sldId="287"/>
        </pc:sldMkLst>
        <pc:spChg chg="mod">
          <ac:chgData name="Ezra Ata" userId="c8268dc69760c301" providerId="Windows Live" clId="Web-{B8B08B0F-188B-447A-B9F8-2B643EC0A029}" dt="2024-07-06T19:42:42.701" v="455" actId="1076"/>
          <ac:spMkLst>
            <pc:docMk/>
            <pc:sldMk cId="1269482941" sldId="287"/>
            <ac:spMk id="2" creationId="{D4065369-7529-3EBB-DDFC-7BE7CEFA1D6C}"/>
          </ac:spMkLst>
        </pc:spChg>
        <pc:spChg chg="mod">
          <ac:chgData name="Ezra Ata" userId="c8268dc69760c301" providerId="Windows Live" clId="Web-{B8B08B0F-188B-447A-B9F8-2B643EC0A029}" dt="2024-07-06T19:43:49.578" v="461" actId="20577"/>
          <ac:spMkLst>
            <pc:docMk/>
            <pc:sldMk cId="1269482941" sldId="287"/>
            <ac:spMk id="3" creationId="{6894B957-7D2F-464C-DB8B-5E3E8F5605E3}"/>
          </ac:spMkLst>
        </pc:spChg>
        <pc:spChg chg="mod">
          <ac:chgData name="Ezra Ata" userId="c8268dc69760c301" providerId="Windows Live" clId="Web-{B8B08B0F-188B-447A-B9F8-2B643EC0A029}" dt="2024-07-06T19:45:15.377" v="487" actId="20577"/>
          <ac:spMkLst>
            <pc:docMk/>
            <pc:sldMk cId="1269482941" sldId="287"/>
            <ac:spMk id="8" creationId="{F6AFB0C1-5140-A35C-1667-BEC3F375349C}"/>
          </ac:spMkLst>
        </pc:spChg>
        <pc:graphicFrameChg chg="add mod modGraphic">
          <ac:chgData name="Ezra Ata" userId="c8268dc69760c301" providerId="Windows Live" clId="Web-{B8B08B0F-188B-447A-B9F8-2B643EC0A029}" dt="2024-07-06T19:44:12.563" v="475"/>
          <ac:graphicFrameMkLst>
            <pc:docMk/>
            <pc:sldMk cId="1269482941" sldId="287"/>
            <ac:graphicFrameMk id="6" creationId="{C0655B17-00E6-E1F7-A4B4-F9E33515B62E}"/>
          </ac:graphicFrameMkLst>
        </pc:graphicFrameChg>
        <pc:graphicFrameChg chg="del mod modGraphic">
          <ac:chgData name="Ezra Ata" userId="c8268dc69760c301" providerId="Windows Live" clId="Web-{B8B08B0F-188B-447A-B9F8-2B643EC0A029}" dt="2024-07-06T19:41:56.685" v="449"/>
          <ac:graphicFrameMkLst>
            <pc:docMk/>
            <pc:sldMk cId="1269482941" sldId="287"/>
            <ac:graphicFrameMk id="7" creationId="{46B1B728-FD9A-1E87-36EE-E3506DF972DB}"/>
          </ac:graphicFrameMkLst>
        </pc:graphicFrameChg>
        <pc:graphicFrameChg chg="del">
          <ac:chgData name="Ezra Ata" userId="c8268dc69760c301" providerId="Windows Live" clId="Web-{B8B08B0F-188B-447A-B9F8-2B643EC0A029}" dt="2024-07-06T19:41:58.747" v="450"/>
          <ac:graphicFrameMkLst>
            <pc:docMk/>
            <pc:sldMk cId="1269482941" sldId="287"/>
            <ac:graphicFrameMk id="10" creationId="{D69A756E-F44A-120C-5DE2-1A38DFF20B99}"/>
          </ac:graphicFrameMkLst>
        </pc:graphicFrameChg>
        <pc:graphicFrameChg chg="add mod modGraphic">
          <ac:chgData name="Ezra Ata" userId="c8268dc69760c301" providerId="Windows Live" clId="Web-{B8B08B0F-188B-447A-B9F8-2B643EC0A029}" dt="2024-07-06T19:46:05.784" v="514"/>
          <ac:graphicFrameMkLst>
            <pc:docMk/>
            <pc:sldMk cId="1269482941" sldId="287"/>
            <ac:graphicFrameMk id="12" creationId="{56752C13-D659-8156-DD75-D79E0307D555}"/>
          </ac:graphicFrameMkLst>
        </pc:graphicFrameChg>
        <pc:picChg chg="add mod">
          <ac:chgData name="Ezra Ata" userId="c8268dc69760c301" providerId="Windows Live" clId="Web-{B8B08B0F-188B-447A-B9F8-2B643EC0A029}" dt="2024-07-06T19:45:22.002" v="490" actId="1076"/>
          <ac:picMkLst>
            <pc:docMk/>
            <pc:sldMk cId="1269482941" sldId="287"/>
            <ac:picMk id="9" creationId="{C3B15E4A-131A-DBBD-282A-F710A9E21917}"/>
          </ac:picMkLst>
        </pc:picChg>
      </pc:sldChg>
      <pc:sldChg chg="del">
        <pc:chgData name="Ezra Ata" userId="c8268dc69760c301" providerId="Windows Live" clId="Web-{B8B08B0F-188B-447A-B9F8-2B643EC0A029}" dt="2024-07-06T19:54:51.796" v="676"/>
        <pc:sldMkLst>
          <pc:docMk/>
          <pc:sldMk cId="3894976984" sldId="288"/>
        </pc:sldMkLst>
      </pc:sldChg>
      <pc:sldChg chg="addSp delSp modSp">
        <pc:chgData name="Ezra Ata" userId="c8268dc69760c301" providerId="Windows Live" clId="Web-{B8B08B0F-188B-447A-B9F8-2B643EC0A029}" dt="2024-07-06T19:53:31.449" v="675"/>
        <pc:sldMkLst>
          <pc:docMk/>
          <pc:sldMk cId="1766831829" sldId="289"/>
        </pc:sldMkLst>
        <pc:spChg chg="mod">
          <ac:chgData name="Ezra Ata" userId="c8268dc69760c301" providerId="Windows Live" clId="Web-{B8B08B0F-188B-447A-B9F8-2B643EC0A029}" dt="2024-07-06T19:53:11.621" v="668" actId="1076"/>
          <ac:spMkLst>
            <pc:docMk/>
            <pc:sldMk cId="1766831829" sldId="289"/>
            <ac:spMk id="2" creationId="{3B3F58F4-F002-0A63-FDA5-2FE8E17AB734}"/>
          </ac:spMkLst>
        </pc:spChg>
        <pc:spChg chg="mod">
          <ac:chgData name="Ezra Ata" userId="c8268dc69760c301" providerId="Windows Live" clId="Web-{B8B08B0F-188B-447A-B9F8-2B643EC0A029}" dt="2024-07-06T19:53:14.339" v="669" actId="1076"/>
          <ac:spMkLst>
            <pc:docMk/>
            <pc:sldMk cId="1766831829" sldId="289"/>
            <ac:spMk id="4" creationId="{CCE1343B-D448-0F3D-2A82-B1953503574C}"/>
          </ac:spMkLst>
        </pc:spChg>
        <pc:spChg chg="add mod">
          <ac:chgData name="Ezra Ata" userId="c8268dc69760c301" providerId="Windows Live" clId="Web-{B8B08B0F-188B-447A-B9F8-2B643EC0A029}" dt="2024-07-06T19:53:19.433" v="671" actId="1076"/>
          <ac:spMkLst>
            <pc:docMk/>
            <pc:sldMk cId="1766831829" sldId="289"/>
            <ac:spMk id="8" creationId="{07791B81-3AF2-D77A-5453-231972CE5750}"/>
          </ac:spMkLst>
        </pc:spChg>
        <pc:graphicFrameChg chg="del">
          <ac:chgData name="Ezra Ata" userId="c8268dc69760c301" providerId="Windows Live" clId="Web-{B8B08B0F-188B-447A-B9F8-2B643EC0A029}" dt="2024-07-06T19:49:50.477" v="591"/>
          <ac:graphicFrameMkLst>
            <pc:docMk/>
            <pc:sldMk cId="1766831829" sldId="289"/>
            <ac:graphicFrameMk id="6" creationId="{D698B11D-E37A-95B2-60DD-39FD2BE096D7}"/>
          </ac:graphicFrameMkLst>
        </pc:graphicFrameChg>
        <pc:graphicFrameChg chg="add mod modGraphic">
          <ac:chgData name="Ezra Ata" userId="c8268dc69760c301" providerId="Windows Live" clId="Web-{B8B08B0F-188B-447A-B9F8-2B643EC0A029}" dt="2024-07-06T19:53:17.527" v="670" actId="1076"/>
          <ac:graphicFrameMkLst>
            <pc:docMk/>
            <pc:sldMk cId="1766831829" sldId="289"/>
            <ac:graphicFrameMk id="7" creationId="{06254365-698A-D5D4-8773-4B4FE18DB79E}"/>
          </ac:graphicFrameMkLst>
        </pc:graphicFrameChg>
        <pc:graphicFrameChg chg="add mod modGraphic">
          <ac:chgData name="Ezra Ata" userId="c8268dc69760c301" providerId="Windows Live" clId="Web-{B8B08B0F-188B-447A-B9F8-2B643EC0A029}" dt="2024-07-06T19:53:31.449" v="675"/>
          <ac:graphicFrameMkLst>
            <pc:docMk/>
            <pc:sldMk cId="1766831829" sldId="289"/>
            <ac:graphicFrameMk id="11" creationId="{40D3EA70-7B19-CC87-5B4C-060C60F4A867}"/>
          </ac:graphicFrameMkLst>
        </pc:graphicFrameChg>
        <pc:picChg chg="add mod">
          <ac:chgData name="Ezra Ata" userId="c8268dc69760c301" providerId="Windows Live" clId="Web-{B8B08B0F-188B-447A-B9F8-2B643EC0A029}" dt="2024-07-06T19:53:21.340" v="672" actId="1076"/>
          <ac:picMkLst>
            <pc:docMk/>
            <pc:sldMk cId="1766831829" sldId="289"/>
            <ac:picMk id="9" creationId="{E9D72DB0-3BB6-280F-71E6-CF78E9C8AE2B}"/>
          </ac:picMkLst>
        </pc:picChg>
      </pc:sldChg>
      <pc:sldChg chg="del">
        <pc:chgData name="Ezra Ata" userId="c8268dc69760c301" providerId="Windows Live" clId="Web-{B8B08B0F-188B-447A-B9F8-2B643EC0A029}" dt="2024-07-06T19:54:52.936" v="677"/>
        <pc:sldMkLst>
          <pc:docMk/>
          <pc:sldMk cId="570267780" sldId="290"/>
        </pc:sldMkLst>
      </pc:sldChg>
      <pc:sldChg chg="del">
        <pc:chgData name="Ezra Ata" userId="c8268dc69760c301" providerId="Windows Live" clId="Web-{B8B08B0F-188B-447A-B9F8-2B643EC0A029}" dt="2024-07-06T19:54:53.702" v="678"/>
        <pc:sldMkLst>
          <pc:docMk/>
          <pc:sldMk cId="3773754648" sldId="291"/>
        </pc:sldMkLst>
      </pc:sldChg>
      <pc:sldChg chg="del">
        <pc:chgData name="Ezra Ata" userId="c8268dc69760c301" providerId="Windows Live" clId="Web-{B8B08B0F-188B-447A-B9F8-2B643EC0A029}" dt="2024-07-06T19:54:54.780" v="679"/>
        <pc:sldMkLst>
          <pc:docMk/>
          <pc:sldMk cId="799708198" sldId="292"/>
        </pc:sldMkLst>
      </pc:sldChg>
      <pc:sldChg chg="del">
        <pc:chgData name="Ezra Ata" userId="c8268dc69760c301" providerId="Windows Live" clId="Web-{B8B08B0F-188B-447A-B9F8-2B643EC0A029}" dt="2024-07-06T19:54:55.499" v="680"/>
        <pc:sldMkLst>
          <pc:docMk/>
          <pc:sldMk cId="4183094101" sldId="293"/>
        </pc:sldMkLst>
      </pc:sldChg>
      <pc:sldChg chg="del">
        <pc:chgData name="Ezra Ata" userId="c8268dc69760c301" providerId="Windows Live" clId="Web-{B8B08B0F-188B-447A-B9F8-2B643EC0A029}" dt="2024-07-06T19:54:57.718" v="681"/>
        <pc:sldMkLst>
          <pc:docMk/>
          <pc:sldMk cId="3366650810" sldId="294"/>
        </pc:sldMkLst>
      </pc:sldChg>
      <pc:sldChg chg="del">
        <pc:chgData name="Ezra Ata" userId="c8268dc69760c301" providerId="Windows Live" clId="Web-{B8B08B0F-188B-447A-B9F8-2B643EC0A029}" dt="2024-07-06T19:54:58.624" v="682"/>
        <pc:sldMkLst>
          <pc:docMk/>
          <pc:sldMk cId="3711437500" sldId="295"/>
        </pc:sldMkLst>
      </pc:sldChg>
      <pc:sldChg chg="addSp delSp modSp">
        <pc:chgData name="Ezra Ata" userId="c8268dc69760c301" providerId="Windows Live" clId="Web-{B8B08B0F-188B-447A-B9F8-2B643EC0A029}" dt="2024-07-06T19:16:59.994" v="23" actId="1076"/>
        <pc:sldMkLst>
          <pc:docMk/>
          <pc:sldMk cId="349740764" sldId="308"/>
        </pc:sldMkLst>
        <pc:spChg chg="mod">
          <ac:chgData name="Ezra Ata" userId="c8268dc69760c301" providerId="Windows Live" clId="Web-{B8B08B0F-188B-447A-B9F8-2B643EC0A029}" dt="2024-07-06T19:16:17.993" v="12" actId="20577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Ezra Ata" userId="c8268dc69760c301" providerId="Windows Live" clId="Web-{B8B08B0F-188B-447A-B9F8-2B643EC0A029}" dt="2024-07-06T19:16:57.135" v="21" actId="20577"/>
          <ac:spMkLst>
            <pc:docMk/>
            <pc:sldMk cId="349740764" sldId="308"/>
            <ac:spMk id="3" creationId="{B65FEB2A-9723-77BC-B7D8-112D3C437235}"/>
          </ac:spMkLst>
        </pc:spChg>
        <pc:picChg chg="add mod">
          <ac:chgData name="Ezra Ata" userId="c8268dc69760c301" providerId="Windows Live" clId="Web-{B8B08B0F-188B-447A-B9F8-2B643EC0A029}" dt="2024-07-06T19:16:59.994" v="23" actId="1076"/>
          <ac:picMkLst>
            <pc:docMk/>
            <pc:sldMk cId="349740764" sldId="308"/>
            <ac:picMk id="4" creationId="{B151F558-C0CA-2251-135F-51A033350F57}"/>
          </ac:picMkLst>
        </pc:picChg>
        <pc:picChg chg="del">
          <ac:chgData name="Ezra Ata" userId="c8268dc69760c301" providerId="Windows Live" clId="Web-{B8B08B0F-188B-447A-B9F8-2B643EC0A029}" dt="2024-07-06T19:16:31.525" v="16"/>
          <ac:picMkLst>
            <pc:docMk/>
            <pc:sldMk cId="349740764" sldId="308"/>
            <ac:picMk id="7" creationId="{78DC89D9-C1B0-8849-C42B-928BC74A3379}"/>
          </ac:picMkLst>
        </pc:picChg>
      </pc:sldChg>
      <pc:sldChg chg="addSp delSp modSp">
        <pc:chgData name="Ezra Ata" userId="c8268dc69760c301" providerId="Windows Live" clId="Web-{B8B08B0F-188B-447A-B9F8-2B643EC0A029}" dt="2024-07-06T19:25:34.178" v="146"/>
        <pc:sldMkLst>
          <pc:docMk/>
          <pc:sldMk cId="409215051" sldId="309"/>
        </pc:sldMkLst>
        <pc:spChg chg="mod">
          <ac:chgData name="Ezra Ata" userId="c8268dc69760c301" providerId="Windows Live" clId="Web-{B8B08B0F-188B-447A-B9F8-2B643EC0A029}" dt="2024-07-06T19:21:45.267" v="85" actId="20577"/>
          <ac:spMkLst>
            <pc:docMk/>
            <pc:sldMk cId="409215051" sldId="309"/>
            <ac:spMk id="2" creationId="{3B3F58F4-F002-0A63-FDA5-2FE8E17AB734}"/>
          </ac:spMkLst>
        </pc:spChg>
        <pc:spChg chg="mod">
          <ac:chgData name="Ezra Ata" userId="c8268dc69760c301" providerId="Windows Live" clId="Web-{B8B08B0F-188B-447A-B9F8-2B643EC0A029}" dt="2024-07-06T19:24:31.270" v="119" actId="20577"/>
          <ac:spMkLst>
            <pc:docMk/>
            <pc:sldMk cId="409215051" sldId="309"/>
            <ac:spMk id="4" creationId="{CCE1343B-D448-0F3D-2A82-B1953503574C}"/>
          </ac:spMkLst>
        </pc:spChg>
        <pc:graphicFrameChg chg="add mod modGraphic">
          <ac:chgData name="Ezra Ata" userId="c8268dc69760c301" providerId="Windows Live" clId="Web-{B8B08B0F-188B-447A-B9F8-2B643EC0A029}" dt="2024-07-06T19:25:34.178" v="146"/>
          <ac:graphicFrameMkLst>
            <pc:docMk/>
            <pc:sldMk cId="409215051" sldId="309"/>
            <ac:graphicFrameMk id="7" creationId="{8F9E773A-9C21-698C-FA47-112FD1A51E4F}"/>
          </ac:graphicFrameMkLst>
        </pc:graphicFrameChg>
        <pc:graphicFrameChg chg="del">
          <ac:chgData name="Ezra Ata" userId="c8268dc69760c301" providerId="Windows Live" clId="Web-{B8B08B0F-188B-447A-B9F8-2B643EC0A029}" dt="2024-07-06T19:23:07.175" v="105"/>
          <ac:graphicFrameMkLst>
            <pc:docMk/>
            <pc:sldMk cId="409215051" sldId="309"/>
            <ac:graphicFrameMk id="9" creationId="{366D16A0-61C8-84CF-7544-D981D0A97DB6}"/>
          </ac:graphicFrameMkLst>
        </pc:graphicFrameChg>
        <pc:picChg chg="add mod">
          <ac:chgData name="Ezra Ata" userId="c8268dc69760c301" providerId="Windows Live" clId="Web-{B8B08B0F-188B-447A-B9F8-2B643EC0A029}" dt="2024-07-06T19:24:39.161" v="122" actId="1076"/>
          <ac:picMkLst>
            <pc:docMk/>
            <pc:sldMk cId="409215051" sldId="309"/>
            <ac:picMk id="3" creationId="{1FEB9DC4-332E-EC75-23C9-815F1D004DB1}"/>
          </ac:picMkLst>
        </pc:picChg>
        <pc:picChg chg="del">
          <ac:chgData name="Ezra Ata" userId="c8268dc69760c301" providerId="Windows Live" clId="Web-{B8B08B0F-188B-447A-B9F8-2B643EC0A029}" dt="2024-07-06T19:23:04.596" v="104"/>
          <ac:picMkLst>
            <pc:docMk/>
            <pc:sldMk cId="409215051" sldId="309"/>
            <ac:picMk id="5" creationId="{0A4C8DB2-28F3-5E73-1D30-857C426803F2}"/>
          </ac:picMkLst>
        </pc:picChg>
      </pc:sldChg>
      <pc:sldChg chg="del">
        <pc:chgData name="Ezra Ata" userId="c8268dc69760c301" providerId="Windows Live" clId="Web-{B8B08B0F-188B-447A-B9F8-2B643EC0A029}" dt="2024-07-06T19:55:00.765" v="684"/>
        <pc:sldMkLst>
          <pc:docMk/>
          <pc:sldMk cId="2888728915" sldId="310"/>
        </pc:sldMkLst>
      </pc:sldChg>
      <pc:sldChg chg="del">
        <pc:chgData name="Ezra Ata" userId="c8268dc69760c301" providerId="Windows Live" clId="Web-{B8B08B0F-188B-447A-B9F8-2B643EC0A029}" dt="2024-07-06T19:55:01.655" v="685"/>
        <pc:sldMkLst>
          <pc:docMk/>
          <pc:sldMk cId="1471142155" sldId="311"/>
        </pc:sldMkLst>
      </pc:sldChg>
      <pc:sldChg chg="del">
        <pc:chgData name="Ezra Ata" userId="c8268dc69760c301" providerId="Windows Live" clId="Web-{B8B08B0F-188B-447A-B9F8-2B643EC0A029}" dt="2024-07-06T19:55:02.733" v="686"/>
        <pc:sldMkLst>
          <pc:docMk/>
          <pc:sldMk cId="2366819879" sldId="312"/>
        </pc:sldMkLst>
      </pc:sldChg>
      <pc:sldChg chg="del">
        <pc:chgData name="Ezra Ata" userId="c8268dc69760c301" providerId="Windows Live" clId="Web-{B8B08B0F-188B-447A-B9F8-2B643EC0A029}" dt="2024-07-06T19:55:04.015" v="687"/>
        <pc:sldMkLst>
          <pc:docMk/>
          <pc:sldMk cId="3786356368" sldId="313"/>
        </pc:sldMkLst>
      </pc:sldChg>
    </pc:docChg>
  </pc:docChgLst>
  <pc:docChgLst>
    <pc:chgData name="Catherine Ata" userId="4e21e26771b92a65" providerId="LiveId" clId="{DE2E82B8-2BD7-4CF1-8A0C-8EACB0438B93}"/>
    <pc:docChg chg="modSld">
      <pc:chgData name="Catherine Ata" userId="4e21e26771b92a65" providerId="LiveId" clId="{DE2E82B8-2BD7-4CF1-8A0C-8EACB0438B93}" dt="2024-12-05T18:18:30.191" v="14" actId="20577"/>
      <pc:docMkLst>
        <pc:docMk/>
      </pc:docMkLst>
      <pc:sldChg chg="modSp mod">
        <pc:chgData name="Catherine Ata" userId="4e21e26771b92a65" providerId="LiveId" clId="{DE2E82B8-2BD7-4CF1-8A0C-8EACB0438B93}" dt="2024-12-05T18:16:28.659" v="8" actId="20577"/>
        <pc:sldMkLst>
          <pc:docMk/>
          <pc:sldMk cId="1816993049" sldId="321"/>
        </pc:sldMkLst>
        <pc:spChg chg="mod">
          <ac:chgData name="Catherine Ata" userId="4e21e26771b92a65" providerId="LiveId" clId="{DE2E82B8-2BD7-4CF1-8A0C-8EACB0438B93}" dt="2024-12-05T18:16:28.659" v="8" actId="20577"/>
          <ac:spMkLst>
            <pc:docMk/>
            <pc:sldMk cId="1816993049" sldId="321"/>
            <ac:spMk id="2" creationId="{46CAA7C7-1B21-E4DE-A30C-992523F350E2}"/>
          </ac:spMkLst>
        </pc:spChg>
      </pc:sldChg>
      <pc:sldChg chg="modSp mod">
        <pc:chgData name="Catherine Ata" userId="4e21e26771b92a65" providerId="LiveId" clId="{DE2E82B8-2BD7-4CF1-8A0C-8EACB0438B93}" dt="2024-12-05T18:17:14.028" v="10" actId="113"/>
        <pc:sldMkLst>
          <pc:docMk/>
          <pc:sldMk cId="19868832" sldId="343"/>
        </pc:sldMkLst>
        <pc:spChg chg="mod">
          <ac:chgData name="Catherine Ata" userId="4e21e26771b92a65" providerId="LiveId" clId="{DE2E82B8-2BD7-4CF1-8A0C-8EACB0438B93}" dt="2024-12-05T18:17:14.028" v="10" actId="113"/>
          <ac:spMkLst>
            <pc:docMk/>
            <pc:sldMk cId="19868832" sldId="343"/>
            <ac:spMk id="4" creationId="{CCE1343B-D448-0F3D-2A82-B1953503574C}"/>
          </ac:spMkLst>
        </pc:spChg>
      </pc:sldChg>
      <pc:sldChg chg="modSp mod">
        <pc:chgData name="Catherine Ata" userId="4e21e26771b92a65" providerId="LiveId" clId="{DE2E82B8-2BD7-4CF1-8A0C-8EACB0438B93}" dt="2024-12-05T18:18:30.191" v="14" actId="20577"/>
        <pc:sldMkLst>
          <pc:docMk/>
          <pc:sldMk cId="2410264200" sldId="357"/>
        </pc:sldMkLst>
        <pc:spChg chg="mod">
          <ac:chgData name="Catherine Ata" userId="4e21e26771b92a65" providerId="LiveId" clId="{DE2E82B8-2BD7-4CF1-8A0C-8EACB0438B93}" dt="2024-12-05T18:18:30.191" v="14" actId="20577"/>
          <ac:spMkLst>
            <pc:docMk/>
            <pc:sldMk cId="2410264200" sldId="357"/>
            <ac:spMk id="4" creationId="{CCE1343B-D448-0F3D-2A82-B1953503574C}"/>
          </ac:spMkLst>
        </pc:spChg>
      </pc:sldChg>
    </pc:docChg>
  </pc:docChgLst>
  <pc:docChgLst>
    <pc:chgData name="Catherine Ata" userId="4e21e26771b92a65" providerId="LiveId" clId="{627E41EB-07B1-458D-BD7B-A5CC6DCD3EC2}"/>
    <pc:docChg chg="addSld delSld modSld">
      <pc:chgData name="Catherine Ata" userId="4e21e26771b92a65" providerId="LiveId" clId="{627E41EB-07B1-458D-BD7B-A5CC6DCD3EC2}" dt="2024-08-25T18:54:41.471" v="7" actId="47"/>
      <pc:docMkLst>
        <pc:docMk/>
      </pc:docMkLst>
      <pc:sldChg chg="modSp mod">
        <pc:chgData name="Catherine Ata" userId="4e21e26771b92a65" providerId="LiveId" clId="{627E41EB-07B1-458D-BD7B-A5CC6DCD3EC2}" dt="2024-08-25T15:20:31.718" v="4" actId="20577"/>
        <pc:sldMkLst>
          <pc:docMk/>
          <pc:sldMk cId="158767598" sldId="256"/>
        </pc:sldMkLst>
        <pc:spChg chg="mod">
          <ac:chgData name="Catherine Ata" userId="4e21e26771b92a65" providerId="LiveId" clId="{627E41EB-07B1-458D-BD7B-A5CC6DCD3EC2}" dt="2024-08-25T15:20:31.718" v="4" actId="20577"/>
          <ac:spMkLst>
            <pc:docMk/>
            <pc:sldMk cId="158767598" sldId="256"/>
            <ac:spMk id="2" creationId="{6B420F8C-B260-B061-FAEB-456B3F2929EC}"/>
          </ac:spMkLst>
        </pc:spChg>
      </pc:sldChg>
      <pc:sldChg chg="del">
        <pc:chgData name="Catherine Ata" userId="4e21e26771b92a65" providerId="LiveId" clId="{627E41EB-07B1-458D-BD7B-A5CC6DCD3EC2}" dt="2024-08-25T18:54:12.809" v="5" actId="47"/>
        <pc:sldMkLst>
          <pc:docMk/>
          <pc:sldMk cId="3921166562" sldId="264"/>
        </pc:sldMkLst>
      </pc:sldChg>
      <pc:sldChg chg="del">
        <pc:chgData name="Catherine Ata" userId="4e21e26771b92a65" providerId="LiveId" clId="{627E41EB-07B1-458D-BD7B-A5CC6DCD3EC2}" dt="2024-08-25T18:54:41.471" v="7" actId="47"/>
        <pc:sldMkLst>
          <pc:docMk/>
          <pc:sldMk cId="1918334880" sldId="280"/>
        </pc:sldMkLst>
      </pc:sldChg>
      <pc:sldChg chg="add">
        <pc:chgData name="Catherine Ata" userId="4e21e26771b92a65" providerId="LiveId" clId="{627E41EB-07B1-458D-BD7B-A5CC6DCD3EC2}" dt="2024-08-25T18:54:39.149" v="6"/>
        <pc:sldMkLst>
          <pc:docMk/>
          <pc:sldMk cId="2097729747" sldId="31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66E9AE-0F49-4324-B5C6-88E68B14699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9A54E8-7488-4CEA-AA1E-E19DAFD8629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Date and Time </a:t>
          </a:r>
          <a:endParaRPr lang="en-US" dirty="0">
            <a:latin typeface="Tw Cen MT" panose="020B0602020104020603"/>
          </a:endParaRPr>
        </a:p>
      </dgm:t>
    </dgm:pt>
    <dgm:pt modelId="{EBF06016-3D04-4FA6-8886-2D45A095D889}" type="parTrans" cxnId="{415BDF43-D4DF-458C-987C-DFD7B6F1D20D}">
      <dgm:prSet/>
      <dgm:spPr/>
      <dgm:t>
        <a:bodyPr/>
        <a:lstStyle/>
        <a:p>
          <a:endParaRPr lang="en-US"/>
        </a:p>
      </dgm:t>
    </dgm:pt>
    <dgm:pt modelId="{DCBB740A-91B2-4FE4-89F7-5AE3A1260F85}" type="sibTrans" cxnId="{415BDF43-D4DF-458C-987C-DFD7B6F1D20D}">
      <dgm:prSet/>
      <dgm:spPr/>
      <dgm:t>
        <a:bodyPr/>
        <a:lstStyle/>
        <a:p>
          <a:endParaRPr lang="en-US"/>
        </a:p>
      </dgm:t>
    </dgm:pt>
    <dgm:pt modelId="{D9880F80-5EC2-4931-80F1-67CB81D5D94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Time Series Basics</a:t>
          </a:r>
          <a:endParaRPr lang="en-US" dirty="0">
            <a:latin typeface="Tw Cen MT" panose="020B0602020104020603"/>
          </a:endParaRPr>
        </a:p>
      </dgm:t>
    </dgm:pt>
    <dgm:pt modelId="{E9216E56-0CC6-45A3-9118-12BFC252688A}" type="parTrans" cxnId="{CE01C82E-C99C-4189-9751-CED21D7E24C9}">
      <dgm:prSet/>
      <dgm:spPr/>
      <dgm:t>
        <a:bodyPr/>
        <a:lstStyle/>
        <a:p>
          <a:endParaRPr lang="en-US"/>
        </a:p>
      </dgm:t>
    </dgm:pt>
    <dgm:pt modelId="{B6C9A64E-8A7C-44EA-B3A7-79C54A69F03C}" type="sibTrans" cxnId="{CE01C82E-C99C-4189-9751-CED21D7E24C9}">
      <dgm:prSet/>
      <dgm:spPr/>
      <dgm:t>
        <a:bodyPr/>
        <a:lstStyle/>
        <a:p>
          <a:endParaRPr lang="en-US"/>
        </a:p>
      </dgm:t>
    </dgm:pt>
    <dgm:pt modelId="{1121E514-E379-4DFD-827E-7C4C92586CA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Date Ranges, Frequencies, Shifting</a:t>
          </a:r>
          <a:endParaRPr lang="en-US" dirty="0">
            <a:latin typeface="Tw Cen MT" panose="020B0602020104020603"/>
          </a:endParaRPr>
        </a:p>
      </dgm:t>
    </dgm:pt>
    <dgm:pt modelId="{E6ACDFF1-D531-4AB9-A95D-E6AEA9922EC6}" type="parTrans" cxnId="{FC69D719-1A24-488E-870B-99C112412272}">
      <dgm:prSet/>
      <dgm:spPr/>
      <dgm:t>
        <a:bodyPr/>
        <a:lstStyle/>
        <a:p>
          <a:endParaRPr lang="en-US"/>
        </a:p>
      </dgm:t>
    </dgm:pt>
    <dgm:pt modelId="{80E1141A-617B-42B3-99B5-3AFC3C29AF88}" type="sibTrans" cxnId="{FC69D719-1A24-488E-870B-99C112412272}">
      <dgm:prSet/>
      <dgm:spPr/>
      <dgm:t>
        <a:bodyPr/>
        <a:lstStyle/>
        <a:p>
          <a:endParaRPr lang="en-US"/>
        </a:p>
      </dgm:t>
    </dgm:pt>
    <dgm:pt modelId="{DE2F2705-1299-4B99-8B05-DD296805F79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w Cen MT" panose="020B0602020104020603"/>
            </a:rPr>
            <a:t>Resampling and Frequency Conversion</a:t>
          </a:r>
        </a:p>
      </dgm:t>
    </dgm:pt>
    <dgm:pt modelId="{A2C15750-3498-4D1B-A8D5-6A2B7BDEC62A}" type="parTrans" cxnId="{EDC70585-2CE9-4BA4-88C9-74A8BA43BACC}">
      <dgm:prSet/>
      <dgm:spPr/>
      <dgm:t>
        <a:bodyPr/>
        <a:lstStyle/>
        <a:p>
          <a:endParaRPr lang="en-US"/>
        </a:p>
      </dgm:t>
    </dgm:pt>
    <dgm:pt modelId="{BB7D9258-6012-4F89-B2B1-A4D67A036385}" type="sibTrans" cxnId="{EDC70585-2CE9-4BA4-88C9-74A8BA43BACC}">
      <dgm:prSet/>
      <dgm:spPr/>
      <dgm:t>
        <a:bodyPr/>
        <a:lstStyle/>
        <a:p>
          <a:endParaRPr lang="en-US"/>
        </a:p>
      </dgm:t>
    </dgm:pt>
    <dgm:pt modelId="{53966938-14EA-4564-96E5-FBF05960E98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Moving Window</a:t>
          </a:r>
        </a:p>
      </dgm:t>
    </dgm:pt>
    <dgm:pt modelId="{F83D3393-EF09-4BE8-9461-83459A71542A}" type="parTrans" cxnId="{84F41FCA-5DBE-4917-AED6-00E4EC6C0EC3}">
      <dgm:prSet/>
      <dgm:spPr/>
      <dgm:t>
        <a:bodyPr/>
        <a:lstStyle/>
        <a:p>
          <a:endParaRPr lang="en-US"/>
        </a:p>
      </dgm:t>
    </dgm:pt>
    <dgm:pt modelId="{1A4C50C7-D858-4763-B367-FE146FD5D9F6}" type="sibTrans" cxnId="{84F41FCA-5DBE-4917-AED6-00E4EC6C0EC3}">
      <dgm:prSet/>
      <dgm:spPr/>
      <dgm:t>
        <a:bodyPr/>
        <a:lstStyle/>
        <a:p>
          <a:endParaRPr lang="en-US"/>
        </a:p>
      </dgm:t>
    </dgm:pt>
    <dgm:pt modelId="{10CA44A9-4959-499A-A363-A08535EF544F}" type="pres">
      <dgm:prSet presAssocID="{9B66E9AE-0F49-4324-B5C6-88E68B146997}" presName="root" presStyleCnt="0">
        <dgm:presLayoutVars>
          <dgm:dir/>
          <dgm:resizeHandles val="exact"/>
        </dgm:presLayoutVars>
      </dgm:prSet>
      <dgm:spPr/>
    </dgm:pt>
    <dgm:pt modelId="{FE95E25E-AE02-4037-9D2A-C81F0C71845A}" type="pres">
      <dgm:prSet presAssocID="{EC9A54E8-7488-4CEA-AA1E-E19DAFD86298}" presName="compNode" presStyleCnt="0"/>
      <dgm:spPr/>
    </dgm:pt>
    <dgm:pt modelId="{F571D134-D30A-4898-973E-836D090260C7}" type="pres">
      <dgm:prSet presAssocID="{EC9A54E8-7488-4CEA-AA1E-E19DAFD8629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 outline"/>
        </a:ext>
      </dgm:extLst>
    </dgm:pt>
    <dgm:pt modelId="{DF087B6F-0080-4D8F-9822-4477BF237615}" type="pres">
      <dgm:prSet presAssocID="{EC9A54E8-7488-4CEA-AA1E-E19DAFD86298}" presName="spaceRect" presStyleCnt="0"/>
      <dgm:spPr/>
    </dgm:pt>
    <dgm:pt modelId="{39763FC6-B58A-4361-84FC-3D98E04D04E7}" type="pres">
      <dgm:prSet presAssocID="{EC9A54E8-7488-4CEA-AA1E-E19DAFD86298}" presName="textRect" presStyleLbl="revTx" presStyleIdx="0" presStyleCnt="5">
        <dgm:presLayoutVars>
          <dgm:chMax val="1"/>
          <dgm:chPref val="1"/>
        </dgm:presLayoutVars>
      </dgm:prSet>
      <dgm:spPr/>
    </dgm:pt>
    <dgm:pt modelId="{5005F312-9D05-40B1-AACF-5FCC488DF850}" type="pres">
      <dgm:prSet presAssocID="{DCBB740A-91B2-4FE4-89F7-5AE3A1260F85}" presName="sibTrans" presStyleCnt="0"/>
      <dgm:spPr/>
    </dgm:pt>
    <dgm:pt modelId="{2465A9D2-56C3-4DC0-9B7E-138E201D7789}" type="pres">
      <dgm:prSet presAssocID="{D9880F80-5EC2-4931-80F1-67CB81D5D94E}" presName="compNode" presStyleCnt="0"/>
      <dgm:spPr/>
    </dgm:pt>
    <dgm:pt modelId="{F4E305A0-7147-4267-A8E6-DE82E2D6F878}" type="pres">
      <dgm:prSet presAssocID="{D9880F80-5EC2-4931-80F1-67CB81D5D94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Finished outline"/>
        </a:ext>
      </dgm:extLst>
    </dgm:pt>
    <dgm:pt modelId="{24B97FC5-7731-4943-A45B-DEB70A3B7111}" type="pres">
      <dgm:prSet presAssocID="{D9880F80-5EC2-4931-80F1-67CB81D5D94E}" presName="spaceRect" presStyleCnt="0"/>
      <dgm:spPr/>
    </dgm:pt>
    <dgm:pt modelId="{8BC89E00-F010-4A12-B9CB-97B93A335D88}" type="pres">
      <dgm:prSet presAssocID="{D9880F80-5EC2-4931-80F1-67CB81D5D94E}" presName="textRect" presStyleLbl="revTx" presStyleIdx="1" presStyleCnt="5">
        <dgm:presLayoutVars>
          <dgm:chMax val="1"/>
          <dgm:chPref val="1"/>
        </dgm:presLayoutVars>
      </dgm:prSet>
      <dgm:spPr/>
    </dgm:pt>
    <dgm:pt modelId="{9A770090-9EA7-44C0-8A65-8E2D8956F93B}" type="pres">
      <dgm:prSet presAssocID="{B6C9A64E-8A7C-44EA-B3A7-79C54A69F03C}" presName="sibTrans" presStyleCnt="0"/>
      <dgm:spPr/>
    </dgm:pt>
    <dgm:pt modelId="{9D9CCEA9-2315-440B-86AA-DD2D9D6101F2}" type="pres">
      <dgm:prSet presAssocID="{1121E514-E379-4DFD-827E-7C4C92586CA6}" presName="compNode" presStyleCnt="0"/>
      <dgm:spPr/>
    </dgm:pt>
    <dgm:pt modelId="{EFD7764F-A5FF-4EBC-90D7-FF6D39FE2416}" type="pres">
      <dgm:prSet presAssocID="{1121E514-E379-4DFD-827E-7C4C92586CA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ve outline"/>
        </a:ext>
      </dgm:extLst>
    </dgm:pt>
    <dgm:pt modelId="{29BB04A8-4B92-4685-8C92-D45C94AE5DFD}" type="pres">
      <dgm:prSet presAssocID="{1121E514-E379-4DFD-827E-7C4C92586CA6}" presName="spaceRect" presStyleCnt="0"/>
      <dgm:spPr/>
    </dgm:pt>
    <dgm:pt modelId="{C7E17BB7-1319-4AE1-8249-F702ABF0FB48}" type="pres">
      <dgm:prSet presAssocID="{1121E514-E379-4DFD-827E-7C4C92586CA6}" presName="textRect" presStyleLbl="revTx" presStyleIdx="2" presStyleCnt="5">
        <dgm:presLayoutVars>
          <dgm:chMax val="1"/>
          <dgm:chPref val="1"/>
        </dgm:presLayoutVars>
      </dgm:prSet>
      <dgm:spPr/>
    </dgm:pt>
    <dgm:pt modelId="{F8D05B6D-9D04-49FF-ADDC-6360D3A8D516}" type="pres">
      <dgm:prSet presAssocID="{80E1141A-617B-42B3-99B5-3AFC3C29AF88}" presName="sibTrans" presStyleCnt="0"/>
      <dgm:spPr/>
    </dgm:pt>
    <dgm:pt modelId="{B3C8EB16-DBA2-436F-85BA-8AF48CA3129D}" type="pres">
      <dgm:prSet presAssocID="{DE2F2705-1299-4B99-8B05-DD296805F79F}" presName="compNode" presStyleCnt="0"/>
      <dgm:spPr/>
    </dgm:pt>
    <dgm:pt modelId="{325A11BA-CD7E-40C2-8135-A1144124DFF5}" type="pres">
      <dgm:prSet presAssocID="{DE2F2705-1299-4B99-8B05-DD296805F79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ggle outline"/>
        </a:ext>
      </dgm:extLst>
    </dgm:pt>
    <dgm:pt modelId="{0ADC99C1-E643-47C9-954E-82BEE21AD800}" type="pres">
      <dgm:prSet presAssocID="{DE2F2705-1299-4B99-8B05-DD296805F79F}" presName="spaceRect" presStyleCnt="0"/>
      <dgm:spPr/>
    </dgm:pt>
    <dgm:pt modelId="{853032D2-2CD4-470E-93C3-0E90311B4BBF}" type="pres">
      <dgm:prSet presAssocID="{DE2F2705-1299-4B99-8B05-DD296805F79F}" presName="textRect" presStyleLbl="revTx" presStyleIdx="3" presStyleCnt="5">
        <dgm:presLayoutVars>
          <dgm:chMax val="1"/>
          <dgm:chPref val="1"/>
        </dgm:presLayoutVars>
      </dgm:prSet>
      <dgm:spPr/>
    </dgm:pt>
    <dgm:pt modelId="{B8DAC4DC-BA4E-424E-A424-B461EA3314D8}" type="pres">
      <dgm:prSet presAssocID="{BB7D9258-6012-4F89-B2B1-A4D67A036385}" presName="sibTrans" presStyleCnt="0"/>
      <dgm:spPr/>
    </dgm:pt>
    <dgm:pt modelId="{7D39A245-C9D6-4D5F-A0A8-3B03CF54A93E}" type="pres">
      <dgm:prSet presAssocID="{53966938-14EA-4564-96E5-FBF05960E98D}" presName="compNode" presStyleCnt="0"/>
      <dgm:spPr/>
    </dgm:pt>
    <dgm:pt modelId="{A9EB299F-C695-4ABF-841D-FB4C0D6F9C7F}" type="pres">
      <dgm:prSet presAssocID="{53966938-14EA-4564-96E5-FBF05960E98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outline"/>
        </a:ext>
      </dgm:extLst>
    </dgm:pt>
    <dgm:pt modelId="{0C2146B5-565F-4731-B35E-3C158DC7D6ED}" type="pres">
      <dgm:prSet presAssocID="{53966938-14EA-4564-96E5-FBF05960E98D}" presName="spaceRect" presStyleCnt="0"/>
      <dgm:spPr/>
    </dgm:pt>
    <dgm:pt modelId="{6E70CCA3-9D7D-4CF1-A857-D4ED9D65D823}" type="pres">
      <dgm:prSet presAssocID="{53966938-14EA-4564-96E5-FBF05960E98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C69D719-1A24-488E-870B-99C112412272}" srcId="{9B66E9AE-0F49-4324-B5C6-88E68B146997}" destId="{1121E514-E379-4DFD-827E-7C4C92586CA6}" srcOrd="2" destOrd="0" parTransId="{E6ACDFF1-D531-4AB9-A95D-E6AEA9922EC6}" sibTransId="{80E1141A-617B-42B3-99B5-3AFC3C29AF88}"/>
    <dgm:cxn modelId="{CE01C82E-C99C-4189-9751-CED21D7E24C9}" srcId="{9B66E9AE-0F49-4324-B5C6-88E68B146997}" destId="{D9880F80-5EC2-4931-80F1-67CB81D5D94E}" srcOrd="1" destOrd="0" parTransId="{E9216E56-0CC6-45A3-9118-12BFC252688A}" sibTransId="{B6C9A64E-8A7C-44EA-B3A7-79C54A69F03C}"/>
    <dgm:cxn modelId="{415BDF43-D4DF-458C-987C-DFD7B6F1D20D}" srcId="{9B66E9AE-0F49-4324-B5C6-88E68B146997}" destId="{EC9A54E8-7488-4CEA-AA1E-E19DAFD86298}" srcOrd="0" destOrd="0" parTransId="{EBF06016-3D04-4FA6-8886-2D45A095D889}" sibTransId="{DCBB740A-91B2-4FE4-89F7-5AE3A1260F85}"/>
    <dgm:cxn modelId="{5924F36B-28E5-47E0-B07B-B61FE9BD70E0}" type="presOf" srcId="{DE2F2705-1299-4B99-8B05-DD296805F79F}" destId="{853032D2-2CD4-470E-93C3-0E90311B4BBF}" srcOrd="0" destOrd="0" presId="urn:microsoft.com/office/officeart/2018/2/layout/IconLabelList"/>
    <dgm:cxn modelId="{EDC70585-2CE9-4BA4-88C9-74A8BA43BACC}" srcId="{9B66E9AE-0F49-4324-B5C6-88E68B146997}" destId="{DE2F2705-1299-4B99-8B05-DD296805F79F}" srcOrd="3" destOrd="0" parTransId="{A2C15750-3498-4D1B-A8D5-6A2B7BDEC62A}" sibTransId="{BB7D9258-6012-4F89-B2B1-A4D67A036385}"/>
    <dgm:cxn modelId="{122FF387-66E2-486A-AC84-3060C7C66A73}" type="presOf" srcId="{53966938-14EA-4564-96E5-FBF05960E98D}" destId="{6E70CCA3-9D7D-4CF1-A857-D4ED9D65D823}" srcOrd="0" destOrd="0" presId="urn:microsoft.com/office/officeart/2018/2/layout/IconLabelList"/>
    <dgm:cxn modelId="{FBFA43BD-43CB-41B6-8E4F-FF4AEC28D655}" type="presOf" srcId="{9B66E9AE-0F49-4324-B5C6-88E68B146997}" destId="{10CA44A9-4959-499A-A363-A08535EF544F}" srcOrd="0" destOrd="0" presId="urn:microsoft.com/office/officeart/2018/2/layout/IconLabelList"/>
    <dgm:cxn modelId="{84F41FCA-5DBE-4917-AED6-00E4EC6C0EC3}" srcId="{9B66E9AE-0F49-4324-B5C6-88E68B146997}" destId="{53966938-14EA-4564-96E5-FBF05960E98D}" srcOrd="4" destOrd="0" parTransId="{F83D3393-EF09-4BE8-9461-83459A71542A}" sibTransId="{1A4C50C7-D858-4763-B367-FE146FD5D9F6}"/>
    <dgm:cxn modelId="{4C078AD9-AE0E-4496-97CA-6BB11DAB1CE4}" type="presOf" srcId="{D9880F80-5EC2-4931-80F1-67CB81D5D94E}" destId="{8BC89E00-F010-4A12-B9CB-97B93A335D88}" srcOrd="0" destOrd="0" presId="urn:microsoft.com/office/officeart/2018/2/layout/IconLabelList"/>
    <dgm:cxn modelId="{7C645BE4-254D-4A67-90E8-32E131CB0509}" type="presOf" srcId="{1121E514-E379-4DFD-827E-7C4C92586CA6}" destId="{C7E17BB7-1319-4AE1-8249-F702ABF0FB48}" srcOrd="0" destOrd="0" presId="urn:microsoft.com/office/officeart/2018/2/layout/IconLabelList"/>
    <dgm:cxn modelId="{6C2A87E8-3779-4497-B5FE-15B57F28A577}" type="presOf" srcId="{EC9A54E8-7488-4CEA-AA1E-E19DAFD86298}" destId="{39763FC6-B58A-4361-84FC-3D98E04D04E7}" srcOrd="0" destOrd="0" presId="urn:microsoft.com/office/officeart/2018/2/layout/IconLabelList"/>
    <dgm:cxn modelId="{3A8B4B2A-C07A-4309-A899-D50D1211506F}" type="presParOf" srcId="{10CA44A9-4959-499A-A363-A08535EF544F}" destId="{FE95E25E-AE02-4037-9D2A-C81F0C71845A}" srcOrd="0" destOrd="0" presId="urn:microsoft.com/office/officeart/2018/2/layout/IconLabelList"/>
    <dgm:cxn modelId="{2A56C2F9-5804-4161-85C1-78130636BE90}" type="presParOf" srcId="{FE95E25E-AE02-4037-9D2A-C81F0C71845A}" destId="{F571D134-D30A-4898-973E-836D090260C7}" srcOrd="0" destOrd="0" presId="urn:microsoft.com/office/officeart/2018/2/layout/IconLabelList"/>
    <dgm:cxn modelId="{D065B654-E77F-4FB4-A54C-473E7EECF207}" type="presParOf" srcId="{FE95E25E-AE02-4037-9D2A-C81F0C71845A}" destId="{DF087B6F-0080-4D8F-9822-4477BF237615}" srcOrd="1" destOrd="0" presId="urn:microsoft.com/office/officeart/2018/2/layout/IconLabelList"/>
    <dgm:cxn modelId="{22CF715B-124E-4008-BA00-54E7FBFB4B1F}" type="presParOf" srcId="{FE95E25E-AE02-4037-9D2A-C81F0C71845A}" destId="{39763FC6-B58A-4361-84FC-3D98E04D04E7}" srcOrd="2" destOrd="0" presId="urn:microsoft.com/office/officeart/2018/2/layout/IconLabelList"/>
    <dgm:cxn modelId="{CC9446C8-F1BF-41D2-BBC0-EDFD72AD8032}" type="presParOf" srcId="{10CA44A9-4959-499A-A363-A08535EF544F}" destId="{5005F312-9D05-40B1-AACF-5FCC488DF850}" srcOrd="1" destOrd="0" presId="urn:microsoft.com/office/officeart/2018/2/layout/IconLabelList"/>
    <dgm:cxn modelId="{C07F76BC-09F3-44CB-A528-462403F01A76}" type="presParOf" srcId="{10CA44A9-4959-499A-A363-A08535EF544F}" destId="{2465A9D2-56C3-4DC0-9B7E-138E201D7789}" srcOrd="2" destOrd="0" presId="urn:microsoft.com/office/officeart/2018/2/layout/IconLabelList"/>
    <dgm:cxn modelId="{CC7A25F8-8A6C-4DFC-B685-6DFAA6002699}" type="presParOf" srcId="{2465A9D2-56C3-4DC0-9B7E-138E201D7789}" destId="{F4E305A0-7147-4267-A8E6-DE82E2D6F878}" srcOrd="0" destOrd="0" presId="urn:microsoft.com/office/officeart/2018/2/layout/IconLabelList"/>
    <dgm:cxn modelId="{37D5C2D8-7325-442B-B6A1-E874A6E2BC56}" type="presParOf" srcId="{2465A9D2-56C3-4DC0-9B7E-138E201D7789}" destId="{24B97FC5-7731-4943-A45B-DEB70A3B7111}" srcOrd="1" destOrd="0" presId="urn:microsoft.com/office/officeart/2018/2/layout/IconLabelList"/>
    <dgm:cxn modelId="{E8D4C0D4-B3DA-4B6B-9CF4-F463F3CD0F9E}" type="presParOf" srcId="{2465A9D2-56C3-4DC0-9B7E-138E201D7789}" destId="{8BC89E00-F010-4A12-B9CB-97B93A335D88}" srcOrd="2" destOrd="0" presId="urn:microsoft.com/office/officeart/2018/2/layout/IconLabelList"/>
    <dgm:cxn modelId="{97645FF9-3328-4B12-B6AD-8F379FC28607}" type="presParOf" srcId="{10CA44A9-4959-499A-A363-A08535EF544F}" destId="{9A770090-9EA7-44C0-8A65-8E2D8956F93B}" srcOrd="3" destOrd="0" presId="urn:microsoft.com/office/officeart/2018/2/layout/IconLabelList"/>
    <dgm:cxn modelId="{2867BF09-8172-4057-BB57-D85991FB7CCC}" type="presParOf" srcId="{10CA44A9-4959-499A-A363-A08535EF544F}" destId="{9D9CCEA9-2315-440B-86AA-DD2D9D6101F2}" srcOrd="4" destOrd="0" presId="urn:microsoft.com/office/officeart/2018/2/layout/IconLabelList"/>
    <dgm:cxn modelId="{CAAC577E-DF1F-4689-9718-14E7C9259F79}" type="presParOf" srcId="{9D9CCEA9-2315-440B-86AA-DD2D9D6101F2}" destId="{EFD7764F-A5FF-4EBC-90D7-FF6D39FE2416}" srcOrd="0" destOrd="0" presId="urn:microsoft.com/office/officeart/2018/2/layout/IconLabelList"/>
    <dgm:cxn modelId="{B64731FA-0E2F-494C-A44B-7527F2ABFB9E}" type="presParOf" srcId="{9D9CCEA9-2315-440B-86AA-DD2D9D6101F2}" destId="{29BB04A8-4B92-4685-8C92-D45C94AE5DFD}" srcOrd="1" destOrd="0" presId="urn:microsoft.com/office/officeart/2018/2/layout/IconLabelList"/>
    <dgm:cxn modelId="{A14DA136-BB6A-4511-90CF-EFBDB5B095F2}" type="presParOf" srcId="{9D9CCEA9-2315-440B-86AA-DD2D9D6101F2}" destId="{C7E17BB7-1319-4AE1-8249-F702ABF0FB48}" srcOrd="2" destOrd="0" presId="urn:microsoft.com/office/officeart/2018/2/layout/IconLabelList"/>
    <dgm:cxn modelId="{FF4D707D-A7D6-46D9-8DCE-15357E1393CF}" type="presParOf" srcId="{10CA44A9-4959-499A-A363-A08535EF544F}" destId="{F8D05B6D-9D04-49FF-ADDC-6360D3A8D516}" srcOrd="5" destOrd="0" presId="urn:microsoft.com/office/officeart/2018/2/layout/IconLabelList"/>
    <dgm:cxn modelId="{6A17D5E6-442B-4FFC-BAE9-A7A4D1C75DA5}" type="presParOf" srcId="{10CA44A9-4959-499A-A363-A08535EF544F}" destId="{B3C8EB16-DBA2-436F-85BA-8AF48CA3129D}" srcOrd="6" destOrd="0" presId="urn:microsoft.com/office/officeart/2018/2/layout/IconLabelList"/>
    <dgm:cxn modelId="{327154C9-BBAA-467E-B1E7-A7180AD529A0}" type="presParOf" srcId="{B3C8EB16-DBA2-436F-85BA-8AF48CA3129D}" destId="{325A11BA-CD7E-40C2-8135-A1144124DFF5}" srcOrd="0" destOrd="0" presId="urn:microsoft.com/office/officeart/2018/2/layout/IconLabelList"/>
    <dgm:cxn modelId="{6A1E0598-3836-4CCE-877A-3CA045936BF6}" type="presParOf" srcId="{B3C8EB16-DBA2-436F-85BA-8AF48CA3129D}" destId="{0ADC99C1-E643-47C9-954E-82BEE21AD800}" srcOrd="1" destOrd="0" presId="urn:microsoft.com/office/officeart/2018/2/layout/IconLabelList"/>
    <dgm:cxn modelId="{0C9383B9-1755-4C12-9F54-4BAAE39ED2DA}" type="presParOf" srcId="{B3C8EB16-DBA2-436F-85BA-8AF48CA3129D}" destId="{853032D2-2CD4-470E-93C3-0E90311B4BBF}" srcOrd="2" destOrd="0" presId="urn:microsoft.com/office/officeart/2018/2/layout/IconLabelList"/>
    <dgm:cxn modelId="{589C7C0C-62A9-4345-9C3A-F2C91D319CC1}" type="presParOf" srcId="{10CA44A9-4959-499A-A363-A08535EF544F}" destId="{B8DAC4DC-BA4E-424E-A424-B461EA3314D8}" srcOrd="7" destOrd="0" presId="urn:microsoft.com/office/officeart/2018/2/layout/IconLabelList"/>
    <dgm:cxn modelId="{B8660E52-382F-4A9D-8372-541557D5AFF3}" type="presParOf" srcId="{10CA44A9-4959-499A-A363-A08535EF544F}" destId="{7D39A245-C9D6-4D5F-A0A8-3B03CF54A93E}" srcOrd="8" destOrd="0" presId="urn:microsoft.com/office/officeart/2018/2/layout/IconLabelList"/>
    <dgm:cxn modelId="{12BAB37C-9F63-44CE-B1BF-4A1B8FE7A875}" type="presParOf" srcId="{7D39A245-C9D6-4D5F-A0A8-3B03CF54A93E}" destId="{A9EB299F-C695-4ABF-841D-FB4C0D6F9C7F}" srcOrd="0" destOrd="0" presId="urn:microsoft.com/office/officeart/2018/2/layout/IconLabelList"/>
    <dgm:cxn modelId="{CC5F4C62-A7DF-448E-A4B1-31895BD0934D}" type="presParOf" srcId="{7D39A245-C9D6-4D5F-A0A8-3B03CF54A93E}" destId="{0C2146B5-565F-4731-B35E-3C158DC7D6ED}" srcOrd="1" destOrd="0" presId="urn:microsoft.com/office/officeart/2018/2/layout/IconLabelList"/>
    <dgm:cxn modelId="{1970B38A-05FD-4F21-BE62-53FD7D507B0E}" type="presParOf" srcId="{7D39A245-C9D6-4D5F-A0A8-3B03CF54A93E}" destId="{6E70CCA3-9D7D-4CF1-A857-D4ED9D65D82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1D134-D30A-4898-973E-836D090260C7}">
      <dsp:nvSpPr>
        <dsp:cNvPr id="0" name=""/>
        <dsp:cNvSpPr/>
      </dsp:nvSpPr>
      <dsp:spPr>
        <a:xfrm>
          <a:off x="607505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63FC6-B58A-4361-84FC-3D98E04D04E7}">
      <dsp:nvSpPr>
        <dsp:cNvPr id="0" name=""/>
        <dsp:cNvSpPr/>
      </dsp:nvSpPr>
      <dsp:spPr>
        <a:xfrm>
          <a:off x="117339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Date and Time </a:t>
          </a:r>
          <a:endParaRPr lang="en-US" sz="1700" kern="1200" dirty="0">
            <a:latin typeface="Tw Cen MT" panose="020B0602020104020603"/>
          </a:endParaRPr>
        </a:p>
      </dsp:txBody>
      <dsp:txXfrm>
        <a:off x="117339" y="1418492"/>
        <a:ext cx="1782421" cy="712968"/>
      </dsp:txXfrm>
    </dsp:sp>
    <dsp:sp modelId="{F4E305A0-7147-4267-A8E6-DE82E2D6F878}">
      <dsp:nvSpPr>
        <dsp:cNvPr id="0" name=""/>
        <dsp:cNvSpPr/>
      </dsp:nvSpPr>
      <dsp:spPr>
        <a:xfrm>
          <a:off x="2701851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89E00-F010-4A12-B9CB-97B93A335D88}">
      <dsp:nvSpPr>
        <dsp:cNvPr id="0" name=""/>
        <dsp:cNvSpPr/>
      </dsp:nvSpPr>
      <dsp:spPr>
        <a:xfrm>
          <a:off x="2211685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Time Series Basics</a:t>
          </a:r>
          <a:endParaRPr lang="en-US" sz="1700" kern="1200" dirty="0">
            <a:latin typeface="Tw Cen MT" panose="020B0602020104020603"/>
          </a:endParaRPr>
        </a:p>
      </dsp:txBody>
      <dsp:txXfrm>
        <a:off x="2211685" y="1418492"/>
        <a:ext cx="1782421" cy="712968"/>
      </dsp:txXfrm>
    </dsp:sp>
    <dsp:sp modelId="{EFD7764F-A5FF-4EBC-90D7-FF6D39FE2416}">
      <dsp:nvSpPr>
        <dsp:cNvPr id="0" name=""/>
        <dsp:cNvSpPr/>
      </dsp:nvSpPr>
      <dsp:spPr>
        <a:xfrm>
          <a:off x="4796196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17BB7-1319-4AE1-8249-F702ABF0FB48}">
      <dsp:nvSpPr>
        <dsp:cNvPr id="0" name=""/>
        <dsp:cNvSpPr/>
      </dsp:nvSpPr>
      <dsp:spPr>
        <a:xfrm>
          <a:off x="4306030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Date Ranges, Frequencies, Shifting</a:t>
          </a:r>
          <a:endParaRPr lang="en-US" sz="1700" kern="1200" dirty="0">
            <a:latin typeface="Tw Cen MT" panose="020B0602020104020603"/>
          </a:endParaRPr>
        </a:p>
      </dsp:txBody>
      <dsp:txXfrm>
        <a:off x="4306030" y="1418492"/>
        <a:ext cx="1782421" cy="712968"/>
      </dsp:txXfrm>
    </dsp:sp>
    <dsp:sp modelId="{325A11BA-CD7E-40C2-8135-A1144124DFF5}">
      <dsp:nvSpPr>
        <dsp:cNvPr id="0" name=""/>
        <dsp:cNvSpPr/>
      </dsp:nvSpPr>
      <dsp:spPr>
        <a:xfrm>
          <a:off x="1654678" y="2577066"/>
          <a:ext cx="802089" cy="8020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032D2-2CD4-470E-93C3-0E90311B4BBF}">
      <dsp:nvSpPr>
        <dsp:cNvPr id="0" name=""/>
        <dsp:cNvSpPr/>
      </dsp:nvSpPr>
      <dsp:spPr>
        <a:xfrm>
          <a:off x="1164512" y="3661668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w Cen MT" panose="020B0602020104020603"/>
            </a:rPr>
            <a:t>Resampling and Frequency Conversion</a:t>
          </a:r>
        </a:p>
      </dsp:txBody>
      <dsp:txXfrm>
        <a:off x="1164512" y="3661668"/>
        <a:ext cx="1782421" cy="712968"/>
      </dsp:txXfrm>
    </dsp:sp>
    <dsp:sp modelId="{A9EB299F-C695-4ABF-841D-FB4C0D6F9C7F}">
      <dsp:nvSpPr>
        <dsp:cNvPr id="0" name=""/>
        <dsp:cNvSpPr/>
      </dsp:nvSpPr>
      <dsp:spPr>
        <a:xfrm>
          <a:off x="3749023" y="2577066"/>
          <a:ext cx="802089" cy="80208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0CCA3-9D7D-4CF1-A857-D4ED9D65D823}">
      <dsp:nvSpPr>
        <dsp:cNvPr id="0" name=""/>
        <dsp:cNvSpPr/>
      </dsp:nvSpPr>
      <dsp:spPr>
        <a:xfrm>
          <a:off x="3258857" y="3661668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Moving Window</a:t>
          </a:r>
        </a:p>
      </dsp:txBody>
      <dsp:txXfrm>
        <a:off x="3258857" y="3661668"/>
        <a:ext cx="1782421" cy="71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1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4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1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7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1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2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9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787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0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5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3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85C1B-F502-49E7-9B1D-A7B2F3900DC0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24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0F8C-B260-B061-FAEB-456B3F292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7794" y="1122363"/>
            <a:ext cx="8898299" cy="2387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rial"/>
                <a:ea typeface="+mj-lt"/>
                <a:cs typeface="Arial"/>
              </a:rPr>
              <a:t>Module 10: </a:t>
            </a:r>
            <a:br>
              <a:rPr lang="en-US" sz="4400" b="1" dirty="0">
                <a:latin typeface="Arial"/>
                <a:cs typeface="Arial"/>
              </a:rPr>
            </a:br>
            <a:r>
              <a:rPr lang="en-US" sz="4400" b="1" dirty="0">
                <a:ea typeface="+mj-lt"/>
                <a:cs typeface="+mj-lt"/>
              </a:rPr>
              <a:t>Time series</a:t>
            </a:r>
            <a:endParaRPr lang="en-US" sz="4400" b="1" dirty="0"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9F20-37AD-8B00-89EB-0FC957CA1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514" y="3995056"/>
            <a:ext cx="8621485" cy="126274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200" b="1">
                <a:solidFill>
                  <a:srgbClr val="82FFFF"/>
                </a:solidFill>
                <a:ea typeface="+mn-lt"/>
                <a:cs typeface="+mn-lt"/>
              </a:rPr>
              <a:t>DS 522 Data Acquisition and Analytics </a:t>
            </a:r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69D0-BFED-6A53-E54A-0E65EEE9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04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C0D522-1107-85EC-4ED2-225629B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547153" cy="4708528"/>
          </a:xfrm>
        </p:spPr>
        <p:txBody>
          <a:bodyPr>
            <a:normAutofit/>
          </a:bodyPr>
          <a:lstStyle/>
          <a:p>
            <a:pPr algn="r"/>
            <a:r>
              <a:rPr lang="en-US" sz="4000" b="1"/>
              <a:t>AGENDA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B3529599-F5B4-68D7-C3D3-833636480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6222935"/>
              </p:ext>
            </p:extLst>
          </p:nvPr>
        </p:nvGraphicFramePr>
        <p:xfrm>
          <a:off x="4843209" y="1082673"/>
          <a:ext cx="6205792" cy="470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133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BBE772-449F-732D-5D97-8C1426492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5972" y="-18472"/>
            <a:ext cx="883735" cy="84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6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884" y="1542106"/>
            <a:ext cx="9905955" cy="34290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Date and time data types and tools</a:t>
            </a:r>
            <a:endParaRPr lang="en-US" b="1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868" y="0"/>
            <a:ext cx="820132" cy="78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8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35CC-F0EF-AED8-D2AE-3F852094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335" y="373626"/>
            <a:ext cx="9189940" cy="90456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Time series data Types</a:t>
            </a:r>
            <a:r>
              <a:rPr lang="en-US" sz="4000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EB2A-9723-77BC-B7D8-112D3C43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764" y="1406014"/>
            <a:ext cx="10253441" cy="49800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Time series data</a:t>
            </a:r>
          </a:p>
          <a:p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Anything that is </a:t>
            </a:r>
            <a:r>
              <a:rPr lang="en-US" i="1" dirty="0">
                <a:ea typeface="Aptos" panose="020B0004020202020204" pitchFamily="34" charset="0"/>
                <a:cs typeface="Times New Roman" panose="02020603050405020304" pitchFamily="18" charset="0"/>
              </a:rPr>
              <a:t>recorded repeatedly</a:t>
            </a:r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 at many points in time.</a:t>
            </a:r>
          </a:p>
          <a:p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Important </a:t>
            </a:r>
            <a:r>
              <a:rPr lang="en-US" i="1" dirty="0">
                <a:ea typeface="Aptos" panose="020B0004020202020204" pitchFamily="34" charset="0"/>
                <a:cs typeface="Times New Roman" panose="02020603050405020304" pitchFamily="18" charset="0"/>
              </a:rPr>
              <a:t>structured data </a:t>
            </a:r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in many different fields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400" dirty="0">
                <a:ea typeface="Aptos" panose="020B0004020202020204" pitchFamily="34" charset="0"/>
                <a:cs typeface="Times New Roman" panose="02020603050405020304" pitchFamily="18" charset="0"/>
              </a:rPr>
              <a:t>finance, economics, ecology, neuroscience, and physics</a:t>
            </a:r>
          </a:p>
          <a:p>
            <a:r>
              <a:rPr lang="en-US" dirty="0">
                <a:cs typeface="Times New Roman" panose="02020603050405020304" pitchFamily="18" charset="0"/>
              </a:rPr>
              <a:t> Needs different types of analysis and transformation tools</a:t>
            </a:r>
            <a:endParaRPr lang="en-US" dirty="0"/>
          </a:p>
          <a:p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Types: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b="1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fixed frequency</a:t>
            </a:r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 - data points occur at regular intervals (e.g. every 15 sec, every 5 min, or monthly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irregular</a:t>
            </a:r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 - without a fixed unit of time or </a:t>
            </a: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offset between units.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6C917C48-7CCA-0736-87CB-003E8EB3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206" y="-9235"/>
            <a:ext cx="858030" cy="82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35CC-F0EF-AED8-D2AE-3F852094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335" y="373626"/>
            <a:ext cx="9189940" cy="90456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Time series data types</a:t>
            </a:r>
            <a:r>
              <a:rPr lang="en-US" sz="4000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EB2A-9723-77BC-B7D8-112D3C43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0" y="1278194"/>
            <a:ext cx="10104955" cy="51078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How to mark and refer to time series data:</a:t>
            </a:r>
          </a:p>
          <a:p>
            <a:r>
              <a:rPr lang="en-US" b="1" kern="100" dirty="0">
                <a:solidFill>
                  <a:schemeClr val="bg2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Timestamps 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Specific instants in time.</a:t>
            </a:r>
          </a:p>
          <a:p>
            <a:r>
              <a:rPr lang="en-US" b="1" kern="100" dirty="0">
                <a:solidFill>
                  <a:schemeClr val="bg2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Fixed periods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- Such as the whole month of January 2017, or the whole year 2020.</a:t>
            </a:r>
          </a:p>
          <a:p>
            <a:r>
              <a:rPr lang="en-US" b="1" kern="100" dirty="0">
                <a:solidFill>
                  <a:schemeClr val="bg2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Intervals of time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- Indicated by a start and end timestamp. Periods can be thought of as special cases of intervals.</a:t>
            </a:r>
          </a:p>
          <a:p>
            <a:r>
              <a:rPr lang="en-US" b="1" kern="100" dirty="0">
                <a:solidFill>
                  <a:schemeClr val="bg2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Experiment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or </a:t>
            </a:r>
            <a:r>
              <a:rPr lang="en-US" b="1" kern="100" dirty="0">
                <a:solidFill>
                  <a:schemeClr val="bg2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elapsed time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- Each timestamp is a measure of time relative to a particular start time starting from 0.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6C917C48-7CCA-0736-87CB-003E8EB3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206" y="-9235"/>
            <a:ext cx="858030" cy="82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27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01440"/>
            <a:ext cx="9905998" cy="121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Python &amp; Pandas built-in time series tool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14424" y="1722206"/>
            <a:ext cx="10247635" cy="492119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datetime</a:t>
            </a:r>
            <a:r>
              <a:rPr lang="en-US" sz="2400" dirty="0">
                <a:ea typeface="+mn-lt"/>
                <a:cs typeface="+mn-lt"/>
              </a:rPr>
              <a:t> library – widely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datetime.datetime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module stores both </a:t>
            </a:r>
            <a:r>
              <a:rPr lang="en-US" sz="2400" b="1" dirty="0">
                <a:ea typeface="+mn-lt"/>
                <a:cs typeface="+mn-lt"/>
              </a:rPr>
              <a:t>date</a:t>
            </a:r>
            <a:r>
              <a:rPr lang="en-US" sz="2400" dirty="0">
                <a:ea typeface="+mn-lt"/>
                <a:cs typeface="+mn-lt"/>
              </a:rPr>
              <a:t> &amp; </a:t>
            </a:r>
            <a:r>
              <a:rPr lang="en-US" sz="2400" b="1" dirty="0">
                <a:ea typeface="+mn-lt"/>
                <a:cs typeface="+mn-lt"/>
              </a:rPr>
              <a:t>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Date: year, month,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Time: hour, minute, second, microsecond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Examples:</a:t>
            </a: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F851DD-B767-34E4-583E-5AADB4853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943" y="4466511"/>
            <a:ext cx="4578805" cy="15540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6A8C80-4D1A-A8A8-EC56-558F91259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266" y="3916742"/>
            <a:ext cx="5212942" cy="253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1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01440"/>
            <a:ext cx="9905998" cy="121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Python &amp; Pandas built-in time series tool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14425" y="1722206"/>
            <a:ext cx="10086976" cy="3413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Datetime.timedelta</a:t>
            </a:r>
            <a:r>
              <a:rPr lang="en-US" sz="2400" dirty="0">
                <a:ea typeface="+mn-lt"/>
                <a:cs typeface="+mn-lt"/>
              </a:rPr>
              <a:t> module – represents the temporal difference between 2 datetime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ea typeface="+mn-lt"/>
                <a:cs typeface="+mn-lt"/>
              </a:rPr>
              <a:t>Timedelta</a:t>
            </a:r>
            <a:r>
              <a:rPr lang="en-US" sz="2400" dirty="0">
                <a:ea typeface="+mn-lt"/>
                <a:cs typeface="+mn-lt"/>
              </a:rPr>
              <a:t> allows operations to datetime object: add, subtract, multiply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Examples:</a:t>
            </a: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A0B371-6CB6-A65B-D245-7B1067E95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93" y="3874244"/>
            <a:ext cx="7386999" cy="1465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DE0E7-7749-593E-FD42-3B62766B6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744" y="4845527"/>
            <a:ext cx="3785831" cy="132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45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01440"/>
            <a:ext cx="9905998" cy="121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Python &amp; Pandas built-in time series tool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95401" y="1722206"/>
            <a:ext cx="9905999" cy="3413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Datetime.timedelta</a:t>
            </a:r>
            <a:r>
              <a:rPr lang="en-US" sz="2400" dirty="0">
                <a:ea typeface="+mn-lt"/>
                <a:cs typeface="+mn-lt"/>
              </a:rPr>
              <a:t> operations yields a new shifted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Examples:</a:t>
            </a: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712136-942A-D9D1-C854-E3932CFB5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100" y="2873535"/>
            <a:ext cx="3924640" cy="2370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535D6F-9BB9-2C0B-1F79-C4D81949E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597" y="2743140"/>
            <a:ext cx="4359018" cy="1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2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01440"/>
            <a:ext cx="9905998" cy="121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Python &amp; Pandas built-in time series tool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14425" y="1722206"/>
            <a:ext cx="10086976" cy="3413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datetime.date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– stores calendar date (year, month, day)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datetime.time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– stores time of the day (hours, minutes, seconds, microseconds)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50BB5C-2355-09E6-E821-C8565313D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14" y="3321234"/>
            <a:ext cx="5883150" cy="2072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3D7604-FC23-ABC1-AE32-BED497BEA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503" y="4493402"/>
            <a:ext cx="6569009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80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01440"/>
            <a:ext cx="9905998" cy="121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Converting between string and datetime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978090"/>
            <a:ext cx="10086976" cy="312971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str</a:t>
            </a:r>
            <a:r>
              <a:rPr lang="en-US" sz="2400" dirty="0">
                <a:ea typeface="+mn-lt"/>
                <a:cs typeface="+mn-lt"/>
              </a:rPr>
              <a:t> or </a:t>
            </a:r>
            <a:r>
              <a:rPr lang="en-US" sz="2400" b="1" dirty="0" err="1">
                <a:ea typeface="+mn-lt"/>
                <a:cs typeface="+mn-lt"/>
              </a:rPr>
              <a:t>strftime</a:t>
            </a:r>
            <a:r>
              <a:rPr lang="en-US" sz="2400" dirty="0">
                <a:ea typeface="+mn-lt"/>
                <a:cs typeface="+mn-lt"/>
              </a:rPr>
              <a:t> – formats datetime &amp; Pandas Timestamp objects to strings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Examples: datetime to 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47E53C-B08C-17CB-F5F2-C23D94CB4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248" y="3076989"/>
            <a:ext cx="3368332" cy="12802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198106-A3D8-16FD-2B1C-7127F9364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913" y="3097028"/>
            <a:ext cx="3170195" cy="10668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11B161-7115-0370-5D44-D8BCD7934D46}"/>
              </a:ext>
            </a:extLst>
          </p:cNvPr>
          <p:cNvSpPr txBox="1"/>
          <p:nvPr/>
        </p:nvSpPr>
        <p:spPr>
          <a:xfrm>
            <a:off x="1651519" y="4738470"/>
            <a:ext cx="21553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%Y = 4-digit year</a:t>
            </a:r>
          </a:p>
          <a:p>
            <a:r>
              <a:rPr lang="en-US" dirty="0"/>
              <a:t>%y = 2-digit year</a:t>
            </a:r>
          </a:p>
          <a:p>
            <a:r>
              <a:rPr lang="en-US" dirty="0"/>
              <a:t>%m = 2-digit month</a:t>
            </a:r>
          </a:p>
          <a:p>
            <a:r>
              <a:rPr lang="en-US" dirty="0"/>
              <a:t>%d = 2-digit day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C54A4-5077-D0EF-CB19-379400A0FAB8}"/>
              </a:ext>
            </a:extLst>
          </p:cNvPr>
          <p:cNvSpPr txBox="1"/>
          <p:nvPr/>
        </p:nvSpPr>
        <p:spPr>
          <a:xfrm>
            <a:off x="3806890" y="4825121"/>
            <a:ext cx="3614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%H = Hour (24-hour clock) [00, 23]</a:t>
            </a:r>
          </a:p>
          <a:p>
            <a:r>
              <a:rPr lang="en-US" dirty="0"/>
              <a:t>%I = Hour (12-hour clock) [01, 12]</a:t>
            </a:r>
          </a:p>
          <a:p>
            <a:r>
              <a:rPr lang="en-US" dirty="0"/>
              <a:t>%M = Two-digit minute [00, 59]</a:t>
            </a:r>
          </a:p>
          <a:p>
            <a:r>
              <a:rPr lang="en-US" dirty="0"/>
              <a:t>%S = Second [00, 61]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2AC589-34BE-0E4F-EF69-AE93C34C421A}"/>
              </a:ext>
            </a:extLst>
          </p:cNvPr>
          <p:cNvSpPr txBox="1"/>
          <p:nvPr/>
        </p:nvSpPr>
        <p:spPr>
          <a:xfrm>
            <a:off x="7420948" y="4825121"/>
            <a:ext cx="34159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%F = Shortcut for %Y-%m=%d</a:t>
            </a:r>
          </a:p>
          <a:p>
            <a:r>
              <a:rPr lang="en-US" dirty="0"/>
              <a:t>%f = Shortcut for %m/%d/%y</a:t>
            </a:r>
          </a:p>
          <a:p>
            <a:r>
              <a:rPr lang="en-US" dirty="0"/>
              <a:t>%j = Day of the year (001 t0 336</a:t>
            </a:r>
          </a:p>
          <a:p>
            <a:r>
              <a:rPr lang="en-US" dirty="0"/>
              <a:t>%u = Weekday as an integer starting from 1, where 1 is Monday</a:t>
            </a:r>
          </a:p>
        </p:txBody>
      </p:sp>
    </p:spTree>
    <p:extLst>
      <p:ext uri="{BB962C8B-B14F-4D97-AF65-F5344CB8AC3E}">
        <p14:creationId xmlns:p14="http://schemas.microsoft.com/office/powerpoint/2010/main" val="4192197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01440"/>
            <a:ext cx="9905998" cy="121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Converting between string and datetime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978090"/>
            <a:ext cx="10086976" cy="312971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str</a:t>
            </a:r>
            <a:r>
              <a:rPr lang="en-US" sz="2400" dirty="0">
                <a:ea typeface="+mn-lt"/>
                <a:cs typeface="+mn-lt"/>
              </a:rPr>
              <a:t> or </a:t>
            </a:r>
            <a:r>
              <a:rPr lang="en-US" sz="2400" b="1" dirty="0" err="1">
                <a:ea typeface="+mn-lt"/>
                <a:cs typeface="+mn-lt"/>
              </a:rPr>
              <a:t>strftime</a:t>
            </a:r>
            <a:r>
              <a:rPr lang="en-US" sz="2400" dirty="0">
                <a:ea typeface="+mn-lt"/>
                <a:cs typeface="+mn-lt"/>
              </a:rPr>
              <a:t> – formats datetime &amp; Pandas Timestamp objects to strings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Examples: string to datetime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2320DA-6395-208D-4D7E-F246F58B6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219" y="3178087"/>
            <a:ext cx="4298052" cy="1341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2F8713-BE54-0BBB-1201-C6E7C1ACD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294" y="4731424"/>
            <a:ext cx="7773238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08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01440"/>
            <a:ext cx="9905998" cy="121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Converting between string and datetime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3" y="1978090"/>
            <a:ext cx="10327723" cy="436672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datetime.strftime</a:t>
            </a:r>
            <a:r>
              <a:rPr lang="en-US" sz="2400" dirty="0">
                <a:ea typeface="+mn-lt"/>
                <a:cs typeface="+mn-lt"/>
              </a:rPr>
              <a:t> or </a:t>
            </a:r>
            <a:r>
              <a:rPr lang="en-US" sz="2400" b="1" dirty="0" err="1">
                <a:ea typeface="+mn-lt"/>
                <a:cs typeface="+mn-lt"/>
              </a:rPr>
              <a:t>pandas.to_datetime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– parse dates to known date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Parsing dates </a:t>
            </a:r>
            <a:r>
              <a:rPr lang="en-US" sz="2400" dirty="0">
                <a:ea typeface="+mn-lt"/>
                <a:cs typeface="+mn-lt"/>
              </a:rPr>
              <a:t>- </a:t>
            </a:r>
            <a:r>
              <a:rPr lang="en-US" sz="2400" b="1" dirty="0">
                <a:ea typeface="+mn-lt"/>
                <a:cs typeface="+mn-lt"/>
              </a:rPr>
              <a:t>EXTREMELY</a:t>
            </a:r>
            <a:r>
              <a:rPr lang="en-US" sz="2400" dirty="0">
                <a:ea typeface="+mn-lt"/>
                <a:cs typeface="+mn-lt"/>
              </a:rPr>
              <a:t> important when dealing with time series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Examples: date to ISO 8601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7383A4-E933-65D6-BD57-80E9EF1D6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13" y="3767495"/>
            <a:ext cx="10303133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80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884" y="1542106"/>
            <a:ext cx="9905955" cy="34290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PANDAS Time series basics</a:t>
            </a:r>
            <a:endParaRPr lang="en-US" b="1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868" y="0"/>
            <a:ext cx="820132" cy="78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93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01440"/>
            <a:ext cx="9905998" cy="121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Time Series Basics: Pandas Series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520890" y="1917212"/>
            <a:ext cx="3222624" cy="413835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pandas.Series</a:t>
            </a:r>
            <a:endParaRPr lang="en-US" sz="2400" b="1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– basic kind of time series object</a:t>
            </a:r>
          </a:p>
          <a:p>
            <a:r>
              <a:rPr lang="en-US" sz="2400" dirty="0">
                <a:ea typeface="+mn-lt"/>
                <a:cs typeface="+mn-lt"/>
              </a:rPr>
              <a:t>- indexed by timestamps</a:t>
            </a:r>
          </a:p>
          <a:p>
            <a:r>
              <a:rPr lang="en-US" sz="2400" dirty="0">
                <a:ea typeface="+mn-lt"/>
                <a:cs typeface="+mn-lt"/>
              </a:rPr>
              <a:t> - often represented outside of pandas as Python strings or datetime objects.</a:t>
            </a: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B592C7-272B-16AA-5A54-4C92E3B56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080" y="2047840"/>
            <a:ext cx="5948449" cy="360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20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01440"/>
            <a:ext cx="9905998" cy="121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Pandas Series and timestamps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70385" y="1931437"/>
            <a:ext cx="4618652" cy="426544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53398E-7653-EDD1-23DC-3D5E45572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035" y="1796922"/>
            <a:ext cx="6088878" cy="12239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B258B5-1F4D-8C51-CDFF-86BAE3129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343" y="3429000"/>
            <a:ext cx="1912776" cy="11316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8E2CB3-4FF6-2642-F22D-DE7A865D9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216" y="5122370"/>
            <a:ext cx="3482642" cy="1074513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EF62F024-048C-E132-6ECB-F1D23CD0BF2A}"/>
              </a:ext>
            </a:extLst>
          </p:cNvPr>
          <p:cNvSpPr/>
          <p:nvPr/>
        </p:nvSpPr>
        <p:spPr>
          <a:xfrm>
            <a:off x="1081088" y="1430075"/>
            <a:ext cx="4433197" cy="1974396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Datetime object used as indices are parsed to </a:t>
            </a:r>
            <a:r>
              <a:rPr lang="en-US" dirty="0" err="1"/>
              <a:t>DatetimeIndex</a:t>
            </a:r>
            <a:r>
              <a:rPr lang="en-US" dirty="0"/>
              <a:t> automatically.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A95FC9F-F593-0F7D-87E5-B56978BA6FF8}"/>
              </a:ext>
            </a:extLst>
          </p:cNvPr>
          <p:cNvSpPr/>
          <p:nvPr/>
        </p:nvSpPr>
        <p:spPr>
          <a:xfrm>
            <a:off x="2822220" y="3150150"/>
            <a:ext cx="4309371" cy="1741829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Timestamps - NumPy datetime64 datatype (nanosecond level).</a:t>
            </a:r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0A80128-ECC7-B187-8ED0-A7CB8836AAB1}"/>
              </a:ext>
            </a:extLst>
          </p:cNvPr>
          <p:cNvSpPr/>
          <p:nvPr/>
        </p:nvSpPr>
        <p:spPr>
          <a:xfrm>
            <a:off x="1786629" y="4673517"/>
            <a:ext cx="4309371" cy="1741829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Timestamp objects – the scalar values from a </a:t>
            </a:r>
            <a:r>
              <a:rPr lang="en-US" dirty="0" err="1">
                <a:ea typeface="+mn-lt"/>
                <a:cs typeface="+mn-lt"/>
              </a:rPr>
              <a:t>DatetimeIndex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623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245" y="186836"/>
            <a:ext cx="9905998" cy="91417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Pandas Series and timestamps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53766" y="1166327"/>
            <a:ext cx="6669344" cy="4769299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pandas.Timestamps</a:t>
            </a:r>
            <a:r>
              <a:rPr lang="en-US" sz="2400" dirty="0">
                <a:ea typeface="+mn-lt"/>
                <a:cs typeface="+mn-lt"/>
              </a:rPr>
              <a:t>                          </a:t>
            </a:r>
            <a:r>
              <a:rPr lang="en-US" sz="3200" b="1" dirty="0">
                <a:ea typeface="+mn-lt"/>
                <a:cs typeface="+mn-lt"/>
              </a:rPr>
              <a:t>VS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can generally substitute </a:t>
            </a:r>
            <a:r>
              <a:rPr lang="en-US" sz="2200" dirty="0" err="1">
                <a:ea typeface="+mn-lt"/>
                <a:cs typeface="+mn-lt"/>
              </a:rPr>
              <a:t>datetime.datetime</a:t>
            </a:r>
            <a:r>
              <a:rPr lang="en-US" sz="2200" dirty="0">
                <a:ea typeface="+mn-lt"/>
                <a:cs typeface="+mn-lt"/>
              </a:rPr>
              <a:t> object.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designed to be compatible with datetime.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more capabilities,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Nanosecond precision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With frequency information useful for time series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Supports time zone conversion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Works seamlessly with Pandas’ time series manipulation tools (resampling, shifting, rolling computations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2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9A52406-8C43-797A-2FFA-2F2482CAF289}"/>
              </a:ext>
            </a:extLst>
          </p:cNvPr>
          <p:cNvSpPr txBox="1">
            <a:spLocks/>
          </p:cNvSpPr>
          <p:nvPr/>
        </p:nvSpPr>
        <p:spPr>
          <a:xfrm>
            <a:off x="7503076" y="1287625"/>
            <a:ext cx="4197512" cy="48812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datetime.datetime</a:t>
            </a:r>
            <a:r>
              <a:rPr lang="en-US" sz="2400" b="1" dirty="0">
                <a:ea typeface="+mn-lt"/>
                <a:cs typeface="+mn-lt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can’t fully substitute </a:t>
            </a:r>
            <a:r>
              <a:rPr lang="en-US" sz="2200" dirty="0" err="1">
                <a:ea typeface="+mn-lt"/>
                <a:cs typeface="+mn-lt"/>
              </a:rPr>
              <a:t>pandas.Timestamps</a:t>
            </a:r>
            <a:endParaRPr lang="en-US" sz="2200" dirty="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Lacks some capabilities and features that </a:t>
            </a:r>
            <a:r>
              <a:rPr lang="en-US" sz="2200" dirty="0" err="1">
                <a:ea typeface="+mn-lt"/>
                <a:cs typeface="+mn-lt"/>
              </a:rPr>
              <a:t>pandas.Timestamps</a:t>
            </a:r>
            <a:r>
              <a:rPr lang="en-US" sz="2200" dirty="0">
                <a:ea typeface="+mn-lt"/>
                <a:cs typeface="+mn-lt"/>
              </a:rPr>
              <a:t> have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More limited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Microsecond precision – can’t handle finer precision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6142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01440"/>
            <a:ext cx="9905998" cy="121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Indexing, selection, </a:t>
            </a:r>
            <a:r>
              <a:rPr lang="en-US" sz="4000" b="1" dirty="0" err="1">
                <a:ea typeface="+mj-lt"/>
                <a:cs typeface="+mj-lt"/>
              </a:rPr>
              <a:t>subsetting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17071" y="1614440"/>
            <a:ext cx="10044989" cy="4441127"/>
          </a:xfrm>
        </p:spPr>
        <p:txBody>
          <a:bodyPr>
            <a:noAutofit/>
          </a:bodyPr>
          <a:lstStyle/>
          <a:p>
            <a:r>
              <a:rPr lang="en-US" sz="2400" b="1" dirty="0">
                <a:ea typeface="+mn-lt"/>
                <a:cs typeface="+mn-lt"/>
              </a:rPr>
              <a:t>Time Series indexing and selecting data </a:t>
            </a:r>
            <a:r>
              <a:rPr lang="en-US" sz="2400" dirty="0">
                <a:ea typeface="+mn-lt"/>
                <a:cs typeface="+mn-lt"/>
              </a:rPr>
              <a:t>– process is like the other Series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8E45EA-27F2-53CE-E8C7-F78DD8B93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618" y="3153661"/>
            <a:ext cx="2560542" cy="259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F739B2-0E96-6ED9-D3A7-1D9054E56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790" y="2432175"/>
            <a:ext cx="3615713" cy="1779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3181D5-0263-D008-49B4-C5CD7AAB0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7912" y="4371249"/>
            <a:ext cx="3345470" cy="13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46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130630"/>
            <a:ext cx="9905998" cy="100770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Indexing, selection, </a:t>
            </a:r>
            <a:r>
              <a:rPr lang="en-US" sz="4000" b="1" dirty="0" err="1">
                <a:ea typeface="+mj-lt"/>
                <a:cs typeface="+mj-lt"/>
              </a:rPr>
              <a:t>subsetting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138336"/>
            <a:ext cx="10157146" cy="4917231"/>
          </a:xfrm>
        </p:spPr>
        <p:txBody>
          <a:bodyPr>
            <a:noAutofit/>
          </a:bodyPr>
          <a:lstStyle/>
          <a:p>
            <a:r>
              <a:rPr lang="en-US" sz="2400" b="1" dirty="0">
                <a:ea typeface="+mn-lt"/>
                <a:cs typeface="+mn-lt"/>
              </a:rPr>
              <a:t>Time Series indexing and selecting data (continue)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Example: </a:t>
            </a:r>
            <a:r>
              <a:rPr lang="en-US" sz="2400" dirty="0">
                <a:ea typeface="+mn-lt"/>
                <a:cs typeface="+mn-lt"/>
              </a:rPr>
              <a:t>Use a longer time series generated using </a:t>
            </a:r>
            <a:r>
              <a:rPr lang="en-US" sz="2400" b="1" dirty="0" err="1">
                <a:ea typeface="+mn-lt"/>
                <a:cs typeface="+mn-lt"/>
              </a:rPr>
              <a:t>pd.date_range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and </a:t>
            </a:r>
            <a:r>
              <a:rPr lang="en-US" sz="2400" b="1" dirty="0" err="1">
                <a:ea typeface="+mn-lt"/>
                <a:cs typeface="+mn-lt"/>
              </a:rPr>
              <a:t>np.random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number generator and </a:t>
            </a:r>
            <a:r>
              <a:rPr lang="en-US" sz="2400" b="1" dirty="0">
                <a:ea typeface="+mn-lt"/>
                <a:cs typeface="+mn-lt"/>
              </a:rPr>
              <a:t>slicing with a string format of dates.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C45226-4C6F-16D5-C60B-3DA261549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748" y="2689125"/>
            <a:ext cx="5525012" cy="37360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499CFF-403F-1323-5886-D7EEC4189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366" y="3193720"/>
            <a:ext cx="2830082" cy="292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130630"/>
            <a:ext cx="9905998" cy="100770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Indexing, selection, </a:t>
            </a:r>
            <a:r>
              <a:rPr lang="en-US" sz="4000" b="1" dirty="0" err="1">
                <a:ea typeface="+mj-lt"/>
                <a:cs typeface="+mj-lt"/>
              </a:rPr>
              <a:t>subsetting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43608" y="1222310"/>
            <a:ext cx="7996335" cy="4833257"/>
          </a:xfrm>
        </p:spPr>
        <p:txBody>
          <a:bodyPr>
            <a:noAutofit/>
          </a:bodyPr>
          <a:lstStyle/>
          <a:p>
            <a:r>
              <a:rPr lang="en-US" sz="2400" b="1" dirty="0">
                <a:ea typeface="+mn-lt"/>
                <a:cs typeface="+mn-lt"/>
              </a:rPr>
              <a:t>Time Series indexing and selecting data (continue)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 (continue): </a:t>
            </a:r>
            <a:r>
              <a:rPr lang="en-US" sz="2000" b="1" dirty="0">
                <a:ea typeface="+mn-lt"/>
                <a:cs typeface="+mn-lt"/>
              </a:rPr>
              <a:t>Slicing with a string format of dates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EF73BE-37F6-6677-8B4C-1A68ABA517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48" b="33503"/>
          <a:stretch/>
        </p:blipFill>
        <p:spPr>
          <a:xfrm>
            <a:off x="5397760" y="2728188"/>
            <a:ext cx="2416628" cy="4407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FC7240-A2AF-4D06-A985-83074ED33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3679" y="1295509"/>
            <a:ext cx="1863564" cy="5238305"/>
          </a:xfrm>
          <a:prstGeom prst="rect">
            <a:avLst/>
          </a:prstGeom>
        </p:spPr>
      </p:pic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E83CEB42-3751-330F-6F17-E383FF0DD115}"/>
              </a:ext>
            </a:extLst>
          </p:cNvPr>
          <p:cNvSpPr/>
          <p:nvPr/>
        </p:nvSpPr>
        <p:spPr>
          <a:xfrm rot="5400000">
            <a:off x="7033729" y="2805790"/>
            <a:ext cx="535248" cy="1231345"/>
          </a:xfrm>
          <a:prstGeom prst="bentUpArrow">
            <a:avLst>
              <a:gd name="adj1" fmla="val 24722"/>
              <a:gd name="adj2" fmla="val 25000"/>
              <a:gd name="adj3" fmla="val 313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99741A-E3F8-14BE-6D38-9E1C70390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907" y="2781827"/>
            <a:ext cx="3388611" cy="285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57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292852"/>
            <a:ext cx="9905998" cy="100770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Indexing, selection, </a:t>
            </a:r>
            <a:r>
              <a:rPr lang="en-US" sz="4000" b="1" dirty="0" err="1">
                <a:ea typeface="+mj-lt"/>
                <a:cs typeface="+mj-lt"/>
              </a:rPr>
              <a:t>subsetting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395306"/>
            <a:ext cx="3749641" cy="4660261"/>
          </a:xfrm>
        </p:spPr>
        <p:txBody>
          <a:bodyPr>
            <a:noAutofit/>
          </a:bodyPr>
          <a:lstStyle/>
          <a:p>
            <a:r>
              <a:rPr lang="en-US" sz="2400" b="1" dirty="0">
                <a:ea typeface="+mn-lt"/>
                <a:cs typeface="+mn-lt"/>
              </a:rPr>
              <a:t>Time Series indexing and selecting data (continue)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 (continue):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ea typeface="+mn-lt"/>
                <a:cs typeface="+mn-lt"/>
              </a:rPr>
              <a:t>Slicing with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datetime </a:t>
            </a:r>
            <a:r>
              <a:rPr lang="en-US" sz="2000" b="1" dirty="0">
                <a:ea typeface="+mn-lt"/>
                <a:cs typeface="+mn-lt"/>
              </a:rPr>
              <a:t>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C97DC4-B178-4DB8-6A58-86C2D39B3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374" y="1395306"/>
            <a:ext cx="4332030" cy="39429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AAC0F2-FCC5-5CD5-F502-ADAE2AB6F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84" y="2460251"/>
            <a:ext cx="3933039" cy="386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96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292852"/>
            <a:ext cx="9905998" cy="100770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Indexing, selection, </a:t>
            </a:r>
            <a:r>
              <a:rPr lang="en-US" sz="4000" b="1" dirty="0" err="1">
                <a:ea typeface="+mj-lt"/>
                <a:cs typeface="+mj-lt"/>
              </a:rPr>
              <a:t>subsetting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395306"/>
            <a:ext cx="10157146" cy="4660261"/>
          </a:xfrm>
        </p:spPr>
        <p:txBody>
          <a:bodyPr>
            <a:noAutofit/>
          </a:bodyPr>
          <a:lstStyle/>
          <a:p>
            <a:r>
              <a:rPr lang="en-US" sz="2400" b="1" dirty="0">
                <a:ea typeface="+mn-lt"/>
                <a:cs typeface="+mn-lt"/>
              </a:rPr>
              <a:t>Time Series indexing and selecting data in </a:t>
            </a:r>
            <a:r>
              <a:rPr lang="en-US" sz="2400" b="1" dirty="0" err="1">
                <a:ea typeface="+mn-lt"/>
                <a:cs typeface="+mn-lt"/>
              </a:rPr>
              <a:t>DataFrame</a:t>
            </a:r>
            <a:r>
              <a:rPr lang="en-US" sz="2400" b="1" dirty="0">
                <a:ea typeface="+mn-lt"/>
                <a:cs typeface="+mn-lt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27DD27-B229-7C8C-7B28-20457F657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141" y="1957410"/>
            <a:ext cx="4686706" cy="4351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D728D9-E9B3-819E-1638-06F6E6793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895" y="1957410"/>
            <a:ext cx="4686706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390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292852"/>
            <a:ext cx="9905998" cy="100770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Indexing, selection, </a:t>
            </a:r>
            <a:r>
              <a:rPr lang="en-US" sz="4000" b="1" dirty="0" err="1">
                <a:ea typeface="+mj-lt"/>
                <a:cs typeface="+mj-lt"/>
              </a:rPr>
              <a:t>subsetting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470259" y="1623527"/>
            <a:ext cx="4360396" cy="4432040"/>
          </a:xfrm>
        </p:spPr>
        <p:txBody>
          <a:bodyPr>
            <a:noAutofit/>
          </a:bodyPr>
          <a:lstStyle/>
          <a:p>
            <a:r>
              <a:rPr lang="en-US" sz="2400" b="1" dirty="0">
                <a:ea typeface="+mn-lt"/>
                <a:cs typeface="+mn-lt"/>
              </a:rPr>
              <a:t>Time Series indexing and selecting data in </a:t>
            </a:r>
            <a:r>
              <a:rPr lang="en-US" sz="2400" b="1" dirty="0" err="1">
                <a:ea typeface="+mn-lt"/>
                <a:cs typeface="+mn-lt"/>
              </a:rPr>
              <a:t>DataFrame</a:t>
            </a:r>
            <a:r>
              <a:rPr lang="en-US" sz="2400" b="1" dirty="0">
                <a:ea typeface="+mn-lt"/>
                <a:cs typeface="+mn-lt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BD7324-4013-112D-BD1C-41A10BEE7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55296"/>
            <a:ext cx="4625741" cy="41685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4C81F1-C047-49BA-0B7D-AAD2AB2CE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412" y="2799717"/>
            <a:ext cx="3985605" cy="20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45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884" y="1542106"/>
            <a:ext cx="9905955" cy="34290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Date ranges, frequencies, shifting</a:t>
            </a:r>
            <a:endParaRPr lang="en-US" b="1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868" y="0"/>
            <a:ext cx="820132" cy="78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10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130630"/>
            <a:ext cx="9905998" cy="100770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frequencies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68680" y="1138336"/>
            <a:ext cx="10493380" cy="4917231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Time Series data - </a:t>
            </a:r>
            <a:r>
              <a:rPr lang="en-US" sz="2400" b="1" dirty="0">
                <a:ea typeface="+mn-lt"/>
                <a:cs typeface="+mn-lt"/>
              </a:rPr>
              <a:t>irregular</a:t>
            </a:r>
            <a:r>
              <a:rPr lang="en-US" sz="2400" dirty="0">
                <a:ea typeface="+mn-lt"/>
                <a:cs typeface="+mn-lt"/>
              </a:rPr>
              <a:t> and no fixed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Pandas provide a suite of time series frequencies and resampling tools for inferring frequencies and generating fixed-frequency date ranges.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200" b="1" dirty="0">
                <a:ea typeface="+mn-lt"/>
                <a:cs typeface="+mn-lt"/>
              </a:rPr>
              <a:t>resample() </a:t>
            </a:r>
            <a:r>
              <a:rPr lang="en-US" sz="2200" dirty="0">
                <a:ea typeface="+mn-lt"/>
                <a:cs typeface="+mn-lt"/>
              </a:rPr>
              <a:t>– aggregates and converts time series date to a fixed frequency</a:t>
            </a:r>
          </a:p>
          <a:p>
            <a:r>
              <a:rPr lang="en-US" sz="2200" dirty="0">
                <a:ea typeface="+mn-lt"/>
                <a:cs typeface="+mn-lt"/>
              </a:rPr>
              <a:t>                      - creates a </a:t>
            </a:r>
            <a:r>
              <a:rPr lang="en-US" sz="2200" dirty="0" err="1">
                <a:ea typeface="+mn-lt"/>
                <a:cs typeface="+mn-lt"/>
              </a:rPr>
              <a:t>DatetimeIndexResampler</a:t>
            </a:r>
            <a:r>
              <a:rPr lang="en-US" sz="2200" dirty="0">
                <a:ea typeface="+mn-lt"/>
                <a:cs typeface="+mn-lt"/>
              </a:rPr>
              <a:t> object; use with aggregate                      		functions.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63DC8B-F317-E472-C409-87F47B494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178" y="4549607"/>
            <a:ext cx="3022499" cy="9699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A9763B-5D18-0AD7-40FC-C3409E65E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677" y="3705233"/>
            <a:ext cx="3239861" cy="28744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108202-2BDF-092F-45CA-E291D5010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834" y="3800031"/>
            <a:ext cx="3993226" cy="246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60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30630"/>
            <a:ext cx="9663112" cy="9361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Generating Date ranges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222310"/>
            <a:ext cx="10157146" cy="4833257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b. </a:t>
            </a:r>
            <a:r>
              <a:rPr lang="en-US" sz="2200" b="1" dirty="0" err="1">
                <a:ea typeface="+mn-lt"/>
                <a:cs typeface="+mn-lt"/>
              </a:rPr>
              <a:t>date_range</a:t>
            </a:r>
            <a:r>
              <a:rPr lang="en-US" sz="2200" b="1" dirty="0">
                <a:ea typeface="+mn-lt"/>
                <a:cs typeface="+mn-lt"/>
              </a:rPr>
              <a:t>() </a:t>
            </a:r>
            <a:r>
              <a:rPr lang="en-US" sz="2200" dirty="0">
                <a:ea typeface="+mn-lt"/>
                <a:cs typeface="+mn-lt"/>
              </a:rPr>
              <a:t>– generates a </a:t>
            </a:r>
            <a:r>
              <a:rPr lang="en-US" sz="2200" dirty="0" err="1">
                <a:ea typeface="+mn-lt"/>
                <a:cs typeface="+mn-lt"/>
              </a:rPr>
              <a:t>DatetimeIndex</a:t>
            </a:r>
            <a:r>
              <a:rPr lang="en-US" sz="2200" dirty="0">
                <a:ea typeface="+mn-lt"/>
                <a:cs typeface="+mn-lt"/>
              </a:rPr>
              <a:t> with an indicated length and frequency</a:t>
            </a:r>
          </a:p>
          <a:p>
            <a:r>
              <a:rPr lang="en-US" sz="2200" dirty="0">
                <a:ea typeface="+mn-lt"/>
                <a:cs typeface="+mn-lt"/>
              </a:rPr>
              <a:t>	- default frequency: daily</a:t>
            </a:r>
          </a:p>
          <a:p>
            <a:r>
              <a:rPr lang="en-US" sz="2200" dirty="0">
                <a:ea typeface="+mn-lt"/>
                <a:cs typeface="+mn-lt"/>
              </a:rPr>
              <a:t>	- pass a number for the ‘periods’ argument when only passing a start date or an 	  end date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C45226-4C6F-16D5-C60B-3DA261549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194" y="3318968"/>
            <a:ext cx="4576205" cy="30944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241D0F-D455-EE39-AEC8-326B2EA27B7E}"/>
              </a:ext>
            </a:extLst>
          </p:cNvPr>
          <p:cNvSpPr/>
          <p:nvPr/>
        </p:nvSpPr>
        <p:spPr>
          <a:xfrm>
            <a:off x="5581650" y="3943349"/>
            <a:ext cx="2647950" cy="190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991D2E-EE25-C146-4C88-7602EF46B6A6}"/>
              </a:ext>
            </a:extLst>
          </p:cNvPr>
          <p:cNvSpPr/>
          <p:nvPr/>
        </p:nvSpPr>
        <p:spPr>
          <a:xfrm>
            <a:off x="3704194" y="6222939"/>
            <a:ext cx="520673" cy="190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29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30630"/>
            <a:ext cx="9663112" cy="9361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Generating Date ranges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204010"/>
            <a:ext cx="10157146" cy="4833257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b. </a:t>
            </a:r>
            <a:r>
              <a:rPr lang="en-US" sz="2200" b="1" dirty="0" err="1">
                <a:ea typeface="+mn-lt"/>
                <a:cs typeface="+mn-lt"/>
              </a:rPr>
              <a:t>date_range</a:t>
            </a:r>
            <a:r>
              <a:rPr lang="en-US" sz="2200" b="1" dirty="0">
                <a:ea typeface="+mn-lt"/>
                <a:cs typeface="+mn-lt"/>
              </a:rPr>
              <a:t>() </a:t>
            </a:r>
            <a:r>
              <a:rPr lang="en-US" sz="2200" dirty="0">
                <a:ea typeface="+mn-lt"/>
                <a:cs typeface="+mn-lt"/>
              </a:rPr>
              <a:t>– (continue)</a:t>
            </a:r>
          </a:p>
          <a:p>
            <a:r>
              <a:rPr lang="en-US" sz="2200" dirty="0">
                <a:ea typeface="+mn-lt"/>
                <a:cs typeface="+mn-lt"/>
              </a:rPr>
              <a:t>      - passing start and end dates defines strict boundaries for the generated date index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Example: Date index with last business day of each month - yields dates falling on or inside the date interval.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r>
              <a:rPr lang="en-US" sz="1600" dirty="0">
                <a:solidFill>
                  <a:srgbClr val="C00000"/>
                </a:solidFill>
                <a:ea typeface="+mn-lt"/>
                <a:cs typeface="+mn-lt"/>
              </a:rPr>
              <a:t>Note: Refer to Table 11-4 of textbook for more time series frequencies.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BEA770-62D5-20F8-BF3F-D7154D69F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598" y="3357033"/>
            <a:ext cx="6492803" cy="15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30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30630"/>
            <a:ext cx="9663112" cy="9361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Generating Date ranges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204010"/>
            <a:ext cx="10157146" cy="4833257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b. </a:t>
            </a:r>
            <a:r>
              <a:rPr lang="en-US" sz="2200" b="1" dirty="0" err="1">
                <a:ea typeface="+mn-lt"/>
                <a:cs typeface="+mn-lt"/>
              </a:rPr>
              <a:t>date_range</a:t>
            </a:r>
            <a:r>
              <a:rPr lang="en-US" sz="2200" b="1" dirty="0">
                <a:ea typeface="+mn-lt"/>
                <a:cs typeface="+mn-lt"/>
              </a:rPr>
              <a:t>() </a:t>
            </a:r>
            <a:r>
              <a:rPr lang="en-US" sz="2200" dirty="0">
                <a:ea typeface="+mn-lt"/>
                <a:cs typeface="+mn-lt"/>
              </a:rPr>
              <a:t>– (continue)</a:t>
            </a:r>
          </a:p>
          <a:p>
            <a:r>
              <a:rPr lang="en-US" sz="2200" dirty="0">
                <a:ea typeface="+mn-lt"/>
                <a:cs typeface="+mn-lt"/>
              </a:rPr>
              <a:t>      - by default, it preserves the time if the start or end timestamp if provided.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B33CCB-EB17-D3C5-F82E-D6CB5C1FD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735" y="2310679"/>
            <a:ext cx="5654530" cy="19889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9585EF-782A-12CA-6824-1010BABBB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4366" y="4446137"/>
            <a:ext cx="6576630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76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30630"/>
            <a:ext cx="9663112" cy="9361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Generating Date ranges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204010"/>
            <a:ext cx="10157146" cy="4833257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b. </a:t>
            </a:r>
            <a:r>
              <a:rPr lang="en-US" sz="2200" b="1" dirty="0" err="1">
                <a:ea typeface="+mn-lt"/>
                <a:cs typeface="+mn-lt"/>
              </a:rPr>
              <a:t>date_range</a:t>
            </a:r>
            <a:r>
              <a:rPr lang="en-US" sz="2200" b="1" dirty="0">
                <a:ea typeface="+mn-lt"/>
                <a:cs typeface="+mn-lt"/>
              </a:rPr>
              <a:t>() </a:t>
            </a:r>
            <a:r>
              <a:rPr lang="en-US" sz="2200" dirty="0">
                <a:ea typeface="+mn-lt"/>
                <a:cs typeface="+mn-lt"/>
              </a:rPr>
              <a:t>– (continue)</a:t>
            </a:r>
          </a:p>
          <a:p>
            <a:r>
              <a:rPr lang="en-US" sz="2200" dirty="0">
                <a:ea typeface="+mn-lt"/>
                <a:cs typeface="+mn-lt"/>
              </a:rPr>
              <a:t>      - by default, it preserves the time if the start or end timestamp if provided.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B33CCB-EB17-D3C5-F82E-D6CB5C1FD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735" y="2310679"/>
            <a:ext cx="5654530" cy="19889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9585EF-782A-12CA-6824-1010BABBB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4366" y="4446137"/>
            <a:ext cx="6576630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63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Frequencies and date offsets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204010"/>
            <a:ext cx="10157146" cy="4833257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c. Base frequency and a multiplier:</a:t>
            </a:r>
            <a:endParaRPr lang="en-US" sz="2200" dirty="0"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</a:rPr>
              <a:t>      - string alias and a date offset as multiplier.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Example: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Hour as base frequency and 4 as the multiplier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Combined frequency and multiplier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ea typeface="+mn-lt"/>
              <a:cs typeface="+mn-lt"/>
            </a:endParaRPr>
          </a:p>
          <a:p>
            <a:r>
              <a:rPr lang="en-US" dirty="0">
                <a:solidFill>
                  <a:srgbClr val="C00000"/>
                </a:solidFill>
                <a:ea typeface="+mn-lt"/>
                <a:cs typeface="+mn-lt"/>
              </a:rPr>
              <a:t>Note: Refer to Table 11-4 of textbook for more time series frequencies.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3B843C-82E7-2EB9-B38E-CDB08E979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4" y="3169836"/>
            <a:ext cx="5003949" cy="14890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C4EFD3-8C19-30E3-E3C0-D08843D84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199" y="4739381"/>
            <a:ext cx="4713253" cy="160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76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Shifting Data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204010"/>
            <a:ext cx="10157146" cy="4833257"/>
          </a:xfrm>
        </p:spPr>
        <p:txBody>
          <a:bodyPr>
            <a:noAutofit/>
          </a:bodyPr>
          <a:lstStyle/>
          <a:p>
            <a:r>
              <a:rPr lang="en-US" sz="2200" dirty="0">
                <a:ea typeface="+mn-lt"/>
                <a:cs typeface="+mn-lt"/>
              </a:rPr>
              <a:t>Shifting</a:t>
            </a:r>
            <a:r>
              <a:rPr lang="en-US" sz="2200" b="1" dirty="0">
                <a:ea typeface="+mn-lt"/>
                <a:cs typeface="+mn-lt"/>
              </a:rPr>
              <a:t> </a:t>
            </a:r>
            <a:r>
              <a:rPr lang="en-US" sz="2200" dirty="0">
                <a:ea typeface="+mn-lt"/>
                <a:cs typeface="+mn-lt"/>
              </a:rPr>
              <a:t>– moving data forward and backward through time.</a:t>
            </a:r>
          </a:p>
          <a:p>
            <a:r>
              <a:rPr lang="en-US" sz="2200" b="1" dirty="0">
                <a:ea typeface="+mn-lt"/>
                <a:cs typeface="+mn-lt"/>
              </a:rPr>
              <a:t>d. shift()</a:t>
            </a:r>
            <a:r>
              <a:rPr lang="en-US" sz="2200" dirty="0">
                <a:ea typeface="+mn-lt"/>
                <a:cs typeface="+mn-lt"/>
              </a:rPr>
              <a:t> – for naïve shifts for both Series and </a:t>
            </a:r>
            <a:r>
              <a:rPr lang="en-US" sz="2200" dirty="0" err="1">
                <a:ea typeface="+mn-lt"/>
                <a:cs typeface="+mn-lt"/>
              </a:rPr>
              <a:t>DataFrame</a:t>
            </a:r>
            <a:r>
              <a:rPr lang="en-US" sz="2200" dirty="0">
                <a:ea typeface="+mn-lt"/>
                <a:cs typeface="+mn-lt"/>
              </a:rPr>
              <a:t> leaving index unmodified.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</a:t>
            </a:r>
            <a:r>
              <a:rPr lang="en-US" sz="2200">
                <a:ea typeface="+mn-lt"/>
                <a:cs typeface="+mn-lt"/>
              </a:rPr>
              <a:t>: </a:t>
            </a:r>
            <a:r>
              <a:rPr lang="en-US" sz="2000">
                <a:ea typeface="+mn-lt"/>
                <a:cs typeface="+mn-lt"/>
              </a:rPr>
              <a:t>Move </a:t>
            </a:r>
            <a:r>
              <a:rPr lang="en-US" sz="2000" dirty="0">
                <a:ea typeface="+mn-lt"/>
                <a:cs typeface="+mn-lt"/>
              </a:rPr>
              <a:t>data 2 steps forward and backward, thus, creating NANs to replace those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8A4B13-3A32-E45B-BB25-D7958E902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356" y="3114300"/>
            <a:ext cx="5134843" cy="2080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C3828D-F8C3-7F15-D76D-473A1FB79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181" y="3956866"/>
            <a:ext cx="2506526" cy="22176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256067-DA0C-FDAB-0E16-BABEFF9614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406" y="3956866"/>
            <a:ext cx="2537680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1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Shifting Data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204010"/>
            <a:ext cx="10157146" cy="4833257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Example: </a:t>
            </a:r>
            <a:r>
              <a:rPr lang="en-US" sz="2000" dirty="0">
                <a:ea typeface="+mn-lt"/>
                <a:cs typeface="+mn-lt"/>
              </a:rPr>
              <a:t>Moves data 2 steps forward and backward, without </a:t>
            </a:r>
            <a:r>
              <a:rPr lang="en-US" sz="2000" dirty="0" err="1">
                <a:ea typeface="+mn-lt"/>
                <a:cs typeface="+mn-lt"/>
              </a:rPr>
              <a:t>NaN</a:t>
            </a:r>
            <a:r>
              <a:rPr lang="en-US" sz="2000" dirty="0">
                <a:ea typeface="+mn-lt"/>
                <a:cs typeface="+mn-lt"/>
              </a:rPr>
              <a:t> values by passing a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Take note of the timestamps and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8A4B13-3A32-E45B-BB25-D7958E902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406" y="2104585"/>
            <a:ext cx="5134843" cy="2080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C3828D-F8C3-7F15-D76D-473A1FB79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982" y="3076049"/>
            <a:ext cx="2506526" cy="22176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4C13D3-0B9A-85E9-F05C-EA9695745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086" y="3620638"/>
            <a:ext cx="2400508" cy="2187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08D9F3-4C50-D95D-8886-E6AC67C4BB2A}"/>
              </a:ext>
            </a:extLst>
          </p:cNvPr>
          <p:cNvSpPr/>
          <p:nvPr/>
        </p:nvSpPr>
        <p:spPr>
          <a:xfrm>
            <a:off x="1320406" y="3000376"/>
            <a:ext cx="1841894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3064ED-967C-DFE7-31CA-992A65AE1231}"/>
              </a:ext>
            </a:extLst>
          </p:cNvPr>
          <p:cNvSpPr/>
          <p:nvPr/>
        </p:nvSpPr>
        <p:spPr>
          <a:xfrm>
            <a:off x="9896475" y="3838575"/>
            <a:ext cx="866775" cy="238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95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884" y="1542106"/>
            <a:ext cx="9905955" cy="34290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Resampling and frequency conversion</a:t>
            </a:r>
            <a:endParaRPr lang="en-US" b="1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868" y="0"/>
            <a:ext cx="820132" cy="78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39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Resampling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4" y="1204010"/>
            <a:ext cx="10157146" cy="4833257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Resampling </a:t>
            </a:r>
            <a:r>
              <a:rPr lang="en-US" sz="2200" dirty="0">
                <a:ea typeface="+mn-lt"/>
                <a:cs typeface="+mn-lt"/>
              </a:rPr>
              <a:t>– process of converting a time series from one frequency to another.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ea typeface="+mn-lt"/>
                <a:cs typeface="+mn-lt"/>
              </a:rPr>
              <a:t>resample() </a:t>
            </a:r>
            <a:r>
              <a:rPr lang="en-US" sz="2200" dirty="0">
                <a:ea typeface="+mn-lt"/>
                <a:cs typeface="+mn-lt"/>
              </a:rPr>
              <a:t>– groups data like </a:t>
            </a:r>
            <a:r>
              <a:rPr lang="en-US" sz="2200" dirty="0" err="1">
                <a:ea typeface="+mn-lt"/>
                <a:cs typeface="+mn-lt"/>
              </a:rPr>
              <a:t>groupby</a:t>
            </a:r>
            <a:r>
              <a:rPr lang="en-US" sz="2200" dirty="0">
                <a:ea typeface="+mn-lt"/>
                <a:cs typeface="+mn-lt"/>
              </a:rPr>
              <a:t> and use with aggregate functions</a:t>
            </a:r>
          </a:p>
          <a:p>
            <a:r>
              <a:rPr lang="en-US" sz="2200" dirty="0">
                <a:ea typeface="+mn-lt"/>
                <a:cs typeface="+mn-lt"/>
              </a:rPr>
              <a:t>	          - useful for all frequency conversion </a:t>
            </a:r>
          </a:p>
          <a:p>
            <a:r>
              <a:rPr lang="en-US" sz="2400" dirty="0">
                <a:ea typeface="+mn-lt"/>
                <a:cs typeface="+mn-lt"/>
              </a:rPr>
              <a:t>Example:</a:t>
            </a: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r>
              <a:rPr lang="en-US">
                <a:solidFill>
                  <a:srgbClr val="C0000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	Note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 Refer to Table 11-5 of textbook for more resample method arguments.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A2BA08-F29D-4676-3502-D20722B4F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2820977"/>
            <a:ext cx="5562600" cy="3216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4B2574-1CB7-7822-A880-AEB7AEF1C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239" y="3770837"/>
            <a:ext cx="4493098" cy="226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64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Resampling: </a:t>
            </a:r>
            <a:r>
              <a:rPr lang="en-US" sz="4000" b="1" dirty="0" err="1">
                <a:ea typeface="+mj-lt"/>
                <a:cs typeface="+mj-lt"/>
              </a:rPr>
              <a:t>downsampling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2525" y="1314450"/>
            <a:ext cx="10344149" cy="4722817"/>
          </a:xfrm>
        </p:spPr>
        <p:txBody>
          <a:bodyPr>
            <a:noAutofit/>
          </a:bodyPr>
          <a:lstStyle/>
          <a:p>
            <a:r>
              <a:rPr lang="en-US" sz="2400" b="1" dirty="0" err="1">
                <a:ea typeface="+mn-lt"/>
                <a:cs typeface="+mn-lt"/>
              </a:rPr>
              <a:t>Downsampling</a:t>
            </a:r>
            <a:r>
              <a:rPr lang="en-US" sz="2400" dirty="0">
                <a:ea typeface="+mn-lt"/>
                <a:cs typeface="+mn-lt"/>
              </a:rPr>
              <a:t> – resampling that aggregates higher frequency data to regular and lower frequency.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ea typeface="+mn-lt"/>
                <a:cs typeface="+mn-lt"/>
              </a:rPr>
              <a:t>Bin edges – used to slice the time series into pieces to aggregate and are defined by the desired frequency.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ea typeface="+mn-lt"/>
                <a:cs typeface="+mn-lt"/>
              </a:rPr>
              <a:t>Each interval are half-open 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ea typeface="+mn-lt"/>
                <a:cs typeface="+mn-lt"/>
              </a:rPr>
              <a:t>a data point can only belong to one interval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ea typeface="+mn-lt"/>
                <a:cs typeface="+mn-lt"/>
              </a:rPr>
              <a:t>Use </a:t>
            </a:r>
            <a:r>
              <a:rPr lang="en-US" sz="2400" b="1" dirty="0">
                <a:ea typeface="+mn-lt"/>
                <a:cs typeface="+mn-lt"/>
              </a:rPr>
              <a:t>resample()</a:t>
            </a:r>
            <a:r>
              <a:rPr lang="en-US" sz="2400" dirty="0">
                <a:ea typeface="+mn-lt"/>
                <a:cs typeface="+mn-lt"/>
              </a:rPr>
              <a:t> – must consider the ff: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side of interval to close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Label of the aggregated bin: with </a:t>
            </a:r>
            <a:r>
              <a:rPr lang="en-US" sz="2200" b="1" dirty="0">
                <a:ea typeface="+mn-lt"/>
                <a:cs typeface="+mn-lt"/>
              </a:rPr>
              <a:t>start </a:t>
            </a:r>
            <a:r>
              <a:rPr lang="en-US" sz="2200" dirty="0">
                <a:ea typeface="+mn-lt"/>
                <a:cs typeface="+mn-lt"/>
              </a:rPr>
              <a:t>or </a:t>
            </a:r>
            <a:r>
              <a:rPr lang="en-US" sz="2200" b="1" dirty="0">
                <a:ea typeface="+mn-lt"/>
                <a:cs typeface="+mn-lt"/>
              </a:rPr>
              <a:t>end</a:t>
            </a:r>
            <a:r>
              <a:rPr lang="en-US" sz="2200" dirty="0">
                <a:ea typeface="+mn-lt"/>
                <a:cs typeface="+mn-lt"/>
              </a:rPr>
              <a:t> of the interval</a:t>
            </a:r>
            <a:endParaRPr lang="en-US" sz="2200" dirty="0">
              <a:solidFill>
                <a:srgbClr val="C00000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45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Resampling: </a:t>
            </a:r>
            <a:r>
              <a:rPr lang="en-US" sz="4000" b="1" dirty="0" err="1">
                <a:ea typeface="+mj-lt"/>
                <a:cs typeface="+mj-lt"/>
              </a:rPr>
              <a:t>downsampling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028699" y="1204011"/>
            <a:ext cx="10467975" cy="113914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Example: Use </a:t>
            </a:r>
            <a:r>
              <a:rPr lang="en-US" sz="2200" b="1" dirty="0">
                <a:ea typeface="+mn-lt"/>
                <a:cs typeface="+mn-lt"/>
              </a:rPr>
              <a:t>resample()</a:t>
            </a:r>
            <a:r>
              <a:rPr lang="en-US" sz="2200" dirty="0">
                <a:ea typeface="+mn-lt"/>
                <a:cs typeface="+mn-lt"/>
              </a:rPr>
              <a:t> and with one-minute frequency data then </a:t>
            </a:r>
            <a:r>
              <a:rPr lang="en-US" sz="2200" dirty="0" err="1">
                <a:ea typeface="+mn-lt"/>
                <a:cs typeface="+mn-lt"/>
              </a:rPr>
              <a:t>downsample</a:t>
            </a:r>
            <a:r>
              <a:rPr lang="en-US" sz="2200" dirty="0">
                <a:ea typeface="+mn-lt"/>
                <a:cs typeface="+mn-lt"/>
              </a:rPr>
              <a:t> into 5-minute chunks by getting the sum of each group.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F49C2F-A6D3-2BEA-DDF5-61B616ECD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74" y="2124092"/>
            <a:ext cx="6431837" cy="4107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9A48EF-4F24-D6FA-0728-E0E2290E4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062" y="3677673"/>
            <a:ext cx="2667231" cy="1752752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94236F3-5D84-7ABC-F96B-9130681F868A}"/>
              </a:ext>
            </a:extLst>
          </p:cNvPr>
          <p:cNvSpPr txBox="1">
            <a:spLocks/>
          </p:cNvSpPr>
          <p:nvPr/>
        </p:nvSpPr>
        <p:spPr>
          <a:xfrm>
            <a:off x="8372475" y="2124092"/>
            <a:ext cx="3155155" cy="40503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a typeface="+mn-lt"/>
                <a:cs typeface="+mn-lt"/>
              </a:rPr>
              <a:t>The 5-min frequency defines the bin edges in 5-min increments.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a typeface="+mn-lt"/>
                <a:cs typeface="+mn-lt"/>
              </a:rPr>
              <a:t>Left bin edge is inclusive, but the right bin edge is not: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a typeface="+mn-lt"/>
                <a:cs typeface="+mn-lt"/>
              </a:rPr>
              <a:t>1</a:t>
            </a:r>
            <a:r>
              <a:rPr lang="en-US" sz="2000" baseline="30000" dirty="0">
                <a:ea typeface="+mn-lt"/>
                <a:cs typeface="+mn-lt"/>
              </a:rPr>
              <a:t>st</a:t>
            </a:r>
            <a:r>
              <a:rPr lang="en-US" sz="2000" dirty="0">
                <a:ea typeface="+mn-lt"/>
                <a:cs typeface="+mn-lt"/>
              </a:rPr>
              <a:t> bin = 00:00 – 04:00, 2</a:t>
            </a:r>
            <a:r>
              <a:rPr lang="en-US" sz="2000" baseline="30000" dirty="0">
                <a:ea typeface="+mn-lt"/>
                <a:cs typeface="+mn-lt"/>
              </a:rPr>
              <a:t>nd</a:t>
            </a:r>
            <a:r>
              <a:rPr lang="en-US" sz="2000" dirty="0">
                <a:ea typeface="+mn-lt"/>
                <a:cs typeface="+mn-lt"/>
              </a:rPr>
              <a:t> bin = 05:00 – 09:00, 3</a:t>
            </a:r>
            <a:r>
              <a:rPr lang="en-US" sz="2000" baseline="30000" dirty="0">
                <a:ea typeface="+mn-lt"/>
                <a:cs typeface="+mn-lt"/>
              </a:rPr>
              <a:t>rd</a:t>
            </a:r>
            <a:r>
              <a:rPr lang="en-US" sz="2000" dirty="0">
                <a:ea typeface="+mn-lt"/>
                <a:cs typeface="+mn-lt"/>
              </a:rPr>
              <a:t> bin = 10:00 – 15:00</a:t>
            </a:r>
          </a:p>
          <a:p>
            <a:endParaRPr lang="en-US" sz="2400" dirty="0">
              <a:ea typeface="+mn-lt"/>
              <a:cs typeface="+mn-lt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0047D12-8DB7-4866-FFFA-58AA2677B6A5}"/>
              </a:ext>
            </a:extLst>
          </p:cNvPr>
          <p:cNvSpPr/>
          <p:nvPr/>
        </p:nvSpPr>
        <p:spPr>
          <a:xfrm>
            <a:off x="4000500" y="3486150"/>
            <a:ext cx="238125" cy="923925"/>
          </a:xfrm>
          <a:prstGeom prst="rightBrac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AD369B-40E8-34D5-FDF0-ED186555B754}"/>
              </a:ext>
            </a:extLst>
          </p:cNvPr>
          <p:cNvSpPr txBox="1"/>
          <p:nvPr/>
        </p:nvSpPr>
        <p:spPr>
          <a:xfrm>
            <a:off x="4238625" y="3654332"/>
            <a:ext cx="460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1</a:t>
            </a:r>
            <a:r>
              <a:rPr lang="en-US" sz="1800" baseline="300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st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 bin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A34789F-A894-754B-C649-AB7C188F2DB0}"/>
              </a:ext>
            </a:extLst>
          </p:cNvPr>
          <p:cNvSpPr/>
          <p:nvPr/>
        </p:nvSpPr>
        <p:spPr>
          <a:xfrm>
            <a:off x="4019550" y="4562475"/>
            <a:ext cx="238125" cy="923925"/>
          </a:xfrm>
          <a:prstGeom prst="rightBrac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5C0599-F403-7D5B-08DB-77598D0B6A4A}"/>
              </a:ext>
            </a:extLst>
          </p:cNvPr>
          <p:cNvSpPr txBox="1"/>
          <p:nvPr/>
        </p:nvSpPr>
        <p:spPr>
          <a:xfrm>
            <a:off x="4288631" y="4685181"/>
            <a:ext cx="562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2nd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 bin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4E93A582-500F-7B45-4953-7D03DD11D05F}"/>
              </a:ext>
            </a:extLst>
          </p:cNvPr>
          <p:cNvSpPr/>
          <p:nvPr/>
        </p:nvSpPr>
        <p:spPr>
          <a:xfrm>
            <a:off x="4000500" y="5610225"/>
            <a:ext cx="219075" cy="352425"/>
          </a:xfrm>
          <a:prstGeom prst="rightBrac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0B61AA-6CD3-1F11-C7D6-5C2CBDD65922}"/>
              </a:ext>
            </a:extLst>
          </p:cNvPr>
          <p:cNvSpPr txBox="1"/>
          <p:nvPr/>
        </p:nvSpPr>
        <p:spPr>
          <a:xfrm>
            <a:off x="4252912" y="5454218"/>
            <a:ext cx="562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3rd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 bin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2561CF-7406-47BA-115D-6145A092D697}"/>
              </a:ext>
            </a:extLst>
          </p:cNvPr>
          <p:cNvCxnSpPr>
            <a:cxnSpLocks/>
          </p:cNvCxnSpPr>
          <p:nvPr/>
        </p:nvCxnSpPr>
        <p:spPr>
          <a:xfrm>
            <a:off x="5152812" y="4123145"/>
            <a:ext cx="395347" cy="448855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CC2959-F4F6-3C1D-652D-F7894655245F}"/>
              </a:ext>
            </a:extLst>
          </p:cNvPr>
          <p:cNvCxnSpPr>
            <a:cxnSpLocks/>
          </p:cNvCxnSpPr>
          <p:nvPr/>
        </p:nvCxnSpPr>
        <p:spPr>
          <a:xfrm flipV="1">
            <a:off x="5243359" y="4871048"/>
            <a:ext cx="331918" cy="3865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2ABCF4-2C21-787F-3A3E-6D6D249A82AB}"/>
              </a:ext>
            </a:extLst>
          </p:cNvPr>
          <p:cNvCxnSpPr>
            <a:cxnSpLocks/>
          </p:cNvCxnSpPr>
          <p:nvPr/>
        </p:nvCxnSpPr>
        <p:spPr>
          <a:xfrm flipV="1">
            <a:off x="5149457" y="5106573"/>
            <a:ext cx="425820" cy="478453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3C5C6C7-B59A-017D-9313-9D3A8F855099}"/>
              </a:ext>
            </a:extLst>
          </p:cNvPr>
          <p:cNvSpPr txBox="1"/>
          <p:nvPr/>
        </p:nvSpPr>
        <p:spPr>
          <a:xfrm>
            <a:off x="4714875" y="3769308"/>
            <a:ext cx="46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10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5FD6C9-FB3D-2429-D6C4-C23D0481A555}"/>
              </a:ext>
            </a:extLst>
          </p:cNvPr>
          <p:cNvSpPr txBox="1"/>
          <p:nvPr/>
        </p:nvSpPr>
        <p:spPr>
          <a:xfrm>
            <a:off x="4792856" y="4807525"/>
            <a:ext cx="56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35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6DDE2-F1D5-7E8B-1675-5317C25E1498}"/>
              </a:ext>
            </a:extLst>
          </p:cNvPr>
          <p:cNvSpPr txBox="1"/>
          <p:nvPr/>
        </p:nvSpPr>
        <p:spPr>
          <a:xfrm>
            <a:off x="4739071" y="5585026"/>
            <a:ext cx="56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21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CF43EB-3DAA-A815-D2EC-77EF4196D7F3}"/>
              </a:ext>
            </a:extLst>
          </p:cNvPr>
          <p:cNvSpPr txBox="1"/>
          <p:nvPr/>
        </p:nvSpPr>
        <p:spPr>
          <a:xfrm>
            <a:off x="4695825" y="3226699"/>
            <a:ext cx="631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SUM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981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Resampling: </a:t>
            </a:r>
            <a:r>
              <a:rPr lang="en-US" sz="4000" b="1" dirty="0" err="1">
                <a:ea typeface="+mj-lt"/>
                <a:cs typeface="+mj-lt"/>
              </a:rPr>
              <a:t>downsampling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028699" y="1204011"/>
            <a:ext cx="10467975" cy="535563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ea typeface="+mn-lt"/>
                <a:cs typeface="+mn-lt"/>
              </a:rPr>
              <a:t>Example (continue):</a:t>
            </a: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F49C2F-A6D3-2BEA-DDF5-61B616ECD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142" y="1876786"/>
            <a:ext cx="6431837" cy="4107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9A48EF-4F24-D6FA-0728-E0E2290E4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999" y="3313854"/>
            <a:ext cx="2667231" cy="1752752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94236F3-5D84-7ABC-F96B-9130681F868A}"/>
              </a:ext>
            </a:extLst>
          </p:cNvPr>
          <p:cNvSpPr txBox="1">
            <a:spLocks/>
          </p:cNvSpPr>
          <p:nvPr/>
        </p:nvSpPr>
        <p:spPr>
          <a:xfrm>
            <a:off x="7989741" y="2857500"/>
            <a:ext cx="3878409" cy="33169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ea typeface="+mn-lt"/>
                <a:cs typeface="+mn-lt"/>
              </a:rPr>
              <a:t>Labels for each group are placed at the </a:t>
            </a:r>
            <a:r>
              <a:rPr lang="en-US" sz="2000" dirty="0">
                <a:solidFill>
                  <a:srgbClr val="C00000"/>
                </a:solidFill>
                <a:ea typeface="+mn-lt"/>
                <a:cs typeface="+mn-lt"/>
              </a:rPr>
              <a:t>left</a:t>
            </a:r>
            <a:r>
              <a:rPr lang="en-US" sz="2000" dirty="0">
                <a:ea typeface="+mn-lt"/>
                <a:cs typeface="+mn-lt"/>
              </a:rPr>
              <a:t> end of the bin</a:t>
            </a:r>
            <a:r>
              <a:rPr lang="en-US" sz="2000" b="1" dirty="0">
                <a:ea typeface="+mn-lt"/>
                <a:cs typeface="+mn-lt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a typeface="+mn-lt"/>
                <a:cs typeface="+mn-lt"/>
              </a:rPr>
              <a:t>1</a:t>
            </a:r>
            <a:r>
              <a:rPr lang="en-US" sz="2000" baseline="30000" dirty="0">
                <a:ea typeface="+mn-lt"/>
                <a:cs typeface="+mn-lt"/>
              </a:rPr>
              <a:t>st</a:t>
            </a:r>
            <a:r>
              <a:rPr lang="en-US" sz="2000" dirty="0">
                <a:ea typeface="+mn-lt"/>
                <a:cs typeface="+mn-lt"/>
              </a:rPr>
              <a:t> bin =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00:00:00</a:t>
            </a:r>
            <a:r>
              <a:rPr lang="en-US" sz="2000" dirty="0">
                <a:ea typeface="+mn-lt"/>
                <a:cs typeface="+mn-lt"/>
              </a:rPr>
              <a:t> - 00:04:00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a typeface="+mn-lt"/>
                <a:cs typeface="+mn-lt"/>
              </a:rPr>
              <a:t>2</a:t>
            </a:r>
            <a:r>
              <a:rPr lang="en-US" sz="2000" baseline="30000" dirty="0">
                <a:ea typeface="+mn-lt"/>
                <a:cs typeface="+mn-lt"/>
              </a:rPr>
              <a:t>nd</a:t>
            </a:r>
            <a:r>
              <a:rPr lang="en-US" sz="2000" dirty="0">
                <a:ea typeface="+mn-lt"/>
                <a:cs typeface="+mn-lt"/>
              </a:rPr>
              <a:t> bin =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00:05:00</a:t>
            </a:r>
            <a:r>
              <a:rPr lang="en-US" sz="2000" dirty="0">
                <a:ea typeface="+mn-lt"/>
                <a:cs typeface="+mn-lt"/>
              </a:rPr>
              <a:t> - 00:09:00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a typeface="+mn-lt"/>
                <a:cs typeface="+mn-lt"/>
              </a:rPr>
              <a:t>3</a:t>
            </a:r>
            <a:r>
              <a:rPr lang="en-US" sz="2000" baseline="30000" dirty="0">
                <a:ea typeface="+mn-lt"/>
                <a:cs typeface="+mn-lt"/>
              </a:rPr>
              <a:t>rd</a:t>
            </a:r>
            <a:r>
              <a:rPr lang="en-US" sz="2000" dirty="0">
                <a:ea typeface="+mn-lt"/>
                <a:cs typeface="+mn-lt"/>
              </a:rPr>
              <a:t> bin =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00:10:00</a:t>
            </a:r>
            <a:r>
              <a:rPr lang="en-US" sz="2000" dirty="0">
                <a:ea typeface="+mn-lt"/>
                <a:cs typeface="+mn-lt"/>
              </a:rPr>
              <a:t> - 00:15:00</a:t>
            </a: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0047D12-8DB7-4866-FFFA-58AA2677B6A5}"/>
              </a:ext>
            </a:extLst>
          </p:cNvPr>
          <p:cNvSpPr/>
          <p:nvPr/>
        </p:nvSpPr>
        <p:spPr>
          <a:xfrm>
            <a:off x="3695700" y="3238500"/>
            <a:ext cx="238125" cy="923925"/>
          </a:xfrm>
          <a:prstGeom prst="rightBrac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AD369B-40E8-34D5-FDF0-ED186555B754}"/>
              </a:ext>
            </a:extLst>
          </p:cNvPr>
          <p:cNvSpPr txBox="1"/>
          <p:nvPr/>
        </p:nvSpPr>
        <p:spPr>
          <a:xfrm>
            <a:off x="3933824" y="3531183"/>
            <a:ext cx="1125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00:00:00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A34789F-A894-754B-C649-AB7C188F2DB0}"/>
              </a:ext>
            </a:extLst>
          </p:cNvPr>
          <p:cNvSpPr/>
          <p:nvPr/>
        </p:nvSpPr>
        <p:spPr>
          <a:xfrm>
            <a:off x="3714750" y="4314825"/>
            <a:ext cx="238125" cy="923925"/>
          </a:xfrm>
          <a:prstGeom prst="rightBrac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5C0599-F403-7D5B-08DB-77598D0B6A4A}"/>
              </a:ext>
            </a:extLst>
          </p:cNvPr>
          <p:cNvSpPr txBox="1"/>
          <p:nvPr/>
        </p:nvSpPr>
        <p:spPr>
          <a:xfrm>
            <a:off x="4011805" y="4569400"/>
            <a:ext cx="1047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00:05:00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4E93A582-500F-7B45-4953-7D03DD11D05F}"/>
              </a:ext>
            </a:extLst>
          </p:cNvPr>
          <p:cNvSpPr/>
          <p:nvPr/>
        </p:nvSpPr>
        <p:spPr>
          <a:xfrm>
            <a:off x="3705225" y="5372100"/>
            <a:ext cx="219075" cy="352425"/>
          </a:xfrm>
          <a:prstGeom prst="rightBrac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0B61AA-6CD3-1F11-C7D6-5C2CBDD65922}"/>
              </a:ext>
            </a:extLst>
          </p:cNvPr>
          <p:cNvSpPr txBox="1"/>
          <p:nvPr/>
        </p:nvSpPr>
        <p:spPr>
          <a:xfrm>
            <a:off x="3958020" y="5356426"/>
            <a:ext cx="1236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00:10:00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2561CF-7406-47BA-115D-6145A092D697}"/>
              </a:ext>
            </a:extLst>
          </p:cNvPr>
          <p:cNvCxnSpPr>
            <a:cxnSpLocks/>
          </p:cNvCxnSpPr>
          <p:nvPr/>
        </p:nvCxnSpPr>
        <p:spPr>
          <a:xfrm>
            <a:off x="4779680" y="3955018"/>
            <a:ext cx="463679" cy="369332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CC2959-F4F6-3C1D-652D-F7894655245F}"/>
              </a:ext>
            </a:extLst>
          </p:cNvPr>
          <p:cNvCxnSpPr>
            <a:cxnSpLocks/>
          </p:cNvCxnSpPr>
          <p:nvPr/>
        </p:nvCxnSpPr>
        <p:spPr>
          <a:xfrm flipV="1">
            <a:off x="4779680" y="4491373"/>
            <a:ext cx="517808" cy="78027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2ABCF4-2C21-787F-3A3E-6D6D249A82AB}"/>
              </a:ext>
            </a:extLst>
          </p:cNvPr>
          <p:cNvCxnSpPr>
            <a:cxnSpLocks/>
          </p:cNvCxnSpPr>
          <p:nvPr/>
        </p:nvCxnSpPr>
        <p:spPr>
          <a:xfrm flipV="1">
            <a:off x="4927102" y="4776787"/>
            <a:ext cx="341977" cy="579639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F220C5E-0928-7740-815B-72DE95441AE3}"/>
              </a:ext>
            </a:extLst>
          </p:cNvPr>
          <p:cNvSpPr txBox="1"/>
          <p:nvPr/>
        </p:nvSpPr>
        <p:spPr>
          <a:xfrm>
            <a:off x="3914774" y="2988574"/>
            <a:ext cx="1279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LABELS: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3A1890-97D7-EF83-CDA6-A99E5FDF740B}"/>
              </a:ext>
            </a:extLst>
          </p:cNvPr>
          <p:cNvSpPr/>
          <p:nvPr/>
        </p:nvSpPr>
        <p:spPr>
          <a:xfrm>
            <a:off x="2304255" y="3122787"/>
            <a:ext cx="809625" cy="246237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F9A44A-49C1-8B89-DF99-A4D5E554CB7D}"/>
              </a:ext>
            </a:extLst>
          </p:cNvPr>
          <p:cNvSpPr/>
          <p:nvPr/>
        </p:nvSpPr>
        <p:spPr>
          <a:xfrm>
            <a:off x="2323305" y="4227687"/>
            <a:ext cx="809625" cy="246237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C55819-2769-CD0F-35AD-FD266C7DAD64}"/>
              </a:ext>
            </a:extLst>
          </p:cNvPr>
          <p:cNvSpPr/>
          <p:nvPr/>
        </p:nvSpPr>
        <p:spPr>
          <a:xfrm>
            <a:off x="2313780" y="5313537"/>
            <a:ext cx="809625" cy="246237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207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Resampling: </a:t>
            </a:r>
            <a:r>
              <a:rPr lang="en-US" sz="4000" b="1" dirty="0" err="1">
                <a:ea typeface="+mj-lt"/>
                <a:cs typeface="+mj-lt"/>
              </a:rPr>
              <a:t>downsampling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028699" y="1204011"/>
            <a:ext cx="10467975" cy="535563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ea typeface="+mn-lt"/>
                <a:cs typeface="+mn-lt"/>
              </a:rPr>
              <a:t>Example (continue):</a:t>
            </a: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F49C2F-A6D3-2BEA-DDF5-61B616ECD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511" y="1876786"/>
            <a:ext cx="6431837" cy="4107536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94236F3-5D84-7ABC-F96B-9130681F868A}"/>
              </a:ext>
            </a:extLst>
          </p:cNvPr>
          <p:cNvSpPr txBox="1">
            <a:spLocks/>
          </p:cNvSpPr>
          <p:nvPr/>
        </p:nvSpPr>
        <p:spPr>
          <a:xfrm>
            <a:off x="8452241" y="2146880"/>
            <a:ext cx="3444483" cy="4027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a typeface="+mn-lt"/>
                <a:cs typeface="+mn-lt"/>
              </a:rPr>
              <a:t>labels = right </a:t>
            </a:r>
            <a:r>
              <a:rPr lang="en-US" sz="2000" dirty="0">
                <a:ea typeface="+mn-lt"/>
                <a:cs typeface="+mn-lt"/>
              </a:rPr>
              <a:t>– labels for each group are placed at the </a:t>
            </a:r>
            <a:r>
              <a:rPr lang="en-US" sz="2000" dirty="0">
                <a:solidFill>
                  <a:srgbClr val="C00000"/>
                </a:solidFill>
                <a:ea typeface="+mn-lt"/>
                <a:cs typeface="+mn-lt"/>
              </a:rPr>
              <a:t>right </a:t>
            </a:r>
            <a:r>
              <a:rPr lang="en-US" sz="2000" dirty="0">
                <a:ea typeface="+mn-lt"/>
                <a:cs typeface="+mn-lt"/>
              </a:rPr>
              <a:t>end of the bin.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ea typeface="+mn-lt"/>
                <a:cs typeface="+mn-lt"/>
              </a:rPr>
              <a:t>1</a:t>
            </a:r>
            <a:r>
              <a:rPr lang="en-US" sz="1800" baseline="30000" dirty="0">
                <a:ea typeface="+mn-lt"/>
                <a:cs typeface="+mn-lt"/>
              </a:rPr>
              <a:t>st</a:t>
            </a:r>
            <a:r>
              <a:rPr lang="en-US" sz="1800" dirty="0">
                <a:ea typeface="+mn-lt"/>
                <a:cs typeface="+mn-lt"/>
              </a:rPr>
              <a:t> bin = 00:01:00 -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00:05:00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ea typeface="+mn-lt"/>
                <a:cs typeface="+mn-lt"/>
              </a:rPr>
              <a:t>2</a:t>
            </a:r>
            <a:r>
              <a:rPr lang="en-US" sz="1800" baseline="30000" dirty="0">
                <a:ea typeface="+mn-lt"/>
                <a:cs typeface="+mn-lt"/>
              </a:rPr>
              <a:t>nd</a:t>
            </a:r>
            <a:r>
              <a:rPr lang="en-US" sz="1800" dirty="0">
                <a:ea typeface="+mn-lt"/>
                <a:cs typeface="+mn-lt"/>
              </a:rPr>
              <a:t> bin = 00:06:00 -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00:10:00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ea typeface="+mn-lt"/>
                <a:cs typeface="+mn-lt"/>
              </a:rPr>
              <a:t>3</a:t>
            </a:r>
            <a:r>
              <a:rPr lang="en-US" sz="1800" baseline="30000" dirty="0">
                <a:ea typeface="+mn-lt"/>
                <a:cs typeface="+mn-lt"/>
              </a:rPr>
              <a:t>rd</a:t>
            </a:r>
            <a:r>
              <a:rPr lang="en-US" sz="1800" dirty="0">
                <a:ea typeface="+mn-lt"/>
                <a:cs typeface="+mn-lt"/>
              </a:rPr>
              <a:t> bin = 00:11:00 -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00:15:00</a:t>
            </a:r>
          </a:p>
          <a:p>
            <a:r>
              <a:rPr lang="en-US" sz="2000" b="1" dirty="0">
                <a:ea typeface="+mn-lt"/>
                <a:cs typeface="+mn-lt"/>
              </a:rPr>
              <a:t>closed=right</a:t>
            </a:r>
            <a:r>
              <a:rPr lang="en-US" sz="2000" dirty="0">
                <a:ea typeface="+mn-lt"/>
                <a:cs typeface="+mn-lt"/>
              </a:rPr>
              <a:t> will include the data points up to and including the right end of the bin. 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0047D12-8DB7-4866-FFFA-58AA2677B6A5}"/>
              </a:ext>
            </a:extLst>
          </p:cNvPr>
          <p:cNvSpPr/>
          <p:nvPr/>
        </p:nvSpPr>
        <p:spPr>
          <a:xfrm>
            <a:off x="3514724" y="3401530"/>
            <a:ext cx="260451" cy="960919"/>
          </a:xfrm>
          <a:prstGeom prst="rightBrace">
            <a:avLst>
              <a:gd name="adj1" fmla="val 8333"/>
              <a:gd name="adj2" fmla="val 51077"/>
            </a:avLst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AD369B-40E8-34D5-FDF0-ED186555B754}"/>
              </a:ext>
            </a:extLst>
          </p:cNvPr>
          <p:cNvSpPr txBox="1"/>
          <p:nvPr/>
        </p:nvSpPr>
        <p:spPr>
          <a:xfrm>
            <a:off x="3766997" y="3693845"/>
            <a:ext cx="1047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00:05:00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A34789F-A894-754B-C649-AB7C188F2DB0}"/>
              </a:ext>
            </a:extLst>
          </p:cNvPr>
          <p:cNvSpPr/>
          <p:nvPr/>
        </p:nvSpPr>
        <p:spPr>
          <a:xfrm>
            <a:off x="3533776" y="4570485"/>
            <a:ext cx="252794" cy="894244"/>
          </a:xfrm>
          <a:prstGeom prst="rightBrac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5C0599-F403-7D5B-08DB-77598D0B6A4A}"/>
              </a:ext>
            </a:extLst>
          </p:cNvPr>
          <p:cNvSpPr txBox="1"/>
          <p:nvPr/>
        </p:nvSpPr>
        <p:spPr>
          <a:xfrm>
            <a:off x="3805458" y="4818906"/>
            <a:ext cx="1047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00:10:00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4E93A582-500F-7B45-4953-7D03DD11D05F}"/>
              </a:ext>
            </a:extLst>
          </p:cNvPr>
          <p:cNvSpPr/>
          <p:nvPr/>
        </p:nvSpPr>
        <p:spPr>
          <a:xfrm>
            <a:off x="3505200" y="5602786"/>
            <a:ext cx="252795" cy="257175"/>
          </a:xfrm>
          <a:prstGeom prst="rightBrace">
            <a:avLst>
              <a:gd name="adj1" fmla="val 4565"/>
              <a:gd name="adj2" fmla="val 50000"/>
            </a:avLst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0B61AA-6CD3-1F11-C7D6-5C2CBDD65922}"/>
              </a:ext>
            </a:extLst>
          </p:cNvPr>
          <p:cNvSpPr txBox="1"/>
          <p:nvPr/>
        </p:nvSpPr>
        <p:spPr>
          <a:xfrm>
            <a:off x="3775175" y="5539859"/>
            <a:ext cx="1236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00:15:00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2561CF-7406-47BA-115D-6145A092D697}"/>
              </a:ext>
            </a:extLst>
          </p:cNvPr>
          <p:cNvCxnSpPr>
            <a:cxnSpLocks/>
          </p:cNvCxnSpPr>
          <p:nvPr/>
        </p:nvCxnSpPr>
        <p:spPr>
          <a:xfrm>
            <a:off x="4982550" y="3994884"/>
            <a:ext cx="541213" cy="516809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CC2959-F4F6-3C1D-652D-F7894655245F}"/>
              </a:ext>
            </a:extLst>
          </p:cNvPr>
          <p:cNvCxnSpPr>
            <a:cxnSpLocks/>
          </p:cNvCxnSpPr>
          <p:nvPr/>
        </p:nvCxnSpPr>
        <p:spPr>
          <a:xfrm flipV="1">
            <a:off x="5183603" y="4733925"/>
            <a:ext cx="340160" cy="123053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2ABCF4-2C21-787F-3A3E-6D6D249A82AB}"/>
              </a:ext>
            </a:extLst>
          </p:cNvPr>
          <p:cNvCxnSpPr>
            <a:cxnSpLocks/>
          </p:cNvCxnSpPr>
          <p:nvPr/>
        </p:nvCxnSpPr>
        <p:spPr>
          <a:xfrm flipV="1">
            <a:off x="5183603" y="4947374"/>
            <a:ext cx="322503" cy="655145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F220C5E-0928-7740-815B-72DE95441AE3}"/>
              </a:ext>
            </a:extLst>
          </p:cNvPr>
          <p:cNvSpPr txBox="1"/>
          <p:nvPr/>
        </p:nvSpPr>
        <p:spPr>
          <a:xfrm>
            <a:off x="3705225" y="2988574"/>
            <a:ext cx="94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LABELS: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22483C-215F-606E-A3F3-2AE0DB3AD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763" y="3403419"/>
            <a:ext cx="2916618" cy="18418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96F97DE-2E58-B919-B7DC-3CE0CAE4435D}"/>
              </a:ext>
            </a:extLst>
          </p:cNvPr>
          <p:cNvSpPr txBox="1"/>
          <p:nvPr/>
        </p:nvSpPr>
        <p:spPr>
          <a:xfrm>
            <a:off x="4724864" y="3703993"/>
            <a:ext cx="46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15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4F3047-EFFF-EB59-5452-03E89A3DD2F5}"/>
              </a:ext>
            </a:extLst>
          </p:cNvPr>
          <p:cNvSpPr txBox="1"/>
          <p:nvPr/>
        </p:nvSpPr>
        <p:spPr>
          <a:xfrm>
            <a:off x="4773806" y="4817050"/>
            <a:ext cx="56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40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FD821D-1273-A829-AF59-C6FD1E5BBA37}"/>
              </a:ext>
            </a:extLst>
          </p:cNvPr>
          <p:cNvSpPr txBox="1"/>
          <p:nvPr/>
        </p:nvSpPr>
        <p:spPr>
          <a:xfrm>
            <a:off x="4757302" y="5524594"/>
            <a:ext cx="56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11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A7EC92-A175-3219-4A18-8560F63EEE63}"/>
              </a:ext>
            </a:extLst>
          </p:cNvPr>
          <p:cNvSpPr txBox="1"/>
          <p:nvPr/>
        </p:nvSpPr>
        <p:spPr>
          <a:xfrm>
            <a:off x="4695709" y="2988574"/>
            <a:ext cx="631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SUM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11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Resampling: </a:t>
            </a:r>
            <a:r>
              <a:rPr lang="en-US" sz="4000" b="1" dirty="0" err="1">
                <a:ea typeface="+mj-lt"/>
                <a:cs typeface="+mj-lt"/>
              </a:rPr>
              <a:t>upsampling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3" y="1204010"/>
            <a:ext cx="10329861" cy="4833257"/>
          </a:xfrm>
        </p:spPr>
        <p:txBody>
          <a:bodyPr>
            <a:noAutofit/>
          </a:bodyPr>
          <a:lstStyle/>
          <a:p>
            <a:r>
              <a:rPr lang="en-US" sz="2200" b="1" dirty="0" err="1">
                <a:ea typeface="+mn-lt"/>
                <a:cs typeface="+mn-lt"/>
              </a:rPr>
              <a:t>Upsampling</a:t>
            </a:r>
            <a:r>
              <a:rPr lang="en-US" sz="2200" dirty="0">
                <a:ea typeface="+mn-lt"/>
                <a:cs typeface="+mn-lt"/>
              </a:rPr>
              <a:t> – </a:t>
            </a:r>
            <a:r>
              <a:rPr lang="en-US" sz="2000" dirty="0">
                <a:ea typeface="+mn-lt"/>
                <a:cs typeface="+mn-lt"/>
              </a:rPr>
              <a:t>resampling that converts </a:t>
            </a:r>
            <a:r>
              <a:rPr lang="en-US" sz="2200" dirty="0">
                <a:ea typeface="+mn-lt"/>
                <a:cs typeface="+mn-lt"/>
              </a:rPr>
              <a:t>lower frequency data to a higher frequency, without aggregation.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Use </a:t>
            </a:r>
            <a:r>
              <a:rPr lang="en-US" sz="2000" b="1" dirty="0">
                <a:ea typeface="+mn-lt"/>
                <a:cs typeface="+mn-lt"/>
              </a:rPr>
              <a:t>resample() </a:t>
            </a:r>
            <a:r>
              <a:rPr lang="en-US" sz="2000" dirty="0">
                <a:ea typeface="+mn-lt"/>
                <a:cs typeface="+mn-lt"/>
              </a:rPr>
              <a:t>then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asfreq</a:t>
            </a:r>
            <a:r>
              <a:rPr lang="en-US" sz="2000" b="1" dirty="0">
                <a:ea typeface="+mn-lt"/>
                <a:cs typeface="+mn-lt"/>
              </a:rPr>
              <a:t>() </a:t>
            </a:r>
            <a:r>
              <a:rPr lang="en-US" sz="2000" dirty="0">
                <a:ea typeface="+mn-lt"/>
                <a:cs typeface="+mn-lt"/>
              </a:rPr>
              <a:t>to convert data to higher frequency without any aggregation.</a:t>
            </a:r>
            <a:r>
              <a:rPr lang="en-US" sz="2200" dirty="0">
                <a:ea typeface="+mn-lt"/>
                <a:cs typeface="+mn-lt"/>
              </a:rPr>
              <a:t> </a:t>
            </a:r>
          </a:p>
          <a:p>
            <a:r>
              <a:rPr lang="en-US" sz="2200" dirty="0">
                <a:ea typeface="+mn-lt"/>
                <a:cs typeface="+mn-lt"/>
              </a:rPr>
              <a:t>Example: </a:t>
            </a:r>
            <a:r>
              <a:rPr lang="en-US" sz="2200" dirty="0" err="1">
                <a:ea typeface="+mn-lt"/>
                <a:cs typeface="+mn-lt"/>
              </a:rPr>
              <a:t>Upsample</a:t>
            </a:r>
            <a:r>
              <a:rPr lang="en-US" sz="2200" dirty="0">
                <a:ea typeface="+mn-lt"/>
                <a:cs typeface="+mn-lt"/>
              </a:rPr>
              <a:t> from weekly to daily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This will fill timestamps that were not original there with </a:t>
            </a:r>
            <a:r>
              <a:rPr lang="en-US" sz="2000" dirty="0" err="1">
                <a:ea typeface="+mn-lt"/>
                <a:cs typeface="+mn-lt"/>
              </a:rPr>
              <a:t>NaN</a:t>
            </a:r>
            <a:r>
              <a:rPr lang="en-US" sz="2000" dirty="0">
                <a:ea typeface="+mn-lt"/>
                <a:cs typeface="+mn-lt"/>
              </a:rPr>
              <a:t> values</a:t>
            </a: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12B7B4-BFC9-7DD2-3886-3C0683962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449" y="3699760"/>
            <a:ext cx="5492368" cy="2767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8C89B-57D3-7473-F72F-0A3D834FA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119" y="3620638"/>
            <a:ext cx="3757793" cy="314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156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Resampling: </a:t>
            </a:r>
            <a:r>
              <a:rPr lang="en-US" sz="4000" b="1" dirty="0" err="1">
                <a:ea typeface="+mj-lt"/>
                <a:cs typeface="+mj-lt"/>
              </a:rPr>
              <a:t>upsampling</a:t>
            </a:r>
            <a:r>
              <a:rPr lang="en-US" sz="4000" b="1" dirty="0">
                <a:ea typeface="+mj-lt"/>
                <a:cs typeface="+mj-lt"/>
              </a:rPr>
              <a:t> and interpolation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4913" y="1204010"/>
            <a:ext cx="10329861" cy="4833257"/>
          </a:xfrm>
        </p:spPr>
        <p:txBody>
          <a:bodyPr>
            <a:noAutofit/>
          </a:bodyPr>
          <a:lstStyle/>
          <a:p>
            <a:r>
              <a:rPr lang="en-US" sz="2200" dirty="0">
                <a:ea typeface="+mn-lt"/>
                <a:cs typeface="+mn-lt"/>
              </a:rPr>
              <a:t>Example (continue): </a:t>
            </a:r>
            <a:r>
              <a:rPr lang="en-US" sz="2200" dirty="0" err="1">
                <a:ea typeface="+mn-lt"/>
                <a:cs typeface="+mn-lt"/>
              </a:rPr>
              <a:t>Upsample</a:t>
            </a:r>
            <a:r>
              <a:rPr lang="en-US" sz="2200" dirty="0">
                <a:ea typeface="+mn-lt"/>
                <a:cs typeface="+mn-lt"/>
              </a:rPr>
              <a:t> from weekly to daily (yield Nan values on non-Fridays)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Solution for </a:t>
            </a:r>
            <a:r>
              <a:rPr lang="en-US" sz="2000" dirty="0" err="1">
                <a:ea typeface="+mn-lt"/>
                <a:cs typeface="+mn-lt"/>
              </a:rPr>
              <a:t>NaN</a:t>
            </a:r>
            <a:r>
              <a:rPr lang="en-US" sz="2000" dirty="0">
                <a:ea typeface="+mn-lt"/>
                <a:cs typeface="+mn-lt"/>
              </a:rPr>
              <a:t> values: Interpolation; forward fill (use available value from previous row)in this example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8C89B-57D3-7473-F72F-0A3D834FA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363" y="2455540"/>
            <a:ext cx="4519052" cy="37825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C38B63-4E48-6C86-6C42-66B3BAFC5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037" y="2465814"/>
            <a:ext cx="4519052" cy="3772227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9920009-AA3B-E45C-F5E2-799208F1F7E4}"/>
              </a:ext>
            </a:extLst>
          </p:cNvPr>
          <p:cNvSpPr/>
          <p:nvPr/>
        </p:nvSpPr>
        <p:spPr>
          <a:xfrm>
            <a:off x="5935197" y="4659977"/>
            <a:ext cx="514350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1098C8-90A2-7327-E864-46C551EC490A}"/>
              </a:ext>
            </a:extLst>
          </p:cNvPr>
          <p:cNvSpPr/>
          <p:nvPr/>
        </p:nvSpPr>
        <p:spPr>
          <a:xfrm>
            <a:off x="4524375" y="2465814"/>
            <a:ext cx="752475" cy="26786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CFD98-DB72-9DF5-8AC5-B18949E801B7}"/>
              </a:ext>
            </a:extLst>
          </p:cNvPr>
          <p:cNvSpPr/>
          <p:nvPr/>
        </p:nvSpPr>
        <p:spPr>
          <a:xfrm>
            <a:off x="9620250" y="2493809"/>
            <a:ext cx="695325" cy="24939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67B057-55C3-1CE8-844A-B666C8A25C3A}"/>
              </a:ext>
            </a:extLst>
          </p:cNvPr>
          <p:cNvSpPr/>
          <p:nvPr/>
        </p:nvSpPr>
        <p:spPr>
          <a:xfrm>
            <a:off x="2533650" y="3970764"/>
            <a:ext cx="3333188" cy="19308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5F5B89-97BE-C035-848E-9D8498E46750}"/>
              </a:ext>
            </a:extLst>
          </p:cNvPr>
          <p:cNvSpPr/>
          <p:nvPr/>
        </p:nvSpPr>
        <p:spPr>
          <a:xfrm>
            <a:off x="7600950" y="3980289"/>
            <a:ext cx="3333188" cy="19308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978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884" y="1542106"/>
            <a:ext cx="9905955" cy="34290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ea typeface="+mj-lt"/>
                <a:cs typeface="+mj-lt"/>
              </a:rPr>
              <a:t>Moving window functions</a:t>
            </a:r>
            <a:endParaRPr lang="en-US" sz="4400" b="1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868" y="0"/>
            <a:ext cx="820132" cy="78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63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Moving window functions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19200" y="1204010"/>
            <a:ext cx="10315574" cy="4833257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Moving window functions – statistical and other functions</a:t>
            </a:r>
          </a:p>
          <a:p>
            <a:r>
              <a:rPr lang="en-US" sz="2200" b="1" dirty="0">
                <a:ea typeface="+mn-lt"/>
                <a:cs typeface="+mn-lt"/>
              </a:rPr>
              <a:t>	</a:t>
            </a:r>
            <a:r>
              <a:rPr lang="en-US" sz="2200" dirty="0">
                <a:ea typeface="+mn-lt"/>
                <a:cs typeface="+mn-lt"/>
              </a:rPr>
              <a:t>– </a:t>
            </a:r>
            <a:r>
              <a:rPr lang="en-US" sz="2000" dirty="0">
                <a:ea typeface="+mn-lt"/>
                <a:cs typeface="+mn-lt"/>
              </a:rPr>
              <a:t>used for array transformation</a:t>
            </a:r>
            <a:r>
              <a:rPr lang="en-US" sz="2200" dirty="0">
                <a:ea typeface="+mn-lt"/>
                <a:cs typeface="+mn-lt"/>
              </a:rPr>
              <a:t> evaluated over a sliding window or exponentially    	 	  decaying weights.</a:t>
            </a:r>
          </a:p>
          <a:p>
            <a:r>
              <a:rPr lang="en-US" sz="2200" dirty="0">
                <a:ea typeface="+mn-lt"/>
                <a:cs typeface="+mn-lt"/>
              </a:rPr>
              <a:t>	- Useful for smoothing noisy data or data with gaps.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 </a:t>
            </a:r>
          </a:p>
          <a:p>
            <a:r>
              <a:rPr lang="en-US" sz="2200" dirty="0">
                <a:ea typeface="+mn-lt"/>
                <a:cs typeface="+mn-lt"/>
              </a:rPr>
              <a:t>Example: stock </a:t>
            </a:r>
          </a:p>
          <a:p>
            <a:pPr>
              <a:spcBef>
                <a:spcPts val="0"/>
              </a:spcBef>
            </a:pPr>
            <a:r>
              <a:rPr lang="en-US" sz="2200" dirty="0">
                <a:ea typeface="+mn-lt"/>
                <a:cs typeface="+mn-lt"/>
              </a:rPr>
              <a:t>	  data</a:t>
            </a:r>
            <a:endParaRPr lang="en-US" sz="20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02AA2-D85A-2C6C-4F62-8D201361E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080" y="3183105"/>
            <a:ext cx="4522770" cy="3517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3FA987-D8CD-D127-D87F-E1C7A7F1D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724" y="3110999"/>
            <a:ext cx="3545445" cy="358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457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Moving window functions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00150" y="1204010"/>
            <a:ext cx="10334624" cy="4833257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a. Rolling operator</a:t>
            </a:r>
            <a:r>
              <a:rPr lang="en-US" sz="2200" dirty="0">
                <a:ea typeface="+mn-lt"/>
                <a:cs typeface="+mn-lt"/>
              </a:rPr>
              <a:t> – behaves similarly to resample and </a:t>
            </a:r>
            <a:r>
              <a:rPr lang="en-US" sz="2200" dirty="0" err="1">
                <a:ea typeface="+mn-lt"/>
                <a:cs typeface="+mn-lt"/>
              </a:rPr>
              <a:t>groupby</a:t>
            </a:r>
            <a:r>
              <a:rPr lang="en-US" sz="2200" dirty="0">
                <a:ea typeface="+mn-lt"/>
                <a:cs typeface="+mn-lt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Window argument – use for specifying the number of periods.</a:t>
            </a:r>
          </a:p>
          <a:p>
            <a:r>
              <a:rPr lang="en-US" sz="2200" dirty="0">
                <a:ea typeface="+mn-lt"/>
                <a:cs typeface="+mn-lt"/>
              </a:rPr>
              <a:t>Example: stock data</a:t>
            </a:r>
            <a:r>
              <a:rPr lang="en-US" sz="2000" dirty="0">
                <a:ea typeface="+mn-lt"/>
                <a:cs typeface="+mn-lt"/>
              </a:rPr>
              <a:t> applied with rolling operator and with a 250-sliding window.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This computes the 250-day moving average of Apple’s stock price; with a 250 period, the first 250 timestamps will have </a:t>
            </a:r>
            <a:r>
              <a:rPr lang="en-US" sz="1800" dirty="0" err="1">
                <a:ea typeface="+mn-lt"/>
                <a:cs typeface="+mn-lt"/>
              </a:rPr>
              <a:t>NaN</a:t>
            </a:r>
            <a:r>
              <a:rPr lang="en-US" sz="1800" dirty="0">
                <a:ea typeface="+mn-lt"/>
                <a:cs typeface="+mn-lt"/>
              </a:rPr>
              <a:t> values.</a:t>
            </a:r>
            <a:endParaRPr lang="en-US" sz="22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37B31D-9A99-8A53-81E4-1A5629D2B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497" y="3362325"/>
            <a:ext cx="3726503" cy="3360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9F5BB8-225A-8595-CECB-12365AEB1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802" y="3362325"/>
            <a:ext cx="3795089" cy="33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535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Moving window functions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447800" y="914401"/>
            <a:ext cx="10128527" cy="5094292"/>
          </a:xfrm>
        </p:spPr>
        <p:txBody>
          <a:bodyPr>
            <a:noAutofit/>
          </a:bodyPr>
          <a:lstStyle/>
          <a:p>
            <a:r>
              <a:rPr lang="en-US" sz="2200" dirty="0">
                <a:ea typeface="+mn-lt"/>
                <a:cs typeface="+mn-lt"/>
              </a:rPr>
              <a:t>Example: Plotting the stock price data</a:t>
            </a:r>
            <a:r>
              <a:rPr lang="en-US" sz="2000" dirty="0">
                <a:ea typeface="+mn-lt"/>
                <a:cs typeface="+mn-lt"/>
              </a:rPr>
              <a:t> and its 250-day moving average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The moving average(orange) is a lot smoother compared to the original data(blue).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EED37B-1939-9F8E-382A-4A5CD30B0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372" y="1838610"/>
            <a:ext cx="6917256" cy="45775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B664B8-0153-251C-E46B-CFA457365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493" y="2112657"/>
            <a:ext cx="3330380" cy="43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45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246" y="148140"/>
            <a:ext cx="9663112" cy="67259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Moving window functions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40831" y="933450"/>
            <a:ext cx="10765394" cy="5103818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b. </a:t>
            </a:r>
            <a:r>
              <a:rPr lang="en-US" sz="2200" b="1" dirty="0" err="1">
                <a:ea typeface="+mn-lt"/>
                <a:cs typeface="+mn-lt"/>
              </a:rPr>
              <a:t>pct_change</a:t>
            </a:r>
            <a:r>
              <a:rPr lang="en-US" sz="2200" b="1" dirty="0">
                <a:ea typeface="+mn-lt"/>
                <a:cs typeface="+mn-lt"/>
              </a:rPr>
              <a:t>()</a:t>
            </a:r>
            <a:r>
              <a:rPr lang="en-US" sz="2200" dirty="0">
                <a:ea typeface="+mn-lt"/>
                <a:cs typeface="+mn-lt"/>
              </a:rPr>
              <a:t> – calculates the percentage change between the current and prior data in the series.</a:t>
            </a:r>
          </a:p>
          <a:p>
            <a:pPr>
              <a:spcBef>
                <a:spcPts val="0"/>
              </a:spcBef>
            </a:pPr>
            <a:r>
              <a:rPr lang="en-US" sz="2200" dirty="0">
                <a:ea typeface="+mn-lt"/>
                <a:cs typeface="+mn-lt"/>
              </a:rPr>
              <a:t>Example: stock data</a:t>
            </a:r>
            <a:r>
              <a:rPr lang="en-US" sz="2000" dirty="0">
                <a:ea typeface="+mn-lt"/>
                <a:cs typeface="+mn-lt"/>
              </a:rPr>
              <a:t> applied with rolling operator and a 250-sliding window, then compute the std deviation for at least 10 periods of the percentage change.</a:t>
            </a:r>
          </a:p>
          <a:p>
            <a:pPr>
              <a:spcBef>
                <a:spcPts val="0"/>
              </a:spcBef>
            </a:pPr>
            <a:r>
              <a:rPr lang="en-US" sz="2000" dirty="0">
                <a:ea typeface="+mn-lt"/>
                <a:cs typeface="+mn-lt"/>
              </a:rPr>
              <a:t>- passing </a:t>
            </a:r>
            <a:r>
              <a:rPr lang="en-US" sz="2000" b="1" dirty="0" err="1">
                <a:ea typeface="+mn-lt"/>
                <a:cs typeface="+mn-lt"/>
              </a:rPr>
              <a:t>min_period</a:t>
            </a:r>
            <a:r>
              <a:rPr lang="en-US" sz="2000" dirty="0">
                <a:ea typeface="+mn-lt"/>
                <a:cs typeface="+mn-lt"/>
              </a:rPr>
              <a:t> to the rolling() method minimizes the Nan values, from 250 to 10 (in this example)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This calculates the daily percentage return; the 250-day rolling window/moving average of Apple’s stock price; and the standard deviation of the returns within each rolling window.</a:t>
            </a:r>
            <a:endParaRPr lang="en-US" sz="2200" dirty="0">
              <a:ea typeface="+mn-lt"/>
              <a:cs typeface="+mn-lt"/>
            </a:endParaRPr>
          </a:p>
          <a:p>
            <a:endParaRPr lang="en-US" sz="22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5B9061-4466-A798-5B4B-ACCEB7985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5" y="3609976"/>
            <a:ext cx="6388176" cy="317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996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Moving window functions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2525" y="914401"/>
            <a:ext cx="10423802" cy="5094292"/>
          </a:xfrm>
        </p:spPr>
        <p:txBody>
          <a:bodyPr>
            <a:noAutofit/>
          </a:bodyPr>
          <a:lstStyle/>
          <a:p>
            <a:r>
              <a:rPr lang="en-US" sz="2200" dirty="0">
                <a:ea typeface="+mn-lt"/>
                <a:cs typeface="+mn-lt"/>
              </a:rPr>
              <a:t>Example: Plotting the stock daily returns’ standard deviation with a 250-day rolling window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DB9EED-9C0D-1CC9-8BB8-1AB2D390B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5" y="1884026"/>
            <a:ext cx="1348857" cy="441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B9FF7A-EEC7-27E5-04B0-F127CAA8F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073" y="1774992"/>
            <a:ext cx="6454699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368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246" y="148140"/>
            <a:ext cx="9663112" cy="67259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Moving window functions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066799" y="933450"/>
            <a:ext cx="10639425" cy="5103818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c. expanding()</a:t>
            </a:r>
            <a:r>
              <a:rPr lang="en-US" sz="2200" dirty="0">
                <a:ea typeface="+mn-lt"/>
                <a:cs typeface="+mn-lt"/>
              </a:rPr>
              <a:t> – computes an expanding window mean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Expanding mean – starts the time window from the same point as the rolling window and increases the size of the window until all the data points are included.</a:t>
            </a:r>
          </a:p>
          <a:p>
            <a:pPr>
              <a:spcBef>
                <a:spcPts val="0"/>
              </a:spcBef>
            </a:pPr>
            <a:r>
              <a:rPr lang="en-US" sz="2200" dirty="0">
                <a:ea typeface="+mn-lt"/>
                <a:cs typeface="+mn-lt"/>
              </a:rPr>
              <a:t>Example: expanding window mean of stock’s daily returns’ standard deviation from earlier</a:t>
            </a: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5B9061-4466-A798-5B4B-ACCEB7985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31" y="2867196"/>
            <a:ext cx="6388176" cy="3170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FC993F-695E-1706-240E-922898E0F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605" y="2901771"/>
            <a:ext cx="3874455" cy="310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159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Moving window functions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52550" y="1171575"/>
            <a:ext cx="10223777" cy="4837118"/>
          </a:xfrm>
        </p:spPr>
        <p:txBody>
          <a:bodyPr>
            <a:noAutofit/>
          </a:bodyPr>
          <a:lstStyle/>
          <a:p>
            <a:r>
              <a:rPr lang="en-US" sz="2200" dirty="0">
                <a:ea typeface="+mn-lt"/>
                <a:cs typeface="+mn-lt"/>
              </a:rPr>
              <a:t>Example: Plotting the stock daily returns’ standard deviation with a 250-day rolling window(blue) and its expanding mean(orange)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8608B0-3CC5-EF19-FC2E-CCD7AA9A0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174" y="2194537"/>
            <a:ext cx="2065199" cy="5258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507304-1D87-540D-791B-574040B08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698" y="2125789"/>
            <a:ext cx="6492803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607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Moving window functions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82384" y="1171575"/>
            <a:ext cx="10593943" cy="4837118"/>
          </a:xfrm>
        </p:spPr>
        <p:txBody>
          <a:bodyPr>
            <a:noAutofit/>
          </a:bodyPr>
          <a:lstStyle/>
          <a:p>
            <a:r>
              <a:rPr lang="en-US" sz="2200" dirty="0">
                <a:ea typeface="+mn-lt"/>
                <a:cs typeface="+mn-lt"/>
              </a:rPr>
              <a:t>Example: Computing and plotting the 60-rolling mean of all the stock prices in a </a:t>
            </a:r>
            <a:r>
              <a:rPr lang="en-US" sz="2200" dirty="0" err="1">
                <a:ea typeface="+mn-lt"/>
                <a:cs typeface="+mn-lt"/>
              </a:rPr>
              <a:t>DataFrame</a:t>
            </a:r>
            <a:r>
              <a:rPr lang="en-US" sz="2200" dirty="0">
                <a:ea typeface="+mn-lt"/>
                <a:cs typeface="+mn-lt"/>
              </a:rPr>
              <a:t>.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15436B-0197-4CEB-9B2C-9A7802E6F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661106"/>
            <a:ext cx="4008467" cy="381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8A206B-DC23-4858-6544-852A6FFEEC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71"/>
          <a:stretch/>
        </p:blipFill>
        <p:spPr>
          <a:xfrm>
            <a:off x="861877" y="2114173"/>
            <a:ext cx="5304466" cy="37729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60A5BE-A7D0-4448-2B95-9D98DEE62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836" y="1622628"/>
            <a:ext cx="3223539" cy="4801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F1057D-E6BD-92F2-5EE1-281C5296C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850" y="2091674"/>
            <a:ext cx="5407680" cy="377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888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246" y="148140"/>
            <a:ext cx="9663112" cy="67259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Moving window functions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42999" y="933450"/>
            <a:ext cx="10563225" cy="5103818"/>
          </a:xfrm>
        </p:spPr>
        <p:txBody>
          <a:bodyPr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d. </a:t>
            </a:r>
            <a:r>
              <a:rPr lang="en-US" sz="2200" b="1" dirty="0" err="1">
                <a:ea typeface="+mn-lt"/>
                <a:cs typeface="+mn-lt"/>
              </a:rPr>
              <a:t>ewm</a:t>
            </a:r>
            <a:r>
              <a:rPr lang="en-US" sz="2200" b="1" dirty="0">
                <a:ea typeface="+mn-lt"/>
                <a:cs typeface="+mn-lt"/>
              </a:rPr>
              <a:t>()</a:t>
            </a:r>
            <a:r>
              <a:rPr lang="en-US" sz="2200" dirty="0">
                <a:ea typeface="+mn-lt"/>
                <a:cs typeface="+mn-lt"/>
              </a:rPr>
              <a:t> – operator for exponentially weighted moving average.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exponentially weighted moving average – places more weight on the more recent data and can adapt faster to changes.</a:t>
            </a:r>
          </a:p>
          <a:p>
            <a:pPr>
              <a:spcBef>
                <a:spcPts val="0"/>
              </a:spcBef>
            </a:pPr>
            <a:r>
              <a:rPr lang="en-US" sz="2200" dirty="0">
                <a:ea typeface="+mn-lt"/>
                <a:cs typeface="+mn-lt"/>
              </a:rPr>
              <a:t>Example: exponentially weighted moving average of Apple stock price with span and window size of 30.</a:t>
            </a: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95577F-5D14-DFC9-B53A-07B90E24E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016" y="2811629"/>
            <a:ext cx="3787468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632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0858"/>
            <a:ext cx="9663112" cy="8059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Moving window functions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82384" y="1171575"/>
            <a:ext cx="10593943" cy="4837118"/>
          </a:xfrm>
        </p:spPr>
        <p:txBody>
          <a:bodyPr>
            <a:noAutofit/>
          </a:bodyPr>
          <a:lstStyle/>
          <a:p>
            <a:r>
              <a:rPr lang="en-US" sz="2200" dirty="0">
                <a:ea typeface="+mn-lt"/>
                <a:cs typeface="+mn-lt"/>
              </a:rPr>
              <a:t>Example: Plotting Apple daily stock price, Simple Moving Average, and EW Moving Average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60" y="-9236"/>
            <a:ext cx="839176" cy="8059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2EEEBF-719A-7DC1-00CD-49EE26CEB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99" y="1645724"/>
            <a:ext cx="7997226" cy="5095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CDE9DC-70DF-5DB4-8FCD-FFE8B4599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820" y="4522504"/>
            <a:ext cx="4152292" cy="13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330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E8E1-9D23-9CE7-5D84-FFFCE9AB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89A6B-7C20-F5ED-F3F9-C9B3719CC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10055979" cy="3493588"/>
          </a:xfrm>
        </p:spPr>
        <p:txBody>
          <a:bodyPr>
            <a:normAutofit/>
          </a:bodyPr>
          <a:lstStyle/>
          <a:p>
            <a:r>
              <a:rPr lang="en-US" sz="2800" dirty="0"/>
              <a:t>McKinney, W. (2022). </a:t>
            </a:r>
            <a:r>
              <a:rPr lang="en-US" sz="2800" i="1" u="sng" dirty="0"/>
              <a:t>Python for Data Analysis: Data Wrangling with Pandas, </a:t>
            </a:r>
            <a:r>
              <a:rPr lang="en-US" sz="2800" i="1" u="sng" dirty="0" err="1"/>
              <a:t>Numpy</a:t>
            </a:r>
            <a:r>
              <a:rPr lang="en-US" sz="2800" i="1" u="sng" dirty="0"/>
              <a:t>, and </a:t>
            </a:r>
            <a:r>
              <a:rPr lang="en-US" sz="2800" i="1" u="sng" dirty="0" err="1"/>
              <a:t>IPython</a:t>
            </a:r>
            <a:r>
              <a:rPr lang="en-US" sz="2800" i="1" u="sng" dirty="0"/>
              <a:t>.</a:t>
            </a:r>
            <a:r>
              <a:rPr lang="en-US" sz="2800" dirty="0"/>
              <a:t> O’Reilly. (ISBN: 1-0981-0402-1)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94B4A30-EA5F-6867-74AF-6E01A52C8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163054-73BC-7ECF-4A2A-03769B76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2C2DC6-F462-3BA2-E52D-41F0A439A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FA6ABF-C959-8D2B-7B38-DF77B18ED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7EF7AC3-C3E6-93CC-62BF-EE0260349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BBBF24B-66D8-566C-A664-78BE45CB51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255B2FE-9C82-E32B-79CA-BEB0683C8E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FD469D4-5943-58C1-C1BA-EE7DFBF18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E431A24-07B4-C471-3516-BC18CA08B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0C3C397-FEBD-1180-6455-DA2C0CFB9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BA4A28-4470-9620-D27B-4D85C10D0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6B6091F-1375-1AE2-DB5E-B82D4B6A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4017C50-B095-C682-6269-113DD2459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84746541-3B6D-DE2B-4B80-5BFC8DA59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F61DC0C-EC0E-F354-1B99-B0D7B6ADC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FA59680-35C0-D127-97AE-DC3E055BA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1F0280-9F39-400C-C260-786380334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6D49A9E-7739-0B38-F652-74B7E3332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1EC541-A789-F7A5-3B12-7F0D2C2C1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38A3489-01F0-69AF-F39B-407E4383C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BE4B703-7459-1217-B7CD-BFDCD4F56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E8A3917-AE8D-5045-8A60-3B824BF21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2DD269B-345B-2B0D-2A0F-CCB333D6F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44DC1C4-5258-007B-71F0-5CE6213E6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70928D-B25B-8EE2-29A2-5C8AC2709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444B964-9837-A3DA-6021-7646DC3F13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2EE5B20-1D9E-CC82-C408-B2214008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288AD5C-CBD1-E179-3B65-A550F1E5E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14103944-7C43-BD2E-5DF2-745E9AF2B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FC05C291-EABE-25F1-06DF-64CCDF547018}"/>
              </a:ext>
            </a:extLst>
          </p:cNvPr>
          <p:cNvSpPr txBox="1">
            <a:spLocks/>
          </p:cNvSpPr>
          <p:nvPr/>
        </p:nvSpPr>
        <p:spPr>
          <a:xfrm>
            <a:off x="1141412" y="1082673"/>
            <a:ext cx="3136339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/>
              <a:t>reference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008E67-CCE6-240E-A0A5-AC90313D2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39E904-5817-CC25-B119-1FC34C203D7D}"/>
              </a:ext>
            </a:extLst>
          </p:cNvPr>
          <p:cNvSpPr txBox="1">
            <a:spLocks/>
          </p:cNvSpPr>
          <p:nvPr/>
        </p:nvSpPr>
        <p:spPr>
          <a:xfrm>
            <a:off x="5297763" y="1082673"/>
            <a:ext cx="5751237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McKinney, W. (2022). </a:t>
            </a:r>
            <a:r>
              <a:rPr lang="en-US" sz="3200" i="1" u="sng" dirty="0"/>
              <a:t>Python for Data Analysis: Data Wrangling with Pandas, </a:t>
            </a:r>
            <a:r>
              <a:rPr lang="en-US" sz="3200" i="1" u="sng" dirty="0" err="1"/>
              <a:t>Numpy</a:t>
            </a:r>
            <a:r>
              <a:rPr lang="en-US" sz="3200" i="1" u="sng" dirty="0"/>
              <a:t>, and </a:t>
            </a:r>
            <a:r>
              <a:rPr lang="en-US" sz="3200" i="1" u="sng" dirty="0" err="1"/>
              <a:t>IPython</a:t>
            </a:r>
            <a:r>
              <a:rPr lang="en-US" sz="3200" i="1" u="sng" dirty="0"/>
              <a:t>.</a:t>
            </a:r>
            <a:r>
              <a:rPr lang="en-US" sz="3200" dirty="0"/>
              <a:t> O’Reilly. (ISBN: 1-0981-0402-1)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6EA15A5-A211-AFE5-F650-1F41F8CD7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5C43F8EC-A97B-B33F-14FB-DEC39621D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0AAE9F38-2561-0DC3-0B0C-6B725D4BF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D366F0FD-85D3-8C46-1D93-21042F31F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F9BFC293-76D9-F1FA-6EAF-42810EFBA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EB638B3F-60CC-6EDE-30FA-E29F2C806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32E2C2DE-191E-0345-BFD9-B555F3503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77D005CD-9EAD-81CB-6431-7BB9CC0A2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15BC8429-9DFA-94B9-32FA-D170E1098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8718898-2843-D991-2788-B23FECD5C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41">
              <a:extLst>
                <a:ext uri="{FF2B5EF4-FFF2-40B4-BE49-F238E27FC236}">
                  <a16:creationId xmlns:a16="http://schemas.microsoft.com/office/drawing/2014/main" id="{C878F859-5D9A-9B7A-B2EB-F328FD2DC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AAC0C10D-11DF-3355-96FE-C9E0FF53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118" y="-9235"/>
            <a:ext cx="874117" cy="83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297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34106153-7990-4956-BD26-A04A03006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BDEA11A5-20BA-4650-A324-47C0465FF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66FCB64-0A37-46EB-8A9B-EC0C4C00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8A162E18-5BEB-4E42-9B10-A1FDF6A0B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7BB781C9-EC32-45FE-ACE7-C24F128C4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927C5647-36E8-4A20-86D4-47831D50C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62F2AF20-CBBE-4249-B9E2-D6B30191C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731C1229-F8A7-4B36-A52B-98A65EF86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609AC686-2DBB-4D82-866C-9FF222BDD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F899E6EB-BCDD-45D2-BF4B-9CA3A2798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BBD3AAC8-2330-4FAB-8E31-3D50AD95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6B54F723-A70A-4865-A560-7850498A1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9B911CCD-C9A2-4DC8-A278-3C6FD76A7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D559B729-03FB-435D-89BF-AF57A801B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D1C90213-0F60-4268-BE48-8221E6161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A7A6A293-A06F-48B8-865A-3F65287B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8F6861B5-AAA4-4017-929E-1FD1CA106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D776D07C-2081-4DD3-A464-40F3CA41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BBC236D6-77E5-4B3C-92D7-D708B237D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8064714E-7ADE-4BD9-8981-34C135762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2FD1F23F-B1EE-46F5-B460-924E54A70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9699361A-3AFF-4826-B99C-0354EAB0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B272F7B1-7BE2-4FC9-BB91-207EFD9E6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CDE59C1F-AFD9-4DD5-B04A-9EB2AAED5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1551E418-6CD4-4320-8224-F084039C5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1F27D4B1-EBD4-4BC9-AC2E-3AD616C84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C42B8D84-898A-4F76-A0F2-5699ED72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B440932E-7985-4BA6-9899-F22A64485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B8CE969-CA1A-48CB-8588-4146F41F3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138A4875-4593-4894-89D5-DFCFF0EE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F079F26B-58E4-494E-A8BA-3F054F1F3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04C9ECC5-BB4A-4417-B874-B75953F8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4">
              <a:extLst>
                <a:ext uri="{FF2B5EF4-FFF2-40B4-BE49-F238E27FC236}">
                  <a16:creationId xmlns:a16="http://schemas.microsoft.com/office/drawing/2014/main" id="{4CCCF285-B51D-4A2F-8384-830A3917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BD6C6299-A09A-47DF-8A96-69D39FCA5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6">
              <a:extLst>
                <a:ext uri="{FF2B5EF4-FFF2-40B4-BE49-F238E27FC236}">
                  <a16:creationId xmlns:a16="http://schemas.microsoft.com/office/drawing/2014/main" id="{EE60C4B9-C404-42CD-8E94-70D4DC16A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7">
              <a:extLst>
                <a:ext uri="{FF2B5EF4-FFF2-40B4-BE49-F238E27FC236}">
                  <a16:creationId xmlns:a16="http://schemas.microsoft.com/office/drawing/2014/main" id="{52BD4447-C1EB-4798-8764-AB93EA930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8">
              <a:extLst>
                <a:ext uri="{FF2B5EF4-FFF2-40B4-BE49-F238E27FC236}">
                  <a16:creationId xmlns:a16="http://schemas.microsoft.com/office/drawing/2014/main" id="{50411559-C414-4F7C-BC6C-69F87BC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9">
              <a:extLst>
                <a:ext uri="{FF2B5EF4-FFF2-40B4-BE49-F238E27FC236}">
                  <a16:creationId xmlns:a16="http://schemas.microsoft.com/office/drawing/2014/main" id="{64737770-BB27-41C0-95CB-529054508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0">
              <a:extLst>
                <a:ext uri="{FF2B5EF4-FFF2-40B4-BE49-F238E27FC236}">
                  <a16:creationId xmlns:a16="http://schemas.microsoft.com/office/drawing/2014/main" id="{28929FDB-16CF-4165-B32A-EB673EFB7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1">
              <a:extLst>
                <a:ext uri="{FF2B5EF4-FFF2-40B4-BE49-F238E27FC236}">
                  <a16:creationId xmlns:a16="http://schemas.microsoft.com/office/drawing/2014/main" id="{D8C82883-237C-4209-9545-E832FEE3A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2">
              <a:extLst>
                <a:ext uri="{FF2B5EF4-FFF2-40B4-BE49-F238E27FC236}">
                  <a16:creationId xmlns:a16="http://schemas.microsoft.com/office/drawing/2014/main" id="{F1A52653-BD09-4D65-B05C-2AF4A647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3">
              <a:extLst>
                <a:ext uri="{FF2B5EF4-FFF2-40B4-BE49-F238E27FC236}">
                  <a16:creationId xmlns:a16="http://schemas.microsoft.com/office/drawing/2014/main" id="{30724E80-2FD3-4E4A-A3EA-18A4C8886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4">
              <a:extLst>
                <a:ext uri="{FF2B5EF4-FFF2-40B4-BE49-F238E27FC236}">
                  <a16:creationId xmlns:a16="http://schemas.microsoft.com/office/drawing/2014/main" id="{F1B978C7-7BC5-4F73-8B02-66A3CF67C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45">
              <a:extLst>
                <a:ext uri="{FF2B5EF4-FFF2-40B4-BE49-F238E27FC236}">
                  <a16:creationId xmlns:a16="http://schemas.microsoft.com/office/drawing/2014/main" id="{799F0CED-DF8F-4350-A036-1981FBE5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6">
              <a:extLst>
                <a:ext uri="{FF2B5EF4-FFF2-40B4-BE49-F238E27FC236}">
                  <a16:creationId xmlns:a16="http://schemas.microsoft.com/office/drawing/2014/main" id="{9F4DD366-0E86-4E99-9557-496E88B42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7">
              <a:extLst>
                <a:ext uri="{FF2B5EF4-FFF2-40B4-BE49-F238E27FC236}">
                  <a16:creationId xmlns:a16="http://schemas.microsoft.com/office/drawing/2014/main" id="{78BB3321-D5DC-4951-AB38-0C54E3D01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8">
              <a:extLst>
                <a:ext uri="{FF2B5EF4-FFF2-40B4-BE49-F238E27FC236}">
                  <a16:creationId xmlns:a16="http://schemas.microsoft.com/office/drawing/2014/main" id="{955E548C-7F86-45B2-A0D2-03EAC578D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49">
              <a:extLst>
                <a:ext uri="{FF2B5EF4-FFF2-40B4-BE49-F238E27FC236}">
                  <a16:creationId xmlns:a16="http://schemas.microsoft.com/office/drawing/2014/main" id="{0013F508-5E69-4911-AD93-4ABE3E7C5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0">
              <a:extLst>
                <a:ext uri="{FF2B5EF4-FFF2-40B4-BE49-F238E27FC236}">
                  <a16:creationId xmlns:a16="http://schemas.microsoft.com/office/drawing/2014/main" id="{A7F86768-93E0-4044-A62A-B11EB18F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1">
              <a:extLst>
                <a:ext uri="{FF2B5EF4-FFF2-40B4-BE49-F238E27FC236}">
                  <a16:creationId xmlns:a16="http://schemas.microsoft.com/office/drawing/2014/main" id="{BA32A7B4-1DB2-4E4A-B86E-D8DB97B69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2">
              <a:extLst>
                <a:ext uri="{FF2B5EF4-FFF2-40B4-BE49-F238E27FC236}">
                  <a16:creationId xmlns:a16="http://schemas.microsoft.com/office/drawing/2014/main" id="{AB250BD5-076C-4428-B6AF-E9EAE4F65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3">
              <a:extLst>
                <a:ext uri="{FF2B5EF4-FFF2-40B4-BE49-F238E27FC236}">
                  <a16:creationId xmlns:a16="http://schemas.microsoft.com/office/drawing/2014/main" id="{027DA06A-045F-4711-9307-0508B6ACF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4">
              <a:extLst>
                <a:ext uri="{FF2B5EF4-FFF2-40B4-BE49-F238E27FC236}">
                  <a16:creationId xmlns:a16="http://schemas.microsoft.com/office/drawing/2014/main" id="{3EB0EDA8-385A-4B2B-97F0-5194F23EB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5">
              <a:extLst>
                <a:ext uri="{FF2B5EF4-FFF2-40B4-BE49-F238E27FC236}">
                  <a16:creationId xmlns:a16="http://schemas.microsoft.com/office/drawing/2014/main" id="{D6FA258E-AF3F-47C9-9F4E-39ECFD7AC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6">
              <a:extLst>
                <a:ext uri="{FF2B5EF4-FFF2-40B4-BE49-F238E27FC236}">
                  <a16:creationId xmlns:a16="http://schemas.microsoft.com/office/drawing/2014/main" id="{6E471E73-A9C0-4C68-BD8F-360F2ED7B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7">
              <a:extLst>
                <a:ext uri="{FF2B5EF4-FFF2-40B4-BE49-F238E27FC236}">
                  <a16:creationId xmlns:a16="http://schemas.microsoft.com/office/drawing/2014/main" id="{C78C3110-8153-4163-B809-0B0C0C9E5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58">
              <a:extLst>
                <a:ext uri="{FF2B5EF4-FFF2-40B4-BE49-F238E27FC236}">
                  <a16:creationId xmlns:a16="http://schemas.microsoft.com/office/drawing/2014/main" id="{DBC57B9F-0B9B-4EDE-B3B3-7C5D5DB39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1073BA-CAE4-8E85-D3C4-076DBCB1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Thank you!</a:t>
            </a:r>
          </a:p>
        </p:txBody>
      </p:sp>
      <p:sp useBgFill="1">
        <p:nvSpPr>
          <p:cNvPr id="126" name="Round Diagonal Corner Rectangle 6">
            <a:extLst>
              <a:ext uri="{FF2B5EF4-FFF2-40B4-BE49-F238E27FC236}">
                <a16:creationId xmlns:a16="http://schemas.microsoft.com/office/drawing/2014/main" id="{62B94F88-FD5B-4053-B143-DFF55CE44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6B741-6E59-A15A-B86C-61F5A59B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96" y="1199257"/>
            <a:ext cx="4635583" cy="445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4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1497</TotalTime>
  <Words>2141</Words>
  <Application>Microsoft Office PowerPoint</Application>
  <PresentationFormat>Widescreen</PresentationFormat>
  <Paragraphs>508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Arial</vt:lpstr>
      <vt:lpstr>Times New Roman</vt:lpstr>
      <vt:lpstr>Tw Cen MT</vt:lpstr>
      <vt:lpstr>Wingdings</vt:lpstr>
      <vt:lpstr>Circuit</vt:lpstr>
      <vt:lpstr>Module 10:  Time series</vt:lpstr>
      <vt:lpstr>AGENDA</vt:lpstr>
      <vt:lpstr>Date and time data types and tools</vt:lpstr>
      <vt:lpstr>Time series data Types </vt:lpstr>
      <vt:lpstr>Time series data types </vt:lpstr>
      <vt:lpstr>Python &amp; Pandas built-in time series tool </vt:lpstr>
      <vt:lpstr>Python &amp; Pandas built-in time series tool </vt:lpstr>
      <vt:lpstr>Python &amp; Pandas built-in time series tool </vt:lpstr>
      <vt:lpstr>Python &amp; Pandas built-in time series tool </vt:lpstr>
      <vt:lpstr>Converting between string and datetime </vt:lpstr>
      <vt:lpstr>Converting between string and datetime </vt:lpstr>
      <vt:lpstr>Converting between string and datetime </vt:lpstr>
      <vt:lpstr>PANDAS Time series basics</vt:lpstr>
      <vt:lpstr>Time Series Basics: Pandas Series </vt:lpstr>
      <vt:lpstr>Pandas Series and timestamps</vt:lpstr>
      <vt:lpstr>Pandas Series and timestamps</vt:lpstr>
      <vt:lpstr>Indexing, selection, subsetting</vt:lpstr>
      <vt:lpstr>Indexing, selection, subsetting</vt:lpstr>
      <vt:lpstr>Indexing, selection, subsetting</vt:lpstr>
      <vt:lpstr>Indexing, selection, subsetting</vt:lpstr>
      <vt:lpstr>Indexing, selection, subsetting</vt:lpstr>
      <vt:lpstr>Indexing, selection, subsetting</vt:lpstr>
      <vt:lpstr>Date ranges, frequencies, shifting</vt:lpstr>
      <vt:lpstr>frequencies</vt:lpstr>
      <vt:lpstr>Generating Date ranges</vt:lpstr>
      <vt:lpstr>Generating Date ranges</vt:lpstr>
      <vt:lpstr>Generating Date ranges</vt:lpstr>
      <vt:lpstr>Generating Date ranges</vt:lpstr>
      <vt:lpstr>Frequencies and date offsets</vt:lpstr>
      <vt:lpstr>Shifting Data</vt:lpstr>
      <vt:lpstr>Shifting Data</vt:lpstr>
      <vt:lpstr>Resampling and frequency conversion</vt:lpstr>
      <vt:lpstr>Resampling</vt:lpstr>
      <vt:lpstr>Resampling: downsampling</vt:lpstr>
      <vt:lpstr>Resampling: downsampling</vt:lpstr>
      <vt:lpstr>Resampling: downsampling</vt:lpstr>
      <vt:lpstr>Resampling: downsampling</vt:lpstr>
      <vt:lpstr>Resampling: upsampling</vt:lpstr>
      <vt:lpstr>Resampling: upsampling and interpolation</vt:lpstr>
      <vt:lpstr>Moving window functions</vt:lpstr>
      <vt:lpstr>Moving window functions</vt:lpstr>
      <vt:lpstr>Moving window functions</vt:lpstr>
      <vt:lpstr>Moving window functions</vt:lpstr>
      <vt:lpstr>Moving window functions</vt:lpstr>
      <vt:lpstr>Moving window functions</vt:lpstr>
      <vt:lpstr>Moving window functions</vt:lpstr>
      <vt:lpstr>Moving window functions</vt:lpstr>
      <vt:lpstr>Moving window functions</vt:lpstr>
      <vt:lpstr>Moving window functions</vt:lpstr>
      <vt:lpstr>Moving window functions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 Python Data Structures, Functions, and Files</dc:title>
  <dc:creator>Catherine Ata</dc:creator>
  <cp:lastModifiedBy>Catherine Ata</cp:lastModifiedBy>
  <cp:revision>597</cp:revision>
  <dcterms:created xsi:type="dcterms:W3CDTF">2024-06-04T16:42:17Z</dcterms:created>
  <dcterms:modified xsi:type="dcterms:W3CDTF">2024-12-05T18:18:33Z</dcterms:modified>
</cp:coreProperties>
</file>